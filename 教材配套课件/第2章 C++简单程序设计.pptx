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953" r:id="rId1"/>
  </p:sldMasterIdLst>
  <p:notesMasterIdLst>
    <p:notesMasterId r:id="rId68"/>
  </p:notesMasterIdLst>
  <p:handoutMasterIdLst>
    <p:handoutMasterId r:id="rId69"/>
  </p:handoutMasterIdLst>
  <p:sldIdLst>
    <p:sldId id="724" r:id="rId2"/>
    <p:sldId id="257" r:id="rId3"/>
    <p:sldId id="619" r:id="rId4"/>
    <p:sldId id="620" r:id="rId5"/>
    <p:sldId id="621" r:id="rId6"/>
    <p:sldId id="837" r:id="rId7"/>
    <p:sldId id="838" r:id="rId8"/>
    <p:sldId id="622" r:id="rId9"/>
    <p:sldId id="623" r:id="rId10"/>
    <p:sldId id="834" r:id="rId11"/>
    <p:sldId id="624" r:id="rId12"/>
    <p:sldId id="813" r:id="rId13"/>
    <p:sldId id="810" r:id="rId14"/>
    <p:sldId id="811" r:id="rId15"/>
    <p:sldId id="812" r:id="rId16"/>
    <p:sldId id="844" r:id="rId17"/>
    <p:sldId id="769" r:id="rId18"/>
    <p:sldId id="814" r:id="rId19"/>
    <p:sldId id="770" r:id="rId20"/>
    <p:sldId id="815" r:id="rId21"/>
    <p:sldId id="843" r:id="rId22"/>
    <p:sldId id="839" r:id="rId23"/>
    <p:sldId id="840" r:id="rId24"/>
    <p:sldId id="841" r:id="rId25"/>
    <p:sldId id="842" r:id="rId26"/>
    <p:sldId id="772" r:id="rId27"/>
    <p:sldId id="773" r:id="rId28"/>
    <p:sldId id="782" r:id="rId29"/>
    <p:sldId id="783" r:id="rId30"/>
    <p:sldId id="784" r:id="rId31"/>
    <p:sldId id="785" r:id="rId32"/>
    <p:sldId id="668" r:id="rId33"/>
    <p:sldId id="669" r:id="rId34"/>
    <p:sldId id="670" r:id="rId35"/>
    <p:sldId id="671" r:id="rId36"/>
    <p:sldId id="672" r:id="rId37"/>
    <p:sldId id="673" r:id="rId38"/>
    <p:sldId id="681" r:id="rId39"/>
    <p:sldId id="682" r:id="rId40"/>
    <p:sldId id="683" r:id="rId41"/>
    <p:sldId id="684" r:id="rId42"/>
    <p:sldId id="685" r:id="rId43"/>
    <p:sldId id="686" r:id="rId44"/>
    <p:sldId id="728" r:id="rId45"/>
    <p:sldId id="568" r:id="rId46"/>
    <p:sldId id="569" r:id="rId47"/>
    <p:sldId id="825" r:id="rId48"/>
    <p:sldId id="848" r:id="rId49"/>
    <p:sldId id="849" r:id="rId50"/>
    <p:sldId id="850" r:id="rId51"/>
    <p:sldId id="852" r:id="rId52"/>
    <p:sldId id="854" r:id="rId53"/>
    <p:sldId id="855" r:id="rId54"/>
    <p:sldId id="856" r:id="rId55"/>
    <p:sldId id="857" r:id="rId56"/>
    <p:sldId id="762" r:id="rId57"/>
    <p:sldId id="858" r:id="rId58"/>
    <p:sldId id="859" r:id="rId59"/>
    <p:sldId id="860" r:id="rId60"/>
    <p:sldId id="861" r:id="rId61"/>
    <p:sldId id="767" r:id="rId62"/>
    <p:sldId id="768" r:id="rId63"/>
    <p:sldId id="862" r:id="rId64"/>
    <p:sldId id="863" r:id="rId65"/>
    <p:sldId id="771" r:id="rId66"/>
    <p:sldId id="826" r:id="rId67"/>
  </p:sldIdLst>
  <p:sldSz cx="12195175" cy="6858000"/>
  <p:notesSz cx="7099300" cy="10234613"/>
  <p:defaultTextStyle>
    <a:defPPr>
      <a:defRPr lang="zh-CN"/>
    </a:defPPr>
    <a:lvl1pPr algn="l" rtl="0" fontAlgn="base">
      <a:spcBef>
        <a:spcPct val="0"/>
      </a:spcBef>
      <a:spcAft>
        <a:spcPct val="0"/>
      </a:spcAft>
      <a:defRPr kumimoji="1" sz="2400" kern="1200">
        <a:solidFill>
          <a:schemeClr val="tx1"/>
        </a:solidFill>
        <a:latin typeface="Times New Roman" panose="02020603050405020304" pitchFamily="18" charset="0"/>
        <a:ea typeface="隶书" panose="02010509060101010101" pitchFamily="49" charset="-122"/>
        <a:cs typeface="+mn-cs"/>
      </a:defRPr>
    </a:lvl1pPr>
    <a:lvl2pPr marL="457200" algn="l" rtl="0" fontAlgn="base">
      <a:spcBef>
        <a:spcPct val="0"/>
      </a:spcBef>
      <a:spcAft>
        <a:spcPct val="0"/>
      </a:spcAft>
      <a:defRPr kumimoji="1" sz="2400" kern="1200">
        <a:solidFill>
          <a:schemeClr val="tx1"/>
        </a:solidFill>
        <a:latin typeface="Times New Roman" panose="02020603050405020304" pitchFamily="18" charset="0"/>
        <a:ea typeface="隶书" panose="02010509060101010101" pitchFamily="49" charset="-122"/>
        <a:cs typeface="+mn-cs"/>
      </a:defRPr>
    </a:lvl2pPr>
    <a:lvl3pPr marL="914400" algn="l" rtl="0" fontAlgn="base">
      <a:spcBef>
        <a:spcPct val="0"/>
      </a:spcBef>
      <a:spcAft>
        <a:spcPct val="0"/>
      </a:spcAft>
      <a:defRPr kumimoji="1" sz="2400" kern="1200">
        <a:solidFill>
          <a:schemeClr val="tx1"/>
        </a:solidFill>
        <a:latin typeface="Times New Roman" panose="02020603050405020304" pitchFamily="18" charset="0"/>
        <a:ea typeface="隶书" panose="02010509060101010101" pitchFamily="49" charset="-122"/>
        <a:cs typeface="+mn-cs"/>
      </a:defRPr>
    </a:lvl3pPr>
    <a:lvl4pPr marL="1371600" algn="l" rtl="0" fontAlgn="base">
      <a:spcBef>
        <a:spcPct val="0"/>
      </a:spcBef>
      <a:spcAft>
        <a:spcPct val="0"/>
      </a:spcAft>
      <a:defRPr kumimoji="1" sz="2400" kern="1200">
        <a:solidFill>
          <a:schemeClr val="tx1"/>
        </a:solidFill>
        <a:latin typeface="Times New Roman" panose="02020603050405020304" pitchFamily="18" charset="0"/>
        <a:ea typeface="隶书" panose="02010509060101010101" pitchFamily="49" charset="-122"/>
        <a:cs typeface="+mn-cs"/>
      </a:defRPr>
    </a:lvl4pPr>
    <a:lvl5pPr marL="1828800" algn="l" rtl="0" fontAlgn="base">
      <a:spcBef>
        <a:spcPct val="0"/>
      </a:spcBef>
      <a:spcAft>
        <a:spcPct val="0"/>
      </a:spcAft>
      <a:defRPr kumimoji="1" sz="2400" kern="1200">
        <a:solidFill>
          <a:schemeClr val="tx1"/>
        </a:solidFill>
        <a:latin typeface="Times New Roman" panose="02020603050405020304" pitchFamily="18" charset="0"/>
        <a:ea typeface="隶书" panose="02010509060101010101" pitchFamily="49" charset="-122"/>
        <a:cs typeface="+mn-cs"/>
      </a:defRPr>
    </a:lvl5pPr>
    <a:lvl6pPr marL="2286000" algn="l" defTabSz="914400" rtl="0" eaLnBrk="1" latinLnBrk="0" hangingPunct="1">
      <a:defRPr kumimoji="1" sz="2400" kern="1200">
        <a:solidFill>
          <a:schemeClr val="tx1"/>
        </a:solidFill>
        <a:latin typeface="Times New Roman" panose="02020603050405020304" pitchFamily="18" charset="0"/>
        <a:ea typeface="隶书" panose="02010509060101010101" pitchFamily="49" charset="-122"/>
        <a:cs typeface="+mn-cs"/>
      </a:defRPr>
    </a:lvl6pPr>
    <a:lvl7pPr marL="2743200" algn="l" defTabSz="914400" rtl="0" eaLnBrk="1" latinLnBrk="0" hangingPunct="1">
      <a:defRPr kumimoji="1" sz="2400" kern="1200">
        <a:solidFill>
          <a:schemeClr val="tx1"/>
        </a:solidFill>
        <a:latin typeface="Times New Roman" panose="02020603050405020304" pitchFamily="18" charset="0"/>
        <a:ea typeface="隶书" panose="02010509060101010101" pitchFamily="49" charset="-122"/>
        <a:cs typeface="+mn-cs"/>
      </a:defRPr>
    </a:lvl7pPr>
    <a:lvl8pPr marL="3200400" algn="l" defTabSz="914400" rtl="0" eaLnBrk="1" latinLnBrk="0" hangingPunct="1">
      <a:defRPr kumimoji="1" sz="2400" kern="1200">
        <a:solidFill>
          <a:schemeClr val="tx1"/>
        </a:solidFill>
        <a:latin typeface="Times New Roman" panose="02020603050405020304" pitchFamily="18" charset="0"/>
        <a:ea typeface="隶书" panose="02010509060101010101" pitchFamily="49" charset="-122"/>
        <a:cs typeface="+mn-cs"/>
      </a:defRPr>
    </a:lvl8pPr>
    <a:lvl9pPr marL="3657600" algn="l" defTabSz="914400" rtl="0" eaLnBrk="1" latinLnBrk="0" hangingPunct="1">
      <a:defRPr kumimoji="1" sz="2400" kern="1200">
        <a:solidFill>
          <a:schemeClr val="tx1"/>
        </a:solidFill>
        <a:latin typeface="Times New Roman" panose="02020603050405020304" pitchFamily="18" charset="0"/>
        <a:ea typeface="隶书" panose="02010509060101010101" pitchFamily="49" charset="-122"/>
        <a:cs typeface="+mn-cs"/>
      </a:defRPr>
    </a:lvl9pPr>
  </p:defaultTextStyle>
  <p:extLst>
    <p:ext uri="{EFAFB233-063F-42B5-8137-9DF3F51BA10A}">
      <p15:sldGuideLst xmlns:p15="http://schemas.microsoft.com/office/powerpoint/2012/main">
        <p15:guide id="1" orient="horz" pos="2160">
          <p15:clr>
            <a:srgbClr val="A4A3A4"/>
          </p15:clr>
        </p15:guide>
        <p15:guide id="2" pos="3841">
          <p15:clr>
            <a:srgbClr val="A4A3A4"/>
          </p15:clr>
        </p15:guide>
      </p15:sldGuideLst>
    </p:ext>
    <p:ext uri="{2D200454-40CA-4A62-9FC3-DE9A4176ACB9}">
      <p15:notesGuideLst xmlns:p15="http://schemas.microsoft.com/office/powerpoint/2012/main">
        <p15:guide id="1" orient="horz" pos="3223">
          <p15:clr>
            <a:srgbClr val="A4A3A4"/>
          </p15:clr>
        </p15:guide>
        <p15:guide id="2" pos="2236">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showAnimation="0">
    <p:present/>
    <p:sldAll/>
    <p:penClr>
      <a:schemeClr val="tx1"/>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85FFFF"/>
    <a:srgbClr val="009999"/>
    <a:srgbClr val="6699FF"/>
    <a:srgbClr val="00CC99"/>
    <a:srgbClr val="FFCC00"/>
    <a:srgbClr val="CCFFCC"/>
    <a:srgbClr val="66FFCC"/>
    <a:srgbClr val="FFFF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0E3FDE45-AF77-4B5C-9715-49D594BDF05E}" styleName="浅色样式 1 - 强调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5DA37D80-6434-44D0-A028-1B22A696006F}" styleName="浅色样式 3 - 强调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1348" autoAdjust="0"/>
    <p:restoredTop sz="85619" autoAdjust="0"/>
  </p:normalViewPr>
  <p:slideViewPr>
    <p:cSldViewPr>
      <p:cViewPr varScale="1">
        <p:scale>
          <a:sx n="94" d="100"/>
          <a:sy n="94" d="100"/>
        </p:scale>
        <p:origin x="348" y="72"/>
      </p:cViewPr>
      <p:guideLst>
        <p:guide orient="horz" pos="2160"/>
        <p:guide pos="3841"/>
      </p:guideLst>
    </p:cSldViewPr>
  </p:slideViewPr>
  <p:outlineViewPr>
    <p:cViewPr>
      <p:scale>
        <a:sx n="33" d="100"/>
        <a:sy n="33" d="100"/>
      </p:scale>
      <p:origin x="0" y="0"/>
    </p:cViewPr>
  </p:outlineViewPr>
  <p:notesTextViewPr>
    <p:cViewPr>
      <p:scale>
        <a:sx n="150" d="100"/>
        <a:sy n="150" d="100"/>
      </p:scale>
      <p:origin x="0" y="0"/>
    </p:cViewPr>
  </p:notesTextViewPr>
  <p:sorterViewPr>
    <p:cViewPr varScale="1">
      <p:scale>
        <a:sx n="1" d="1"/>
        <a:sy n="1" d="1"/>
      </p:scale>
      <p:origin x="0" y="-14556"/>
    </p:cViewPr>
  </p:sorterViewPr>
  <p:notesViewPr>
    <p:cSldViewPr>
      <p:cViewPr>
        <p:scale>
          <a:sx n="100" d="100"/>
          <a:sy n="100" d="100"/>
        </p:scale>
        <p:origin x="-1008" y="2045"/>
      </p:cViewPr>
      <p:guideLst>
        <p:guide orient="horz" pos="3223"/>
        <p:guide pos="2236"/>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handoutMaster" Target="handoutMasters/handout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4994" name="Rectangle 2"/>
          <p:cNvSpPr>
            <a:spLocks noGrp="1" noChangeArrowheads="1"/>
          </p:cNvSpPr>
          <p:nvPr>
            <p:ph type="hdr" sz="quarter"/>
          </p:nvPr>
        </p:nvSpPr>
        <p:spPr bwMode="auto">
          <a:xfrm>
            <a:off x="0" y="0"/>
            <a:ext cx="3076575" cy="511175"/>
          </a:xfrm>
          <a:prstGeom prst="rect">
            <a:avLst/>
          </a:prstGeom>
          <a:noFill/>
          <a:ln w="9525">
            <a:noFill/>
            <a:miter lim="800000"/>
            <a:headEnd/>
            <a:tailEnd/>
          </a:ln>
          <a:effectLst/>
        </p:spPr>
        <p:txBody>
          <a:bodyPr vert="horz" wrap="square" lIns="99039" tIns="49519" rIns="99039" bIns="49519" numCol="1" anchor="t" anchorCtr="0" compatLnSpc="1">
            <a:prstTxWarp prst="textNoShape">
              <a:avLst/>
            </a:prstTxWarp>
          </a:bodyPr>
          <a:lstStyle>
            <a:lvl1pPr defTabSz="990600">
              <a:defRPr sz="1300"/>
            </a:lvl1pPr>
          </a:lstStyle>
          <a:p>
            <a:pPr>
              <a:defRPr/>
            </a:pPr>
            <a:endParaRPr lang="en-US" altLang="zh-CN"/>
          </a:p>
        </p:txBody>
      </p:sp>
      <p:sp>
        <p:nvSpPr>
          <p:cNvPr id="84995" name="Rectangle 3"/>
          <p:cNvSpPr>
            <a:spLocks noGrp="1" noChangeArrowheads="1"/>
          </p:cNvSpPr>
          <p:nvPr>
            <p:ph type="dt" sz="quarter" idx="1"/>
          </p:nvPr>
        </p:nvSpPr>
        <p:spPr bwMode="auto">
          <a:xfrm>
            <a:off x="4022725" y="0"/>
            <a:ext cx="3076575" cy="511175"/>
          </a:xfrm>
          <a:prstGeom prst="rect">
            <a:avLst/>
          </a:prstGeom>
          <a:noFill/>
          <a:ln w="9525">
            <a:noFill/>
            <a:miter lim="800000"/>
            <a:headEnd/>
            <a:tailEnd/>
          </a:ln>
          <a:effectLst/>
        </p:spPr>
        <p:txBody>
          <a:bodyPr vert="horz" wrap="square" lIns="99039" tIns="49519" rIns="99039" bIns="49519" numCol="1" anchor="t" anchorCtr="0" compatLnSpc="1">
            <a:prstTxWarp prst="textNoShape">
              <a:avLst/>
            </a:prstTxWarp>
          </a:bodyPr>
          <a:lstStyle>
            <a:lvl1pPr algn="r" defTabSz="990600">
              <a:defRPr sz="1300"/>
            </a:lvl1pPr>
          </a:lstStyle>
          <a:p>
            <a:pPr>
              <a:defRPr/>
            </a:pPr>
            <a:endParaRPr lang="en-US" altLang="zh-CN"/>
          </a:p>
        </p:txBody>
      </p:sp>
      <p:sp>
        <p:nvSpPr>
          <p:cNvPr id="84996" name="Rectangle 4"/>
          <p:cNvSpPr>
            <a:spLocks noGrp="1" noChangeArrowheads="1"/>
          </p:cNvSpPr>
          <p:nvPr>
            <p:ph type="ftr" sz="quarter" idx="2"/>
          </p:nvPr>
        </p:nvSpPr>
        <p:spPr bwMode="auto">
          <a:xfrm>
            <a:off x="0" y="9723438"/>
            <a:ext cx="3076575" cy="511175"/>
          </a:xfrm>
          <a:prstGeom prst="rect">
            <a:avLst/>
          </a:prstGeom>
          <a:noFill/>
          <a:ln w="9525">
            <a:noFill/>
            <a:miter lim="800000"/>
            <a:headEnd/>
            <a:tailEnd/>
          </a:ln>
          <a:effectLst/>
        </p:spPr>
        <p:txBody>
          <a:bodyPr vert="horz" wrap="square" lIns="99039" tIns="49519" rIns="99039" bIns="49519" numCol="1" anchor="b" anchorCtr="0" compatLnSpc="1">
            <a:prstTxWarp prst="textNoShape">
              <a:avLst/>
            </a:prstTxWarp>
          </a:bodyPr>
          <a:lstStyle>
            <a:lvl1pPr defTabSz="990600">
              <a:defRPr sz="1300"/>
            </a:lvl1pPr>
          </a:lstStyle>
          <a:p>
            <a:pPr>
              <a:defRPr/>
            </a:pPr>
            <a:endParaRPr lang="en-US" altLang="zh-CN"/>
          </a:p>
        </p:txBody>
      </p:sp>
      <p:sp>
        <p:nvSpPr>
          <p:cNvPr id="84997" name="Rectangle 5"/>
          <p:cNvSpPr>
            <a:spLocks noGrp="1" noChangeArrowheads="1"/>
          </p:cNvSpPr>
          <p:nvPr>
            <p:ph type="sldNum" sz="quarter" idx="3"/>
          </p:nvPr>
        </p:nvSpPr>
        <p:spPr bwMode="auto">
          <a:xfrm>
            <a:off x="4022725" y="9723438"/>
            <a:ext cx="3076575" cy="511175"/>
          </a:xfrm>
          <a:prstGeom prst="rect">
            <a:avLst/>
          </a:prstGeom>
          <a:noFill/>
          <a:ln w="9525">
            <a:noFill/>
            <a:miter lim="800000"/>
            <a:headEnd/>
            <a:tailEnd/>
          </a:ln>
          <a:effectLst/>
        </p:spPr>
        <p:txBody>
          <a:bodyPr vert="horz" wrap="square" lIns="99039" tIns="49519" rIns="99039" bIns="49519" numCol="1" anchor="b" anchorCtr="0" compatLnSpc="1">
            <a:prstTxWarp prst="textNoShape">
              <a:avLst/>
            </a:prstTxWarp>
          </a:bodyPr>
          <a:lstStyle>
            <a:lvl1pPr algn="r" defTabSz="990600">
              <a:defRPr sz="1300"/>
            </a:lvl1pPr>
          </a:lstStyle>
          <a:p>
            <a:fld id="{A3159DD0-17C8-4037-9696-F2097459D7D0}" type="slidenum">
              <a:rPr lang="en-US" altLang="zh-CN"/>
              <a:pPr/>
              <a:t>‹#›</a:t>
            </a:fld>
            <a:endParaRPr lang="en-US" altLang="zh-CN"/>
          </a:p>
        </p:txBody>
      </p:sp>
    </p:spTree>
    <p:extLst>
      <p:ext uri="{BB962C8B-B14F-4D97-AF65-F5344CB8AC3E}">
        <p14:creationId xmlns:p14="http://schemas.microsoft.com/office/powerpoint/2010/main" val="85388098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7650" name="Rectangle 2"/>
          <p:cNvSpPr>
            <a:spLocks noGrp="1" noChangeArrowheads="1"/>
          </p:cNvSpPr>
          <p:nvPr>
            <p:ph type="hdr" sz="quarter"/>
          </p:nvPr>
        </p:nvSpPr>
        <p:spPr bwMode="auto">
          <a:xfrm>
            <a:off x="0" y="0"/>
            <a:ext cx="3076575" cy="511175"/>
          </a:xfrm>
          <a:prstGeom prst="rect">
            <a:avLst/>
          </a:prstGeom>
          <a:noFill/>
          <a:ln w="12700" cap="sq">
            <a:noFill/>
            <a:miter lim="800000"/>
            <a:headEnd type="none" w="sm" len="sm"/>
            <a:tailEnd type="none" w="sm" len="sm"/>
          </a:ln>
          <a:effectLst/>
        </p:spPr>
        <p:txBody>
          <a:bodyPr vert="horz" wrap="square" lIns="99039" tIns="49519" rIns="99039" bIns="49519" numCol="1" anchor="t" anchorCtr="0" compatLnSpc="1">
            <a:prstTxWarp prst="textNoShape">
              <a:avLst/>
            </a:prstTxWarp>
          </a:bodyPr>
          <a:lstStyle>
            <a:lvl1pPr defTabSz="990600">
              <a:defRPr sz="1300"/>
            </a:lvl1pPr>
          </a:lstStyle>
          <a:p>
            <a:pPr>
              <a:defRPr/>
            </a:pPr>
            <a:endParaRPr lang="en-US" altLang="zh-CN"/>
          </a:p>
        </p:txBody>
      </p:sp>
      <p:sp>
        <p:nvSpPr>
          <p:cNvPr id="27651" name="Rectangle 3"/>
          <p:cNvSpPr>
            <a:spLocks noGrp="1" noChangeArrowheads="1"/>
          </p:cNvSpPr>
          <p:nvPr>
            <p:ph type="dt" idx="1"/>
          </p:nvPr>
        </p:nvSpPr>
        <p:spPr bwMode="auto">
          <a:xfrm>
            <a:off x="4022725" y="0"/>
            <a:ext cx="3076575" cy="511175"/>
          </a:xfrm>
          <a:prstGeom prst="rect">
            <a:avLst/>
          </a:prstGeom>
          <a:noFill/>
          <a:ln w="12700" cap="sq">
            <a:noFill/>
            <a:miter lim="800000"/>
            <a:headEnd type="none" w="sm" len="sm"/>
            <a:tailEnd type="none" w="sm" len="sm"/>
          </a:ln>
          <a:effectLst/>
        </p:spPr>
        <p:txBody>
          <a:bodyPr vert="horz" wrap="square" lIns="99039" tIns="49519" rIns="99039" bIns="49519" numCol="1" anchor="t" anchorCtr="0" compatLnSpc="1">
            <a:prstTxWarp prst="textNoShape">
              <a:avLst/>
            </a:prstTxWarp>
          </a:bodyPr>
          <a:lstStyle>
            <a:lvl1pPr algn="r" defTabSz="990600">
              <a:defRPr sz="1300"/>
            </a:lvl1pPr>
          </a:lstStyle>
          <a:p>
            <a:pPr>
              <a:defRPr/>
            </a:pPr>
            <a:endParaRPr lang="en-US" altLang="zh-CN"/>
          </a:p>
        </p:txBody>
      </p:sp>
      <p:sp>
        <p:nvSpPr>
          <p:cNvPr id="124932" name="Rectangle 4"/>
          <p:cNvSpPr>
            <a:spLocks noGrp="1" noRot="1" noChangeAspect="1" noChangeArrowheads="1" noTextEdit="1"/>
          </p:cNvSpPr>
          <p:nvPr>
            <p:ph type="sldImg" idx="2"/>
          </p:nvPr>
        </p:nvSpPr>
        <p:spPr bwMode="auto">
          <a:xfrm>
            <a:off x="139700" y="768350"/>
            <a:ext cx="6821488" cy="3836988"/>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7653" name="Rectangle 5"/>
          <p:cNvSpPr>
            <a:spLocks noGrp="1" noChangeArrowheads="1"/>
          </p:cNvSpPr>
          <p:nvPr>
            <p:ph type="body" sz="quarter" idx="3"/>
          </p:nvPr>
        </p:nvSpPr>
        <p:spPr bwMode="auto">
          <a:xfrm>
            <a:off x="946150" y="4860925"/>
            <a:ext cx="5207000" cy="4605338"/>
          </a:xfrm>
          <a:prstGeom prst="rect">
            <a:avLst/>
          </a:prstGeom>
          <a:noFill/>
          <a:ln w="12700" cap="sq">
            <a:noFill/>
            <a:miter lim="800000"/>
            <a:headEnd type="none" w="sm" len="sm"/>
            <a:tailEnd type="none" w="sm" len="sm"/>
          </a:ln>
          <a:effectLst/>
        </p:spPr>
        <p:txBody>
          <a:bodyPr vert="horz" wrap="square" lIns="99039" tIns="49519" rIns="99039" bIns="49519"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27654" name="Rectangle 6"/>
          <p:cNvSpPr>
            <a:spLocks noGrp="1" noChangeArrowheads="1"/>
          </p:cNvSpPr>
          <p:nvPr>
            <p:ph type="ftr" sz="quarter" idx="4"/>
          </p:nvPr>
        </p:nvSpPr>
        <p:spPr bwMode="auto">
          <a:xfrm>
            <a:off x="0" y="9723438"/>
            <a:ext cx="3076575" cy="511175"/>
          </a:xfrm>
          <a:prstGeom prst="rect">
            <a:avLst/>
          </a:prstGeom>
          <a:noFill/>
          <a:ln w="12700" cap="sq">
            <a:noFill/>
            <a:miter lim="800000"/>
            <a:headEnd type="none" w="sm" len="sm"/>
            <a:tailEnd type="none" w="sm" len="sm"/>
          </a:ln>
          <a:effectLst/>
        </p:spPr>
        <p:txBody>
          <a:bodyPr vert="horz" wrap="square" lIns="99039" tIns="49519" rIns="99039" bIns="49519" numCol="1" anchor="b" anchorCtr="0" compatLnSpc="1">
            <a:prstTxWarp prst="textNoShape">
              <a:avLst/>
            </a:prstTxWarp>
          </a:bodyPr>
          <a:lstStyle>
            <a:lvl1pPr defTabSz="990600">
              <a:defRPr sz="1300"/>
            </a:lvl1pPr>
          </a:lstStyle>
          <a:p>
            <a:pPr>
              <a:defRPr/>
            </a:pPr>
            <a:endParaRPr lang="en-US" altLang="zh-CN"/>
          </a:p>
        </p:txBody>
      </p:sp>
      <p:sp>
        <p:nvSpPr>
          <p:cNvPr id="27655" name="Rectangle 7"/>
          <p:cNvSpPr>
            <a:spLocks noGrp="1" noChangeArrowheads="1"/>
          </p:cNvSpPr>
          <p:nvPr>
            <p:ph type="sldNum" sz="quarter" idx="5"/>
          </p:nvPr>
        </p:nvSpPr>
        <p:spPr bwMode="auto">
          <a:xfrm>
            <a:off x="4022725" y="9723438"/>
            <a:ext cx="3076575" cy="511175"/>
          </a:xfrm>
          <a:prstGeom prst="rect">
            <a:avLst/>
          </a:prstGeom>
          <a:noFill/>
          <a:ln w="12700" cap="sq">
            <a:noFill/>
            <a:miter lim="800000"/>
            <a:headEnd type="none" w="sm" len="sm"/>
            <a:tailEnd type="none" w="sm" len="sm"/>
          </a:ln>
          <a:effectLst/>
        </p:spPr>
        <p:txBody>
          <a:bodyPr vert="horz" wrap="square" lIns="99039" tIns="49519" rIns="99039" bIns="49519" numCol="1" anchor="b" anchorCtr="0" compatLnSpc="1">
            <a:prstTxWarp prst="textNoShape">
              <a:avLst/>
            </a:prstTxWarp>
          </a:bodyPr>
          <a:lstStyle>
            <a:lvl1pPr algn="r" defTabSz="990600">
              <a:defRPr sz="1300"/>
            </a:lvl1pPr>
          </a:lstStyle>
          <a:p>
            <a:fld id="{69E06E7C-7773-4CE7-AF42-99D00C6AA830}" type="slidenum">
              <a:rPr lang="en-US" altLang="zh-CN"/>
              <a:pPr/>
              <a:t>‹#›</a:t>
            </a:fld>
            <a:endParaRPr lang="en-US" altLang="zh-CN"/>
          </a:p>
        </p:txBody>
      </p:sp>
    </p:spTree>
    <p:extLst>
      <p:ext uri="{BB962C8B-B14F-4D97-AF65-F5344CB8AC3E}">
        <p14:creationId xmlns:p14="http://schemas.microsoft.com/office/powerpoint/2010/main" val="2987886822"/>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1pPr>
    <a:lvl2pPr marL="4572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2pPr>
    <a:lvl3pPr marL="9144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3pPr>
    <a:lvl4pPr marL="13716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4pPr>
    <a:lvl5pPr marL="18288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defTabSz="990600" eaLnBrk="0" hangingPunct="0">
              <a:defRPr kumimoji="1" sz="2400">
                <a:solidFill>
                  <a:schemeClr val="tx1"/>
                </a:solidFill>
                <a:latin typeface="Times New Roman" panose="02020603050405020304" pitchFamily="18" charset="0"/>
                <a:ea typeface="隶书" panose="02010509060101010101" pitchFamily="49" charset="-122"/>
              </a:defRPr>
            </a:lvl1pPr>
            <a:lvl2pPr marL="742950" indent="-285750" defTabSz="990600" eaLnBrk="0" hangingPunct="0">
              <a:defRPr kumimoji="1" sz="2400">
                <a:solidFill>
                  <a:schemeClr val="tx1"/>
                </a:solidFill>
                <a:latin typeface="Times New Roman" panose="02020603050405020304" pitchFamily="18" charset="0"/>
                <a:ea typeface="隶书" panose="02010509060101010101" pitchFamily="49" charset="-122"/>
              </a:defRPr>
            </a:lvl2pPr>
            <a:lvl3pPr marL="1143000" indent="-228600" defTabSz="990600" eaLnBrk="0" hangingPunct="0">
              <a:defRPr kumimoji="1" sz="2400">
                <a:solidFill>
                  <a:schemeClr val="tx1"/>
                </a:solidFill>
                <a:latin typeface="Times New Roman" panose="02020603050405020304" pitchFamily="18" charset="0"/>
                <a:ea typeface="隶书" panose="02010509060101010101" pitchFamily="49" charset="-122"/>
              </a:defRPr>
            </a:lvl3pPr>
            <a:lvl4pPr marL="1600200" indent="-228600" defTabSz="990600" eaLnBrk="0" hangingPunct="0">
              <a:defRPr kumimoji="1" sz="2400">
                <a:solidFill>
                  <a:schemeClr val="tx1"/>
                </a:solidFill>
                <a:latin typeface="Times New Roman" panose="02020603050405020304" pitchFamily="18" charset="0"/>
                <a:ea typeface="隶书" panose="02010509060101010101" pitchFamily="49" charset="-122"/>
              </a:defRPr>
            </a:lvl4pPr>
            <a:lvl5pPr marL="2057400" indent="-228600" defTabSz="990600" eaLnBrk="0" hangingPunct="0">
              <a:defRPr kumimoji="1" sz="2400">
                <a:solidFill>
                  <a:schemeClr val="tx1"/>
                </a:solidFill>
                <a:latin typeface="Times New Roman" panose="02020603050405020304" pitchFamily="18" charset="0"/>
                <a:ea typeface="隶书" panose="02010509060101010101" pitchFamily="49" charset="-122"/>
              </a:defRPr>
            </a:lvl5pPr>
            <a:lvl6pPr marL="25146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pPr eaLnBrk="1" hangingPunct="1"/>
            <a:fld id="{025ACFC4-13B5-4420-AB2B-70431D2ABA55}" type="slidenum">
              <a:rPr lang="en-US" altLang="zh-CN" sz="1300"/>
              <a:pPr eaLnBrk="1" hangingPunct="1"/>
              <a:t>1</a:t>
            </a:fld>
            <a:endParaRPr lang="en-US" altLang="zh-CN" sz="1300"/>
          </a:p>
        </p:txBody>
      </p:sp>
      <p:sp>
        <p:nvSpPr>
          <p:cNvPr id="125955" name="Rectangle 2"/>
          <p:cNvSpPr>
            <a:spLocks noGrp="1" noRot="1" noChangeAspect="1" noChangeArrowheads="1" noTextEdit="1"/>
          </p:cNvSpPr>
          <p:nvPr>
            <p:ph type="sldImg"/>
          </p:nvPr>
        </p:nvSpPr>
        <p:spPr>
          <a:ln/>
        </p:spPr>
      </p:sp>
      <p:sp>
        <p:nvSpPr>
          <p:cNvPr id="125956"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pPr eaLnBrk="1" hangingPunct="1"/>
            <a:endParaRPr lang="zh-CN" altLang="zh-CN"/>
          </a:p>
        </p:txBody>
      </p:sp>
    </p:spTree>
    <p:extLst>
      <p:ext uri="{BB962C8B-B14F-4D97-AF65-F5344CB8AC3E}">
        <p14:creationId xmlns:p14="http://schemas.microsoft.com/office/powerpoint/2010/main" val="407881320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defTabSz="990600" eaLnBrk="0" hangingPunct="0">
              <a:defRPr kumimoji="1" sz="2400">
                <a:solidFill>
                  <a:schemeClr val="tx1"/>
                </a:solidFill>
                <a:latin typeface="Times New Roman" panose="02020603050405020304" pitchFamily="18" charset="0"/>
                <a:ea typeface="隶书" panose="02010509060101010101" pitchFamily="49" charset="-122"/>
              </a:defRPr>
            </a:lvl1pPr>
            <a:lvl2pPr marL="742950" indent="-285750" defTabSz="990600" eaLnBrk="0" hangingPunct="0">
              <a:defRPr kumimoji="1" sz="2400">
                <a:solidFill>
                  <a:schemeClr val="tx1"/>
                </a:solidFill>
                <a:latin typeface="Times New Roman" panose="02020603050405020304" pitchFamily="18" charset="0"/>
                <a:ea typeface="隶书" panose="02010509060101010101" pitchFamily="49" charset="-122"/>
              </a:defRPr>
            </a:lvl2pPr>
            <a:lvl3pPr marL="1143000" indent="-228600" defTabSz="990600" eaLnBrk="0" hangingPunct="0">
              <a:defRPr kumimoji="1" sz="2400">
                <a:solidFill>
                  <a:schemeClr val="tx1"/>
                </a:solidFill>
                <a:latin typeface="Times New Roman" panose="02020603050405020304" pitchFamily="18" charset="0"/>
                <a:ea typeface="隶书" panose="02010509060101010101" pitchFamily="49" charset="-122"/>
              </a:defRPr>
            </a:lvl3pPr>
            <a:lvl4pPr marL="1600200" indent="-228600" defTabSz="990600" eaLnBrk="0" hangingPunct="0">
              <a:defRPr kumimoji="1" sz="2400">
                <a:solidFill>
                  <a:schemeClr val="tx1"/>
                </a:solidFill>
                <a:latin typeface="Times New Roman" panose="02020603050405020304" pitchFamily="18" charset="0"/>
                <a:ea typeface="隶书" panose="02010509060101010101" pitchFamily="49" charset="-122"/>
              </a:defRPr>
            </a:lvl4pPr>
            <a:lvl5pPr marL="2057400" indent="-228600" defTabSz="990600" eaLnBrk="0" hangingPunct="0">
              <a:defRPr kumimoji="1" sz="2400">
                <a:solidFill>
                  <a:schemeClr val="tx1"/>
                </a:solidFill>
                <a:latin typeface="Times New Roman" panose="02020603050405020304" pitchFamily="18" charset="0"/>
                <a:ea typeface="隶书" panose="02010509060101010101" pitchFamily="49" charset="-122"/>
              </a:defRPr>
            </a:lvl5pPr>
            <a:lvl6pPr marL="25146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pPr eaLnBrk="1" hangingPunct="1"/>
            <a:fld id="{C5F065B5-E624-4DEA-A719-E5B0825CD833}" type="slidenum">
              <a:rPr lang="en-US" altLang="zh-CN" sz="1300"/>
              <a:pPr eaLnBrk="1" hangingPunct="1"/>
              <a:t>2</a:t>
            </a:fld>
            <a:endParaRPr lang="en-US" altLang="zh-CN" sz="1300"/>
          </a:p>
        </p:txBody>
      </p:sp>
      <p:sp>
        <p:nvSpPr>
          <p:cNvPr id="126979" name="Rectangle 2"/>
          <p:cNvSpPr>
            <a:spLocks noGrp="1" noRot="1" noChangeAspect="1" noChangeArrowheads="1" noTextEdit="1"/>
          </p:cNvSpPr>
          <p:nvPr>
            <p:ph type="sldImg"/>
          </p:nvPr>
        </p:nvSpPr>
        <p:spPr>
          <a:ln/>
        </p:spPr>
      </p:sp>
      <p:sp>
        <p:nvSpPr>
          <p:cNvPr id="126980" name="Rectangle 4"/>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pPr eaLnBrk="1" hangingPunct="1"/>
            <a:endParaRPr lang="zh-CN" altLang="zh-CN"/>
          </a:p>
        </p:txBody>
      </p:sp>
    </p:spTree>
    <p:extLst>
      <p:ext uri="{BB962C8B-B14F-4D97-AF65-F5344CB8AC3E}">
        <p14:creationId xmlns:p14="http://schemas.microsoft.com/office/powerpoint/2010/main" val="230004386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defTabSz="990600" eaLnBrk="0" hangingPunct="0">
              <a:defRPr kumimoji="1" sz="2400">
                <a:solidFill>
                  <a:schemeClr val="tx1"/>
                </a:solidFill>
                <a:latin typeface="Times New Roman" panose="02020603050405020304" pitchFamily="18" charset="0"/>
                <a:ea typeface="隶书" panose="02010509060101010101" pitchFamily="49" charset="-122"/>
              </a:defRPr>
            </a:lvl1pPr>
            <a:lvl2pPr marL="742950" indent="-285750" defTabSz="990600" eaLnBrk="0" hangingPunct="0">
              <a:defRPr kumimoji="1" sz="2400">
                <a:solidFill>
                  <a:schemeClr val="tx1"/>
                </a:solidFill>
                <a:latin typeface="Times New Roman" panose="02020603050405020304" pitchFamily="18" charset="0"/>
                <a:ea typeface="隶书" panose="02010509060101010101" pitchFamily="49" charset="-122"/>
              </a:defRPr>
            </a:lvl2pPr>
            <a:lvl3pPr marL="1143000" indent="-228600" defTabSz="990600" eaLnBrk="0" hangingPunct="0">
              <a:defRPr kumimoji="1" sz="2400">
                <a:solidFill>
                  <a:schemeClr val="tx1"/>
                </a:solidFill>
                <a:latin typeface="Times New Roman" panose="02020603050405020304" pitchFamily="18" charset="0"/>
                <a:ea typeface="隶书" panose="02010509060101010101" pitchFamily="49" charset="-122"/>
              </a:defRPr>
            </a:lvl3pPr>
            <a:lvl4pPr marL="1600200" indent="-228600" defTabSz="990600" eaLnBrk="0" hangingPunct="0">
              <a:defRPr kumimoji="1" sz="2400">
                <a:solidFill>
                  <a:schemeClr val="tx1"/>
                </a:solidFill>
                <a:latin typeface="Times New Roman" panose="02020603050405020304" pitchFamily="18" charset="0"/>
                <a:ea typeface="隶书" panose="02010509060101010101" pitchFamily="49" charset="-122"/>
              </a:defRPr>
            </a:lvl4pPr>
            <a:lvl5pPr marL="2057400" indent="-228600" defTabSz="990600" eaLnBrk="0" hangingPunct="0">
              <a:defRPr kumimoji="1" sz="2400">
                <a:solidFill>
                  <a:schemeClr val="tx1"/>
                </a:solidFill>
                <a:latin typeface="Times New Roman" panose="02020603050405020304" pitchFamily="18" charset="0"/>
                <a:ea typeface="隶书" panose="02010509060101010101" pitchFamily="49" charset="-122"/>
              </a:defRPr>
            </a:lvl5pPr>
            <a:lvl6pPr marL="25146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pPr eaLnBrk="1" hangingPunct="1"/>
            <a:fld id="{6C6F1796-D52C-4A7B-9D84-41D9676876CC}" type="slidenum">
              <a:rPr lang="en-US" altLang="zh-CN" sz="1300"/>
              <a:pPr eaLnBrk="1" hangingPunct="1"/>
              <a:t>3</a:t>
            </a:fld>
            <a:endParaRPr lang="en-US" altLang="zh-CN" sz="1300"/>
          </a:p>
        </p:txBody>
      </p:sp>
      <p:sp>
        <p:nvSpPr>
          <p:cNvPr id="128003" name="Rectangle 2"/>
          <p:cNvSpPr>
            <a:spLocks noGrp="1" noRot="1" noChangeAspect="1" noChangeArrowheads="1" noTextEdit="1"/>
          </p:cNvSpPr>
          <p:nvPr>
            <p:ph type="sldImg"/>
          </p:nvPr>
        </p:nvSpPr>
        <p:spPr>
          <a:ln/>
        </p:spPr>
      </p:sp>
      <p:sp>
        <p:nvSpPr>
          <p:cNvPr id="128004" name="Rectangle 4"/>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pPr eaLnBrk="1" hangingPunct="1"/>
            <a:endParaRPr lang="zh-CN" altLang="zh-CN"/>
          </a:p>
        </p:txBody>
      </p:sp>
    </p:spTree>
    <p:extLst>
      <p:ext uri="{BB962C8B-B14F-4D97-AF65-F5344CB8AC3E}">
        <p14:creationId xmlns:p14="http://schemas.microsoft.com/office/powerpoint/2010/main" val="37171153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幻灯片图像占位符 1"/>
          <p:cNvSpPr>
            <a:spLocks noGrp="1" noRot="1" noChangeAspect="1" noTextEdit="1"/>
          </p:cNvSpPr>
          <p:nvPr>
            <p:ph type="sldImg"/>
          </p:nvPr>
        </p:nvSpPr>
        <p:spPr>
          <a:ln/>
        </p:spPr>
      </p:sp>
      <p:sp>
        <p:nvSpPr>
          <p:cNvPr id="129027" name="备注占位符 2"/>
          <p:cNvSpPr>
            <a:spLocks noGrp="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endParaRPr lang="zh-CN" altLang="en-US"/>
          </a:p>
        </p:txBody>
      </p:sp>
      <p:sp>
        <p:nvSpPr>
          <p:cNvPr id="129028" name="灯片编号占位符 3"/>
          <p:cNvSpPr>
            <a:spLocks noGrp="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defTabSz="990600" eaLnBrk="0" hangingPunct="0">
              <a:defRPr kumimoji="1" sz="2400">
                <a:solidFill>
                  <a:schemeClr val="tx1"/>
                </a:solidFill>
                <a:latin typeface="Times New Roman" panose="02020603050405020304" pitchFamily="18" charset="0"/>
                <a:ea typeface="隶书" panose="02010509060101010101" pitchFamily="49" charset="-122"/>
              </a:defRPr>
            </a:lvl1pPr>
            <a:lvl2pPr marL="742950" indent="-285750" defTabSz="990600" eaLnBrk="0" hangingPunct="0">
              <a:defRPr kumimoji="1" sz="2400">
                <a:solidFill>
                  <a:schemeClr val="tx1"/>
                </a:solidFill>
                <a:latin typeface="Times New Roman" panose="02020603050405020304" pitchFamily="18" charset="0"/>
                <a:ea typeface="隶书" panose="02010509060101010101" pitchFamily="49" charset="-122"/>
              </a:defRPr>
            </a:lvl2pPr>
            <a:lvl3pPr marL="1143000" indent="-228600" defTabSz="990600" eaLnBrk="0" hangingPunct="0">
              <a:defRPr kumimoji="1" sz="2400">
                <a:solidFill>
                  <a:schemeClr val="tx1"/>
                </a:solidFill>
                <a:latin typeface="Times New Roman" panose="02020603050405020304" pitchFamily="18" charset="0"/>
                <a:ea typeface="隶书" panose="02010509060101010101" pitchFamily="49" charset="-122"/>
              </a:defRPr>
            </a:lvl3pPr>
            <a:lvl4pPr marL="1600200" indent="-228600" defTabSz="990600" eaLnBrk="0" hangingPunct="0">
              <a:defRPr kumimoji="1" sz="2400">
                <a:solidFill>
                  <a:schemeClr val="tx1"/>
                </a:solidFill>
                <a:latin typeface="Times New Roman" panose="02020603050405020304" pitchFamily="18" charset="0"/>
                <a:ea typeface="隶书" panose="02010509060101010101" pitchFamily="49" charset="-122"/>
              </a:defRPr>
            </a:lvl4pPr>
            <a:lvl5pPr marL="2057400" indent="-228600" defTabSz="990600" eaLnBrk="0" hangingPunct="0">
              <a:defRPr kumimoji="1" sz="2400">
                <a:solidFill>
                  <a:schemeClr val="tx1"/>
                </a:solidFill>
                <a:latin typeface="Times New Roman" panose="02020603050405020304" pitchFamily="18" charset="0"/>
                <a:ea typeface="隶书" panose="02010509060101010101" pitchFamily="49" charset="-122"/>
              </a:defRPr>
            </a:lvl5pPr>
            <a:lvl6pPr marL="25146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pPr eaLnBrk="1" hangingPunct="1"/>
            <a:fld id="{3FF9E781-D46F-4091-B353-38098278EDF3}" type="slidenum">
              <a:rPr lang="en-US" altLang="zh-CN" sz="1300"/>
              <a:pPr eaLnBrk="1" hangingPunct="1"/>
              <a:t>5</a:t>
            </a:fld>
            <a:endParaRPr lang="en-US" altLang="zh-CN" sz="1300"/>
          </a:p>
        </p:txBody>
      </p:sp>
    </p:spTree>
    <p:extLst>
      <p:ext uri="{BB962C8B-B14F-4D97-AF65-F5344CB8AC3E}">
        <p14:creationId xmlns:p14="http://schemas.microsoft.com/office/powerpoint/2010/main" val="125695774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69E06E7C-7773-4CE7-AF42-99D00C6AA830}" type="slidenum">
              <a:rPr lang="en-US" altLang="zh-CN" smtClean="0"/>
              <a:pPr/>
              <a:t>14</a:t>
            </a:fld>
            <a:endParaRPr lang="en-US" altLang="zh-CN"/>
          </a:p>
        </p:txBody>
      </p:sp>
    </p:spTree>
    <p:extLst>
      <p:ext uri="{BB962C8B-B14F-4D97-AF65-F5344CB8AC3E}">
        <p14:creationId xmlns:p14="http://schemas.microsoft.com/office/powerpoint/2010/main" val="363934268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69E06E7C-7773-4CE7-AF42-99D00C6AA830}" type="slidenum">
              <a:rPr lang="en-US" altLang="zh-CN" smtClean="0"/>
              <a:pPr/>
              <a:t>16</a:t>
            </a:fld>
            <a:endParaRPr lang="en-US" altLang="zh-CN"/>
          </a:p>
        </p:txBody>
      </p:sp>
    </p:spTree>
    <p:extLst>
      <p:ext uri="{BB962C8B-B14F-4D97-AF65-F5344CB8AC3E}">
        <p14:creationId xmlns:p14="http://schemas.microsoft.com/office/powerpoint/2010/main" val="421211424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69E06E7C-7773-4CE7-AF42-99D00C6AA830}" type="slidenum">
              <a:rPr lang="en-US" altLang="zh-CN" smtClean="0"/>
              <a:pPr/>
              <a:t>23</a:t>
            </a:fld>
            <a:endParaRPr lang="en-US" altLang="zh-CN"/>
          </a:p>
        </p:txBody>
      </p:sp>
    </p:spTree>
    <p:extLst>
      <p:ext uri="{BB962C8B-B14F-4D97-AF65-F5344CB8AC3E}">
        <p14:creationId xmlns:p14="http://schemas.microsoft.com/office/powerpoint/2010/main" val="379479562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69E06E7C-7773-4CE7-AF42-99D00C6AA830}" type="slidenum">
              <a:rPr lang="en-US" altLang="zh-CN" smtClean="0"/>
              <a:pPr/>
              <a:t>28</a:t>
            </a:fld>
            <a:endParaRPr lang="en-US" altLang="zh-CN"/>
          </a:p>
        </p:txBody>
      </p:sp>
    </p:spTree>
    <p:extLst>
      <p:ext uri="{BB962C8B-B14F-4D97-AF65-F5344CB8AC3E}">
        <p14:creationId xmlns:p14="http://schemas.microsoft.com/office/powerpoint/2010/main" val="207193670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69E06E7C-7773-4CE7-AF42-99D00C6AA830}" type="slidenum">
              <a:rPr lang="en-US" altLang="zh-CN" smtClean="0"/>
              <a:pPr/>
              <a:t>29</a:t>
            </a:fld>
            <a:endParaRPr lang="en-US" altLang="zh-CN"/>
          </a:p>
        </p:txBody>
      </p:sp>
    </p:spTree>
    <p:extLst>
      <p:ext uri="{BB962C8B-B14F-4D97-AF65-F5344CB8AC3E}">
        <p14:creationId xmlns:p14="http://schemas.microsoft.com/office/powerpoint/2010/main" val="1280435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幻灯片图像占位符 1"/>
          <p:cNvSpPr>
            <a:spLocks noGrp="1" noRot="1" noChangeAspect="1" noTextEdit="1"/>
          </p:cNvSpPr>
          <p:nvPr>
            <p:ph type="sldImg"/>
          </p:nvPr>
        </p:nvSpPr>
        <p:spPr>
          <a:ln/>
        </p:spPr>
      </p:sp>
      <p:sp>
        <p:nvSpPr>
          <p:cNvPr id="143363" name="备注占位符 2"/>
          <p:cNvSpPr>
            <a:spLocks noGrp="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endParaRPr lang="zh-CN" altLang="en-US"/>
          </a:p>
        </p:txBody>
      </p:sp>
      <p:sp>
        <p:nvSpPr>
          <p:cNvPr id="143364" name="灯片编号占位符 3"/>
          <p:cNvSpPr>
            <a:spLocks noGrp="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defTabSz="990600" eaLnBrk="0" hangingPunct="0">
              <a:defRPr kumimoji="1" sz="2400">
                <a:solidFill>
                  <a:schemeClr val="tx1"/>
                </a:solidFill>
                <a:latin typeface="Times New Roman" panose="02020603050405020304" pitchFamily="18" charset="0"/>
                <a:ea typeface="隶书" panose="02010509060101010101" pitchFamily="49" charset="-122"/>
              </a:defRPr>
            </a:lvl1pPr>
            <a:lvl2pPr marL="742950" indent="-285750" defTabSz="990600" eaLnBrk="0" hangingPunct="0">
              <a:defRPr kumimoji="1" sz="2400">
                <a:solidFill>
                  <a:schemeClr val="tx1"/>
                </a:solidFill>
                <a:latin typeface="Times New Roman" panose="02020603050405020304" pitchFamily="18" charset="0"/>
                <a:ea typeface="隶书" panose="02010509060101010101" pitchFamily="49" charset="-122"/>
              </a:defRPr>
            </a:lvl2pPr>
            <a:lvl3pPr marL="1143000" indent="-228600" defTabSz="990600" eaLnBrk="0" hangingPunct="0">
              <a:defRPr kumimoji="1" sz="2400">
                <a:solidFill>
                  <a:schemeClr val="tx1"/>
                </a:solidFill>
                <a:latin typeface="Times New Roman" panose="02020603050405020304" pitchFamily="18" charset="0"/>
                <a:ea typeface="隶书" panose="02010509060101010101" pitchFamily="49" charset="-122"/>
              </a:defRPr>
            </a:lvl3pPr>
            <a:lvl4pPr marL="1600200" indent="-228600" defTabSz="990600" eaLnBrk="0" hangingPunct="0">
              <a:defRPr kumimoji="1" sz="2400">
                <a:solidFill>
                  <a:schemeClr val="tx1"/>
                </a:solidFill>
                <a:latin typeface="Times New Roman" panose="02020603050405020304" pitchFamily="18" charset="0"/>
                <a:ea typeface="隶书" panose="02010509060101010101" pitchFamily="49" charset="-122"/>
              </a:defRPr>
            </a:lvl4pPr>
            <a:lvl5pPr marL="2057400" indent="-228600" defTabSz="990600" eaLnBrk="0" hangingPunct="0">
              <a:defRPr kumimoji="1" sz="2400">
                <a:solidFill>
                  <a:schemeClr val="tx1"/>
                </a:solidFill>
                <a:latin typeface="Times New Roman" panose="02020603050405020304" pitchFamily="18" charset="0"/>
                <a:ea typeface="隶书" panose="02010509060101010101" pitchFamily="49" charset="-122"/>
              </a:defRPr>
            </a:lvl5pPr>
            <a:lvl6pPr marL="25146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pPr eaLnBrk="1" hangingPunct="1"/>
            <a:fld id="{06C36B9B-C82A-42BF-9CB5-0C0B9D88132B}" type="slidenum">
              <a:rPr lang="en-US" altLang="zh-CN" sz="1300"/>
              <a:pPr eaLnBrk="1" hangingPunct="1"/>
              <a:t>30</a:t>
            </a:fld>
            <a:endParaRPr lang="en-US" altLang="zh-CN" sz="1300"/>
          </a:p>
        </p:txBody>
      </p:sp>
    </p:spTree>
    <p:extLst>
      <p:ext uri="{BB962C8B-B14F-4D97-AF65-F5344CB8AC3E}">
        <p14:creationId xmlns:p14="http://schemas.microsoft.com/office/powerpoint/2010/main" val="296743631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69E06E7C-7773-4CE7-AF42-99D00C6AA830}" type="slidenum">
              <a:rPr lang="en-US" altLang="zh-CN" smtClean="0"/>
              <a:pPr/>
              <a:t>32</a:t>
            </a:fld>
            <a:endParaRPr lang="en-US" altLang="zh-CN"/>
          </a:p>
        </p:txBody>
      </p:sp>
    </p:spTree>
    <p:extLst>
      <p:ext uri="{BB962C8B-B14F-4D97-AF65-F5344CB8AC3E}">
        <p14:creationId xmlns:p14="http://schemas.microsoft.com/office/powerpoint/2010/main" val="27270910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69E06E7C-7773-4CE7-AF42-99D00C6AA830}" type="slidenum">
              <a:rPr lang="en-US" altLang="zh-CN" smtClean="0"/>
              <a:pPr/>
              <a:t>33</a:t>
            </a:fld>
            <a:endParaRPr lang="en-US" altLang="zh-CN"/>
          </a:p>
        </p:txBody>
      </p:sp>
    </p:spTree>
    <p:extLst>
      <p:ext uri="{BB962C8B-B14F-4D97-AF65-F5344CB8AC3E}">
        <p14:creationId xmlns:p14="http://schemas.microsoft.com/office/powerpoint/2010/main" val="203482939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6" name="幻灯片图像占位符 1"/>
          <p:cNvSpPr>
            <a:spLocks noGrp="1" noRot="1" noChangeAspect="1" noTextEdit="1"/>
          </p:cNvSpPr>
          <p:nvPr>
            <p:ph type="sldImg"/>
          </p:nvPr>
        </p:nvSpPr>
        <p:spPr>
          <a:ln/>
        </p:spPr>
      </p:sp>
      <p:sp>
        <p:nvSpPr>
          <p:cNvPr id="149507" name="备注占位符 2"/>
          <p:cNvSpPr>
            <a:spLocks noGrp="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endParaRPr lang="zh-CN" altLang="en-US"/>
          </a:p>
        </p:txBody>
      </p:sp>
      <p:sp>
        <p:nvSpPr>
          <p:cNvPr id="149508" name="灯片编号占位符 3"/>
          <p:cNvSpPr>
            <a:spLocks noGrp="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defTabSz="990600" eaLnBrk="0" hangingPunct="0">
              <a:defRPr kumimoji="1" sz="2400">
                <a:solidFill>
                  <a:schemeClr val="tx1"/>
                </a:solidFill>
                <a:latin typeface="Times New Roman" panose="02020603050405020304" pitchFamily="18" charset="0"/>
                <a:ea typeface="隶书" panose="02010509060101010101" pitchFamily="49" charset="-122"/>
              </a:defRPr>
            </a:lvl1pPr>
            <a:lvl2pPr marL="742950" indent="-285750" defTabSz="990600" eaLnBrk="0" hangingPunct="0">
              <a:defRPr kumimoji="1" sz="2400">
                <a:solidFill>
                  <a:schemeClr val="tx1"/>
                </a:solidFill>
                <a:latin typeface="Times New Roman" panose="02020603050405020304" pitchFamily="18" charset="0"/>
                <a:ea typeface="隶书" panose="02010509060101010101" pitchFamily="49" charset="-122"/>
              </a:defRPr>
            </a:lvl2pPr>
            <a:lvl3pPr marL="1143000" indent="-228600" defTabSz="990600" eaLnBrk="0" hangingPunct="0">
              <a:defRPr kumimoji="1" sz="2400">
                <a:solidFill>
                  <a:schemeClr val="tx1"/>
                </a:solidFill>
                <a:latin typeface="Times New Roman" panose="02020603050405020304" pitchFamily="18" charset="0"/>
                <a:ea typeface="隶书" panose="02010509060101010101" pitchFamily="49" charset="-122"/>
              </a:defRPr>
            </a:lvl3pPr>
            <a:lvl4pPr marL="1600200" indent="-228600" defTabSz="990600" eaLnBrk="0" hangingPunct="0">
              <a:defRPr kumimoji="1" sz="2400">
                <a:solidFill>
                  <a:schemeClr val="tx1"/>
                </a:solidFill>
                <a:latin typeface="Times New Roman" panose="02020603050405020304" pitchFamily="18" charset="0"/>
                <a:ea typeface="隶书" panose="02010509060101010101" pitchFamily="49" charset="-122"/>
              </a:defRPr>
            </a:lvl4pPr>
            <a:lvl5pPr marL="2057400" indent="-228600" defTabSz="990600" eaLnBrk="0" hangingPunct="0">
              <a:defRPr kumimoji="1" sz="2400">
                <a:solidFill>
                  <a:schemeClr val="tx1"/>
                </a:solidFill>
                <a:latin typeface="Times New Roman" panose="02020603050405020304" pitchFamily="18" charset="0"/>
                <a:ea typeface="隶书" panose="02010509060101010101" pitchFamily="49" charset="-122"/>
              </a:defRPr>
            </a:lvl5pPr>
            <a:lvl6pPr marL="25146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pPr eaLnBrk="1" hangingPunct="1"/>
            <a:fld id="{CAADF522-733A-4EB9-B4B7-13099511ECBC}" type="slidenum">
              <a:rPr lang="en-US" altLang="zh-CN" sz="1300"/>
              <a:pPr eaLnBrk="1" hangingPunct="1"/>
              <a:t>35</a:t>
            </a:fld>
            <a:endParaRPr lang="en-US" altLang="zh-CN" sz="1300"/>
          </a:p>
        </p:txBody>
      </p:sp>
    </p:spTree>
    <p:extLst>
      <p:ext uri="{BB962C8B-B14F-4D97-AF65-F5344CB8AC3E}">
        <p14:creationId xmlns:p14="http://schemas.microsoft.com/office/powerpoint/2010/main" val="167554323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幻灯片图像占位符 1"/>
          <p:cNvSpPr>
            <a:spLocks noGrp="1" noRot="1" noChangeAspect="1" noTextEdit="1"/>
          </p:cNvSpPr>
          <p:nvPr>
            <p:ph type="sldImg"/>
          </p:nvPr>
        </p:nvSpPr>
        <p:spPr>
          <a:ln/>
        </p:spPr>
      </p:sp>
      <p:sp>
        <p:nvSpPr>
          <p:cNvPr id="154627" name="备注占位符 2"/>
          <p:cNvSpPr>
            <a:spLocks noGrp="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endParaRPr lang="zh-CN" altLang="en-US"/>
          </a:p>
        </p:txBody>
      </p:sp>
      <p:sp>
        <p:nvSpPr>
          <p:cNvPr id="154628" name="灯片编号占位符 3"/>
          <p:cNvSpPr>
            <a:spLocks noGrp="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defTabSz="990600" eaLnBrk="0" hangingPunct="0">
              <a:defRPr kumimoji="1" sz="2400">
                <a:solidFill>
                  <a:schemeClr val="tx1"/>
                </a:solidFill>
                <a:latin typeface="Times New Roman" panose="02020603050405020304" pitchFamily="18" charset="0"/>
                <a:ea typeface="隶书" panose="02010509060101010101" pitchFamily="49" charset="-122"/>
              </a:defRPr>
            </a:lvl1pPr>
            <a:lvl2pPr marL="742950" indent="-285750" defTabSz="990600" eaLnBrk="0" hangingPunct="0">
              <a:defRPr kumimoji="1" sz="2400">
                <a:solidFill>
                  <a:schemeClr val="tx1"/>
                </a:solidFill>
                <a:latin typeface="Times New Roman" panose="02020603050405020304" pitchFamily="18" charset="0"/>
                <a:ea typeface="隶书" panose="02010509060101010101" pitchFamily="49" charset="-122"/>
              </a:defRPr>
            </a:lvl2pPr>
            <a:lvl3pPr marL="1143000" indent="-228600" defTabSz="990600" eaLnBrk="0" hangingPunct="0">
              <a:defRPr kumimoji="1" sz="2400">
                <a:solidFill>
                  <a:schemeClr val="tx1"/>
                </a:solidFill>
                <a:latin typeface="Times New Roman" panose="02020603050405020304" pitchFamily="18" charset="0"/>
                <a:ea typeface="隶书" panose="02010509060101010101" pitchFamily="49" charset="-122"/>
              </a:defRPr>
            </a:lvl3pPr>
            <a:lvl4pPr marL="1600200" indent="-228600" defTabSz="990600" eaLnBrk="0" hangingPunct="0">
              <a:defRPr kumimoji="1" sz="2400">
                <a:solidFill>
                  <a:schemeClr val="tx1"/>
                </a:solidFill>
                <a:latin typeface="Times New Roman" panose="02020603050405020304" pitchFamily="18" charset="0"/>
                <a:ea typeface="隶书" panose="02010509060101010101" pitchFamily="49" charset="-122"/>
              </a:defRPr>
            </a:lvl4pPr>
            <a:lvl5pPr marL="2057400" indent="-228600" defTabSz="990600" eaLnBrk="0" hangingPunct="0">
              <a:defRPr kumimoji="1" sz="2400">
                <a:solidFill>
                  <a:schemeClr val="tx1"/>
                </a:solidFill>
                <a:latin typeface="Times New Roman" panose="02020603050405020304" pitchFamily="18" charset="0"/>
                <a:ea typeface="隶书" panose="02010509060101010101" pitchFamily="49" charset="-122"/>
              </a:defRPr>
            </a:lvl5pPr>
            <a:lvl6pPr marL="25146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pPr eaLnBrk="1" hangingPunct="1"/>
            <a:fld id="{D0EB7678-ADCC-4FEE-9C49-F9D456B22DF2}" type="slidenum">
              <a:rPr lang="en-US" altLang="zh-CN" sz="1300"/>
              <a:pPr eaLnBrk="1" hangingPunct="1"/>
              <a:t>40</a:t>
            </a:fld>
            <a:endParaRPr lang="en-US" altLang="zh-CN" sz="1300"/>
          </a:p>
        </p:txBody>
      </p:sp>
    </p:spTree>
    <p:extLst>
      <p:ext uri="{BB962C8B-B14F-4D97-AF65-F5344CB8AC3E}">
        <p14:creationId xmlns:p14="http://schemas.microsoft.com/office/powerpoint/2010/main" val="352467650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幻灯片图像占位符 1"/>
          <p:cNvSpPr>
            <a:spLocks noGrp="1" noRot="1" noChangeAspect="1" noTextEdit="1"/>
          </p:cNvSpPr>
          <p:nvPr>
            <p:ph type="sldImg"/>
          </p:nvPr>
        </p:nvSpPr>
        <p:spPr>
          <a:ln/>
        </p:spPr>
      </p:sp>
      <p:sp>
        <p:nvSpPr>
          <p:cNvPr id="155651" name="备注占位符 2"/>
          <p:cNvSpPr>
            <a:spLocks noGrp="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endParaRPr lang="zh-CN" altLang="en-US"/>
          </a:p>
        </p:txBody>
      </p:sp>
      <p:sp>
        <p:nvSpPr>
          <p:cNvPr id="155652" name="灯片编号占位符 3"/>
          <p:cNvSpPr>
            <a:spLocks noGrp="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defTabSz="990600" eaLnBrk="0" hangingPunct="0">
              <a:defRPr kumimoji="1" sz="2400">
                <a:solidFill>
                  <a:schemeClr val="tx1"/>
                </a:solidFill>
                <a:latin typeface="Times New Roman" panose="02020603050405020304" pitchFamily="18" charset="0"/>
                <a:ea typeface="隶书" panose="02010509060101010101" pitchFamily="49" charset="-122"/>
              </a:defRPr>
            </a:lvl1pPr>
            <a:lvl2pPr marL="742950" indent="-285750" defTabSz="990600" eaLnBrk="0" hangingPunct="0">
              <a:defRPr kumimoji="1" sz="2400">
                <a:solidFill>
                  <a:schemeClr val="tx1"/>
                </a:solidFill>
                <a:latin typeface="Times New Roman" panose="02020603050405020304" pitchFamily="18" charset="0"/>
                <a:ea typeface="隶书" panose="02010509060101010101" pitchFamily="49" charset="-122"/>
              </a:defRPr>
            </a:lvl2pPr>
            <a:lvl3pPr marL="1143000" indent="-228600" defTabSz="990600" eaLnBrk="0" hangingPunct="0">
              <a:defRPr kumimoji="1" sz="2400">
                <a:solidFill>
                  <a:schemeClr val="tx1"/>
                </a:solidFill>
                <a:latin typeface="Times New Roman" panose="02020603050405020304" pitchFamily="18" charset="0"/>
                <a:ea typeface="隶书" panose="02010509060101010101" pitchFamily="49" charset="-122"/>
              </a:defRPr>
            </a:lvl3pPr>
            <a:lvl4pPr marL="1600200" indent="-228600" defTabSz="990600" eaLnBrk="0" hangingPunct="0">
              <a:defRPr kumimoji="1" sz="2400">
                <a:solidFill>
                  <a:schemeClr val="tx1"/>
                </a:solidFill>
                <a:latin typeface="Times New Roman" panose="02020603050405020304" pitchFamily="18" charset="0"/>
                <a:ea typeface="隶书" panose="02010509060101010101" pitchFamily="49" charset="-122"/>
              </a:defRPr>
            </a:lvl4pPr>
            <a:lvl5pPr marL="2057400" indent="-228600" defTabSz="990600" eaLnBrk="0" hangingPunct="0">
              <a:defRPr kumimoji="1" sz="2400">
                <a:solidFill>
                  <a:schemeClr val="tx1"/>
                </a:solidFill>
                <a:latin typeface="Times New Roman" panose="02020603050405020304" pitchFamily="18" charset="0"/>
                <a:ea typeface="隶书" panose="02010509060101010101" pitchFamily="49" charset="-122"/>
              </a:defRPr>
            </a:lvl5pPr>
            <a:lvl6pPr marL="25146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pPr eaLnBrk="1" hangingPunct="1"/>
            <a:fld id="{52E9E494-DD40-42AB-B091-80AB1C376CF2}" type="slidenum">
              <a:rPr lang="en-US" altLang="zh-CN" sz="1300"/>
              <a:pPr eaLnBrk="1" hangingPunct="1"/>
              <a:t>42</a:t>
            </a:fld>
            <a:endParaRPr lang="en-US" altLang="zh-CN" sz="1300"/>
          </a:p>
        </p:txBody>
      </p:sp>
    </p:spTree>
    <p:extLst>
      <p:ext uri="{BB962C8B-B14F-4D97-AF65-F5344CB8AC3E}">
        <p14:creationId xmlns:p14="http://schemas.microsoft.com/office/powerpoint/2010/main" val="108779856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69E06E7C-7773-4CE7-AF42-99D00C6AA830}" type="slidenum">
              <a:rPr lang="en-US" altLang="zh-CN" smtClean="0"/>
              <a:pPr/>
              <a:t>43</a:t>
            </a:fld>
            <a:endParaRPr lang="en-US" altLang="zh-CN"/>
          </a:p>
        </p:txBody>
      </p:sp>
    </p:spTree>
    <p:extLst>
      <p:ext uri="{BB962C8B-B14F-4D97-AF65-F5344CB8AC3E}">
        <p14:creationId xmlns:p14="http://schemas.microsoft.com/office/powerpoint/2010/main" val="219387898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9E06E7C-7773-4CE7-AF42-99D00C6AA830}" type="slidenum">
              <a:rPr lang="en-US" altLang="zh-CN" smtClean="0"/>
              <a:pPr/>
              <a:t>44</a:t>
            </a:fld>
            <a:endParaRPr lang="en-US" altLang="zh-CN"/>
          </a:p>
        </p:txBody>
      </p:sp>
    </p:spTree>
    <p:extLst>
      <p:ext uri="{BB962C8B-B14F-4D97-AF65-F5344CB8AC3E}">
        <p14:creationId xmlns:p14="http://schemas.microsoft.com/office/powerpoint/2010/main" val="407657285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9E06E7C-7773-4CE7-AF42-99D00C6AA830}" type="slidenum">
              <a:rPr lang="en-US" altLang="zh-CN" smtClean="0"/>
              <a:pPr/>
              <a:t>48</a:t>
            </a:fld>
            <a:endParaRPr lang="en-US" altLang="zh-CN"/>
          </a:p>
        </p:txBody>
      </p:sp>
    </p:spTree>
    <p:extLst>
      <p:ext uri="{BB962C8B-B14F-4D97-AF65-F5344CB8AC3E}">
        <p14:creationId xmlns:p14="http://schemas.microsoft.com/office/powerpoint/2010/main" val="385109398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69E06E7C-7773-4CE7-AF42-99D00C6AA830}" type="slidenum">
              <a:rPr lang="en-US" altLang="zh-CN" smtClean="0"/>
              <a:pPr/>
              <a:t>49</a:t>
            </a:fld>
            <a:endParaRPr lang="en-US" altLang="zh-CN"/>
          </a:p>
        </p:txBody>
      </p:sp>
    </p:spTree>
    <p:extLst>
      <p:ext uri="{BB962C8B-B14F-4D97-AF65-F5344CB8AC3E}">
        <p14:creationId xmlns:p14="http://schemas.microsoft.com/office/powerpoint/2010/main" val="270544908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69E06E7C-7773-4CE7-AF42-99D00C6AA830}" type="slidenum">
              <a:rPr lang="en-US" altLang="zh-CN" smtClean="0"/>
              <a:pPr/>
              <a:t>50</a:t>
            </a:fld>
            <a:endParaRPr lang="en-US" altLang="zh-CN"/>
          </a:p>
        </p:txBody>
      </p:sp>
    </p:spTree>
    <p:extLst>
      <p:ext uri="{BB962C8B-B14F-4D97-AF65-F5344CB8AC3E}">
        <p14:creationId xmlns:p14="http://schemas.microsoft.com/office/powerpoint/2010/main" val="224861428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69E06E7C-7773-4CE7-AF42-99D00C6AA830}" type="slidenum">
              <a:rPr lang="en-US" altLang="zh-CN" smtClean="0"/>
              <a:pPr/>
              <a:t>51</a:t>
            </a:fld>
            <a:endParaRPr lang="en-US" altLang="zh-CN"/>
          </a:p>
        </p:txBody>
      </p:sp>
    </p:spTree>
    <p:extLst>
      <p:ext uri="{BB962C8B-B14F-4D97-AF65-F5344CB8AC3E}">
        <p14:creationId xmlns:p14="http://schemas.microsoft.com/office/powerpoint/2010/main" val="185568764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69E06E7C-7773-4CE7-AF42-99D00C6AA830}" type="slidenum">
              <a:rPr lang="en-US" altLang="zh-CN" smtClean="0"/>
              <a:pPr/>
              <a:t>53</a:t>
            </a:fld>
            <a:endParaRPr lang="en-US" altLang="zh-CN"/>
          </a:p>
        </p:txBody>
      </p:sp>
    </p:spTree>
    <p:extLst>
      <p:ext uri="{BB962C8B-B14F-4D97-AF65-F5344CB8AC3E}">
        <p14:creationId xmlns:p14="http://schemas.microsoft.com/office/powerpoint/2010/main" val="264660391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6" name="幻灯片图像占位符 1"/>
          <p:cNvSpPr>
            <a:spLocks noGrp="1" noRot="1" noChangeAspect="1" noTextEdit="1"/>
          </p:cNvSpPr>
          <p:nvPr>
            <p:ph type="sldImg"/>
          </p:nvPr>
        </p:nvSpPr>
        <p:spPr>
          <a:ln/>
        </p:spPr>
      </p:sp>
      <p:sp>
        <p:nvSpPr>
          <p:cNvPr id="159747" name="备注占位符 2"/>
          <p:cNvSpPr>
            <a:spLocks noGrp="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endParaRPr lang="zh-CN" altLang="en-US"/>
          </a:p>
        </p:txBody>
      </p:sp>
      <p:sp>
        <p:nvSpPr>
          <p:cNvPr id="159748" name="灯片编号占位符 3"/>
          <p:cNvSpPr>
            <a:spLocks noGrp="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defTabSz="990600" eaLnBrk="0" hangingPunct="0">
              <a:defRPr kumimoji="1" sz="2400">
                <a:solidFill>
                  <a:schemeClr val="tx1"/>
                </a:solidFill>
                <a:latin typeface="Times New Roman" panose="02020603050405020304" pitchFamily="18" charset="0"/>
                <a:ea typeface="隶书" panose="02010509060101010101" pitchFamily="49" charset="-122"/>
              </a:defRPr>
            </a:lvl1pPr>
            <a:lvl2pPr marL="742950" indent="-285750" defTabSz="990600" eaLnBrk="0" hangingPunct="0">
              <a:defRPr kumimoji="1" sz="2400">
                <a:solidFill>
                  <a:schemeClr val="tx1"/>
                </a:solidFill>
                <a:latin typeface="Times New Roman" panose="02020603050405020304" pitchFamily="18" charset="0"/>
                <a:ea typeface="隶书" panose="02010509060101010101" pitchFamily="49" charset="-122"/>
              </a:defRPr>
            </a:lvl2pPr>
            <a:lvl3pPr marL="1143000" indent="-228600" defTabSz="990600" eaLnBrk="0" hangingPunct="0">
              <a:defRPr kumimoji="1" sz="2400">
                <a:solidFill>
                  <a:schemeClr val="tx1"/>
                </a:solidFill>
                <a:latin typeface="Times New Roman" panose="02020603050405020304" pitchFamily="18" charset="0"/>
                <a:ea typeface="隶书" panose="02010509060101010101" pitchFamily="49" charset="-122"/>
              </a:defRPr>
            </a:lvl3pPr>
            <a:lvl4pPr marL="1600200" indent="-228600" defTabSz="990600" eaLnBrk="0" hangingPunct="0">
              <a:defRPr kumimoji="1" sz="2400">
                <a:solidFill>
                  <a:schemeClr val="tx1"/>
                </a:solidFill>
                <a:latin typeface="Times New Roman" panose="02020603050405020304" pitchFamily="18" charset="0"/>
                <a:ea typeface="隶书" panose="02010509060101010101" pitchFamily="49" charset="-122"/>
              </a:defRPr>
            </a:lvl4pPr>
            <a:lvl5pPr marL="2057400" indent="-228600" defTabSz="990600" eaLnBrk="0" hangingPunct="0">
              <a:defRPr kumimoji="1" sz="2400">
                <a:solidFill>
                  <a:schemeClr val="tx1"/>
                </a:solidFill>
                <a:latin typeface="Times New Roman" panose="02020603050405020304" pitchFamily="18" charset="0"/>
                <a:ea typeface="隶书" panose="02010509060101010101" pitchFamily="49" charset="-122"/>
              </a:defRPr>
            </a:lvl5pPr>
            <a:lvl6pPr marL="25146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pPr eaLnBrk="1" hangingPunct="1"/>
            <a:fld id="{35281DD4-D16E-42CB-A272-390EC5BEFB70}" type="slidenum">
              <a:rPr lang="en-US" altLang="zh-CN" sz="1300"/>
              <a:pPr eaLnBrk="1" hangingPunct="1"/>
              <a:t>55</a:t>
            </a:fld>
            <a:endParaRPr lang="en-US" altLang="zh-CN" sz="1300"/>
          </a:p>
        </p:txBody>
      </p:sp>
    </p:spTree>
    <p:extLst>
      <p:ext uri="{BB962C8B-B14F-4D97-AF65-F5344CB8AC3E}">
        <p14:creationId xmlns:p14="http://schemas.microsoft.com/office/powerpoint/2010/main" val="142937222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70" name="幻灯片图像占位符 1"/>
          <p:cNvSpPr>
            <a:spLocks noGrp="1" noRot="1" noChangeAspect="1" noTextEdit="1"/>
          </p:cNvSpPr>
          <p:nvPr>
            <p:ph type="sldImg"/>
          </p:nvPr>
        </p:nvSpPr>
        <p:spPr>
          <a:ln/>
        </p:spPr>
      </p:sp>
      <p:sp>
        <p:nvSpPr>
          <p:cNvPr id="160771" name="备注占位符 2"/>
          <p:cNvSpPr>
            <a:spLocks noGrp="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endParaRPr lang="zh-CN" altLang="en-US"/>
          </a:p>
        </p:txBody>
      </p:sp>
      <p:sp>
        <p:nvSpPr>
          <p:cNvPr id="160772" name="灯片编号占位符 3"/>
          <p:cNvSpPr>
            <a:spLocks noGrp="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defTabSz="990600" eaLnBrk="0" hangingPunct="0">
              <a:defRPr kumimoji="1" sz="2400">
                <a:solidFill>
                  <a:schemeClr val="tx1"/>
                </a:solidFill>
                <a:latin typeface="Times New Roman" panose="02020603050405020304" pitchFamily="18" charset="0"/>
                <a:ea typeface="隶书" panose="02010509060101010101" pitchFamily="49" charset="-122"/>
              </a:defRPr>
            </a:lvl1pPr>
            <a:lvl2pPr marL="742950" indent="-285750" defTabSz="990600" eaLnBrk="0" hangingPunct="0">
              <a:defRPr kumimoji="1" sz="2400">
                <a:solidFill>
                  <a:schemeClr val="tx1"/>
                </a:solidFill>
                <a:latin typeface="Times New Roman" panose="02020603050405020304" pitchFamily="18" charset="0"/>
                <a:ea typeface="隶书" panose="02010509060101010101" pitchFamily="49" charset="-122"/>
              </a:defRPr>
            </a:lvl2pPr>
            <a:lvl3pPr marL="1143000" indent="-228600" defTabSz="990600" eaLnBrk="0" hangingPunct="0">
              <a:defRPr kumimoji="1" sz="2400">
                <a:solidFill>
                  <a:schemeClr val="tx1"/>
                </a:solidFill>
                <a:latin typeface="Times New Roman" panose="02020603050405020304" pitchFamily="18" charset="0"/>
                <a:ea typeface="隶书" panose="02010509060101010101" pitchFamily="49" charset="-122"/>
              </a:defRPr>
            </a:lvl3pPr>
            <a:lvl4pPr marL="1600200" indent="-228600" defTabSz="990600" eaLnBrk="0" hangingPunct="0">
              <a:defRPr kumimoji="1" sz="2400">
                <a:solidFill>
                  <a:schemeClr val="tx1"/>
                </a:solidFill>
                <a:latin typeface="Times New Roman" panose="02020603050405020304" pitchFamily="18" charset="0"/>
                <a:ea typeface="隶书" panose="02010509060101010101" pitchFamily="49" charset="-122"/>
              </a:defRPr>
            </a:lvl4pPr>
            <a:lvl5pPr marL="2057400" indent="-228600" defTabSz="990600" eaLnBrk="0" hangingPunct="0">
              <a:defRPr kumimoji="1" sz="2400">
                <a:solidFill>
                  <a:schemeClr val="tx1"/>
                </a:solidFill>
                <a:latin typeface="Times New Roman" panose="02020603050405020304" pitchFamily="18" charset="0"/>
                <a:ea typeface="隶书" panose="02010509060101010101" pitchFamily="49" charset="-122"/>
              </a:defRPr>
            </a:lvl5pPr>
            <a:lvl6pPr marL="25146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pPr eaLnBrk="1" hangingPunct="1"/>
            <a:fld id="{C760E61C-81CD-4ADE-86F8-1B2B648EA00F}" type="slidenum">
              <a:rPr lang="en-US" altLang="zh-CN" sz="1300"/>
              <a:pPr eaLnBrk="1" hangingPunct="1"/>
              <a:t>59</a:t>
            </a:fld>
            <a:endParaRPr lang="en-US" altLang="zh-CN" sz="1300"/>
          </a:p>
        </p:txBody>
      </p:sp>
    </p:spTree>
    <p:extLst>
      <p:ext uri="{BB962C8B-B14F-4D97-AF65-F5344CB8AC3E}">
        <p14:creationId xmlns:p14="http://schemas.microsoft.com/office/powerpoint/2010/main" val="133250425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4" name="幻灯片图像占位符 1"/>
          <p:cNvSpPr>
            <a:spLocks noGrp="1" noRot="1" noChangeAspect="1" noTextEdit="1"/>
          </p:cNvSpPr>
          <p:nvPr>
            <p:ph type="sldImg"/>
          </p:nvPr>
        </p:nvSpPr>
        <p:spPr>
          <a:ln/>
        </p:spPr>
      </p:sp>
      <p:sp>
        <p:nvSpPr>
          <p:cNvPr id="161795" name="备注占位符 2"/>
          <p:cNvSpPr>
            <a:spLocks noGrp="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endParaRPr lang="zh-CN" altLang="en-US"/>
          </a:p>
        </p:txBody>
      </p:sp>
      <p:sp>
        <p:nvSpPr>
          <p:cNvPr id="161796" name="灯片编号占位符 3"/>
          <p:cNvSpPr>
            <a:spLocks noGrp="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defTabSz="990600" eaLnBrk="0" hangingPunct="0">
              <a:defRPr kumimoji="1" sz="2400">
                <a:solidFill>
                  <a:schemeClr val="tx1"/>
                </a:solidFill>
                <a:latin typeface="Times New Roman" panose="02020603050405020304" pitchFamily="18" charset="0"/>
                <a:ea typeface="隶书" panose="02010509060101010101" pitchFamily="49" charset="-122"/>
              </a:defRPr>
            </a:lvl1pPr>
            <a:lvl2pPr marL="742950" indent="-285750" defTabSz="990600" eaLnBrk="0" hangingPunct="0">
              <a:defRPr kumimoji="1" sz="2400">
                <a:solidFill>
                  <a:schemeClr val="tx1"/>
                </a:solidFill>
                <a:latin typeface="Times New Roman" panose="02020603050405020304" pitchFamily="18" charset="0"/>
                <a:ea typeface="隶书" panose="02010509060101010101" pitchFamily="49" charset="-122"/>
              </a:defRPr>
            </a:lvl2pPr>
            <a:lvl3pPr marL="1143000" indent="-228600" defTabSz="990600" eaLnBrk="0" hangingPunct="0">
              <a:defRPr kumimoji="1" sz="2400">
                <a:solidFill>
                  <a:schemeClr val="tx1"/>
                </a:solidFill>
                <a:latin typeface="Times New Roman" panose="02020603050405020304" pitchFamily="18" charset="0"/>
                <a:ea typeface="隶书" panose="02010509060101010101" pitchFamily="49" charset="-122"/>
              </a:defRPr>
            </a:lvl3pPr>
            <a:lvl4pPr marL="1600200" indent="-228600" defTabSz="990600" eaLnBrk="0" hangingPunct="0">
              <a:defRPr kumimoji="1" sz="2400">
                <a:solidFill>
                  <a:schemeClr val="tx1"/>
                </a:solidFill>
                <a:latin typeface="Times New Roman" panose="02020603050405020304" pitchFamily="18" charset="0"/>
                <a:ea typeface="隶书" panose="02010509060101010101" pitchFamily="49" charset="-122"/>
              </a:defRPr>
            </a:lvl4pPr>
            <a:lvl5pPr marL="2057400" indent="-228600" defTabSz="990600" eaLnBrk="0" hangingPunct="0">
              <a:defRPr kumimoji="1" sz="2400">
                <a:solidFill>
                  <a:schemeClr val="tx1"/>
                </a:solidFill>
                <a:latin typeface="Times New Roman" panose="02020603050405020304" pitchFamily="18" charset="0"/>
                <a:ea typeface="隶书" panose="02010509060101010101" pitchFamily="49" charset="-122"/>
              </a:defRPr>
            </a:lvl5pPr>
            <a:lvl6pPr marL="25146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pPr eaLnBrk="1" hangingPunct="1"/>
            <a:fld id="{BE7AA2BF-BD58-4E68-A5DD-E1AFAA168E3D}" type="slidenum">
              <a:rPr lang="en-US" altLang="zh-CN" sz="1300"/>
              <a:pPr eaLnBrk="1" hangingPunct="1"/>
              <a:t>60</a:t>
            </a:fld>
            <a:endParaRPr lang="en-US" altLang="zh-CN" sz="1300"/>
          </a:p>
        </p:txBody>
      </p:sp>
    </p:spTree>
    <p:extLst>
      <p:ext uri="{BB962C8B-B14F-4D97-AF65-F5344CB8AC3E}">
        <p14:creationId xmlns:p14="http://schemas.microsoft.com/office/powerpoint/2010/main" val="340690501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思考：循环中结条件的改进</a:t>
            </a:r>
          </a:p>
        </p:txBody>
      </p:sp>
      <p:sp>
        <p:nvSpPr>
          <p:cNvPr id="4" name="灯片编号占位符 3"/>
          <p:cNvSpPr>
            <a:spLocks noGrp="1"/>
          </p:cNvSpPr>
          <p:nvPr>
            <p:ph type="sldNum" sz="quarter" idx="10"/>
          </p:nvPr>
        </p:nvSpPr>
        <p:spPr/>
        <p:txBody>
          <a:bodyPr/>
          <a:lstStyle/>
          <a:p>
            <a:fld id="{69E06E7C-7773-4CE7-AF42-99D00C6AA830}" type="slidenum">
              <a:rPr lang="en-US" altLang="zh-CN" smtClean="0"/>
              <a:pPr/>
              <a:t>61</a:t>
            </a:fld>
            <a:endParaRPr lang="en-US" altLang="zh-CN"/>
          </a:p>
        </p:txBody>
      </p:sp>
    </p:spTree>
    <p:extLst>
      <p:ext uri="{BB962C8B-B14F-4D97-AF65-F5344CB8AC3E}">
        <p14:creationId xmlns:p14="http://schemas.microsoft.com/office/powerpoint/2010/main" val="59922628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8" name="幻灯片图像占位符 1"/>
          <p:cNvSpPr>
            <a:spLocks noGrp="1" noRot="1" noChangeAspect="1" noTextEdit="1"/>
          </p:cNvSpPr>
          <p:nvPr>
            <p:ph type="sldImg"/>
          </p:nvPr>
        </p:nvSpPr>
        <p:spPr>
          <a:ln/>
        </p:spPr>
      </p:sp>
      <p:sp>
        <p:nvSpPr>
          <p:cNvPr id="162819" name="备注占位符 2"/>
          <p:cNvSpPr>
            <a:spLocks noGrp="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endParaRPr lang="zh-CN" altLang="en-US"/>
          </a:p>
        </p:txBody>
      </p:sp>
      <p:sp>
        <p:nvSpPr>
          <p:cNvPr id="162820" name="灯片编号占位符 3"/>
          <p:cNvSpPr>
            <a:spLocks noGrp="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defTabSz="990600" eaLnBrk="0" hangingPunct="0">
              <a:defRPr kumimoji="1" sz="2400">
                <a:solidFill>
                  <a:schemeClr val="tx1"/>
                </a:solidFill>
                <a:latin typeface="Times New Roman" panose="02020603050405020304" pitchFamily="18" charset="0"/>
                <a:ea typeface="隶书" panose="02010509060101010101" pitchFamily="49" charset="-122"/>
              </a:defRPr>
            </a:lvl1pPr>
            <a:lvl2pPr marL="742950" indent="-285750" defTabSz="990600" eaLnBrk="0" hangingPunct="0">
              <a:defRPr kumimoji="1" sz="2400">
                <a:solidFill>
                  <a:schemeClr val="tx1"/>
                </a:solidFill>
                <a:latin typeface="Times New Roman" panose="02020603050405020304" pitchFamily="18" charset="0"/>
                <a:ea typeface="隶书" panose="02010509060101010101" pitchFamily="49" charset="-122"/>
              </a:defRPr>
            </a:lvl2pPr>
            <a:lvl3pPr marL="1143000" indent="-228600" defTabSz="990600" eaLnBrk="0" hangingPunct="0">
              <a:defRPr kumimoji="1" sz="2400">
                <a:solidFill>
                  <a:schemeClr val="tx1"/>
                </a:solidFill>
                <a:latin typeface="Times New Roman" panose="02020603050405020304" pitchFamily="18" charset="0"/>
                <a:ea typeface="隶书" panose="02010509060101010101" pitchFamily="49" charset="-122"/>
              </a:defRPr>
            </a:lvl3pPr>
            <a:lvl4pPr marL="1600200" indent="-228600" defTabSz="990600" eaLnBrk="0" hangingPunct="0">
              <a:defRPr kumimoji="1" sz="2400">
                <a:solidFill>
                  <a:schemeClr val="tx1"/>
                </a:solidFill>
                <a:latin typeface="Times New Roman" panose="02020603050405020304" pitchFamily="18" charset="0"/>
                <a:ea typeface="隶书" panose="02010509060101010101" pitchFamily="49" charset="-122"/>
              </a:defRPr>
            </a:lvl4pPr>
            <a:lvl5pPr marL="2057400" indent="-228600" defTabSz="990600" eaLnBrk="0" hangingPunct="0">
              <a:defRPr kumimoji="1" sz="2400">
                <a:solidFill>
                  <a:schemeClr val="tx1"/>
                </a:solidFill>
                <a:latin typeface="Times New Roman" panose="02020603050405020304" pitchFamily="18" charset="0"/>
                <a:ea typeface="隶书" panose="02010509060101010101" pitchFamily="49" charset="-122"/>
              </a:defRPr>
            </a:lvl5pPr>
            <a:lvl6pPr marL="25146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pPr eaLnBrk="1" hangingPunct="1"/>
            <a:fld id="{99FF0E33-1391-4E5B-BE79-70F3DAC465DF}" type="slidenum">
              <a:rPr lang="en-US" altLang="zh-CN" sz="1300"/>
              <a:pPr eaLnBrk="1" hangingPunct="1"/>
              <a:t>62</a:t>
            </a:fld>
            <a:endParaRPr lang="en-US" altLang="zh-CN" sz="1300"/>
          </a:p>
        </p:txBody>
      </p:sp>
    </p:spTree>
    <p:extLst>
      <p:ext uri="{BB962C8B-B14F-4D97-AF65-F5344CB8AC3E}">
        <p14:creationId xmlns:p14="http://schemas.microsoft.com/office/powerpoint/2010/main" val="26833015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69E06E7C-7773-4CE7-AF42-99D00C6AA830}" type="slidenum">
              <a:rPr lang="en-US" altLang="zh-CN" smtClean="0"/>
              <a:pPr/>
              <a:t>63</a:t>
            </a:fld>
            <a:endParaRPr lang="en-US" altLang="zh-CN"/>
          </a:p>
        </p:txBody>
      </p:sp>
    </p:spTree>
    <p:extLst>
      <p:ext uri="{BB962C8B-B14F-4D97-AF65-F5344CB8AC3E}">
        <p14:creationId xmlns:p14="http://schemas.microsoft.com/office/powerpoint/2010/main" val="48747112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思考：是否有冗余的判断？如何修改？</a:t>
            </a:r>
          </a:p>
        </p:txBody>
      </p:sp>
      <p:sp>
        <p:nvSpPr>
          <p:cNvPr id="4" name="灯片编号占位符 3"/>
          <p:cNvSpPr>
            <a:spLocks noGrp="1"/>
          </p:cNvSpPr>
          <p:nvPr>
            <p:ph type="sldNum" sz="quarter" idx="10"/>
          </p:nvPr>
        </p:nvSpPr>
        <p:spPr/>
        <p:txBody>
          <a:bodyPr/>
          <a:lstStyle/>
          <a:p>
            <a:fld id="{69E06E7C-7773-4CE7-AF42-99D00C6AA830}" type="slidenum">
              <a:rPr lang="en-US" altLang="zh-CN" smtClean="0"/>
              <a:pPr/>
              <a:t>64</a:t>
            </a:fld>
            <a:endParaRPr lang="en-US" altLang="zh-CN"/>
          </a:p>
        </p:txBody>
      </p:sp>
    </p:spTree>
    <p:extLst>
      <p:ext uri="{BB962C8B-B14F-4D97-AF65-F5344CB8AC3E}">
        <p14:creationId xmlns:p14="http://schemas.microsoft.com/office/powerpoint/2010/main" val="122209380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2" name="幻灯片图像占位符 1"/>
          <p:cNvSpPr>
            <a:spLocks noGrp="1" noRot="1" noChangeAspect="1" noTextEdit="1"/>
          </p:cNvSpPr>
          <p:nvPr>
            <p:ph type="sldImg"/>
          </p:nvPr>
        </p:nvSpPr>
        <p:spPr>
          <a:ln/>
        </p:spPr>
      </p:sp>
      <p:sp>
        <p:nvSpPr>
          <p:cNvPr id="163843" name="备注占位符 2"/>
          <p:cNvSpPr>
            <a:spLocks noGrp="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endParaRPr lang="zh-CN" altLang="en-US"/>
          </a:p>
        </p:txBody>
      </p:sp>
      <p:sp>
        <p:nvSpPr>
          <p:cNvPr id="163844" name="灯片编号占位符 3"/>
          <p:cNvSpPr>
            <a:spLocks noGrp="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defTabSz="990600" eaLnBrk="0" hangingPunct="0">
              <a:defRPr kumimoji="1" sz="2400">
                <a:solidFill>
                  <a:schemeClr val="tx1"/>
                </a:solidFill>
                <a:latin typeface="Times New Roman" panose="02020603050405020304" pitchFamily="18" charset="0"/>
                <a:ea typeface="隶书" panose="02010509060101010101" pitchFamily="49" charset="-122"/>
              </a:defRPr>
            </a:lvl1pPr>
            <a:lvl2pPr marL="742950" indent="-285750" defTabSz="990600" eaLnBrk="0" hangingPunct="0">
              <a:defRPr kumimoji="1" sz="2400">
                <a:solidFill>
                  <a:schemeClr val="tx1"/>
                </a:solidFill>
                <a:latin typeface="Times New Roman" panose="02020603050405020304" pitchFamily="18" charset="0"/>
                <a:ea typeface="隶书" panose="02010509060101010101" pitchFamily="49" charset="-122"/>
              </a:defRPr>
            </a:lvl2pPr>
            <a:lvl3pPr marL="1143000" indent="-228600" defTabSz="990600" eaLnBrk="0" hangingPunct="0">
              <a:defRPr kumimoji="1" sz="2400">
                <a:solidFill>
                  <a:schemeClr val="tx1"/>
                </a:solidFill>
                <a:latin typeface="Times New Roman" panose="02020603050405020304" pitchFamily="18" charset="0"/>
                <a:ea typeface="隶书" panose="02010509060101010101" pitchFamily="49" charset="-122"/>
              </a:defRPr>
            </a:lvl3pPr>
            <a:lvl4pPr marL="1600200" indent="-228600" defTabSz="990600" eaLnBrk="0" hangingPunct="0">
              <a:defRPr kumimoji="1" sz="2400">
                <a:solidFill>
                  <a:schemeClr val="tx1"/>
                </a:solidFill>
                <a:latin typeface="Times New Roman" panose="02020603050405020304" pitchFamily="18" charset="0"/>
                <a:ea typeface="隶书" panose="02010509060101010101" pitchFamily="49" charset="-122"/>
              </a:defRPr>
            </a:lvl4pPr>
            <a:lvl5pPr marL="2057400" indent="-228600" defTabSz="990600" eaLnBrk="0" hangingPunct="0">
              <a:defRPr kumimoji="1" sz="2400">
                <a:solidFill>
                  <a:schemeClr val="tx1"/>
                </a:solidFill>
                <a:latin typeface="Times New Roman" panose="02020603050405020304" pitchFamily="18" charset="0"/>
                <a:ea typeface="隶书" panose="02010509060101010101" pitchFamily="49" charset="-122"/>
              </a:defRPr>
            </a:lvl5pPr>
            <a:lvl6pPr marL="25146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pPr eaLnBrk="1" hangingPunct="1"/>
            <a:fld id="{2AD245B4-E0D3-4BB2-9C8C-BF4BED57D191}" type="slidenum">
              <a:rPr lang="en-US" altLang="zh-CN" sz="1300"/>
              <a:pPr eaLnBrk="1" hangingPunct="1"/>
              <a:t>66</a:t>
            </a:fld>
            <a:endParaRPr lang="en-US" altLang="zh-CN" sz="1300"/>
          </a:p>
        </p:txBody>
      </p:sp>
    </p:spTree>
    <p:extLst>
      <p:ext uri="{BB962C8B-B14F-4D97-AF65-F5344CB8AC3E}">
        <p14:creationId xmlns:p14="http://schemas.microsoft.com/office/powerpoint/2010/main" val="229252951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pic>
        <p:nvPicPr>
          <p:cNvPr id="7" name="Picture 2" descr="C:\Users\Administrator\Desktop\C++简单程序设计.jp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12195175"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标题 7"/>
          <p:cNvSpPr>
            <a:spLocks noGrp="1"/>
          </p:cNvSpPr>
          <p:nvPr>
            <p:ph type="ctrTitle"/>
          </p:nvPr>
        </p:nvSpPr>
        <p:spPr>
          <a:xfrm>
            <a:off x="438772" y="2564904"/>
            <a:ext cx="11280537" cy="1080120"/>
          </a:xfrm>
        </p:spPr>
        <p:txBody>
          <a:bodyPr anchor="b"/>
          <a:lstStyle>
            <a:lvl1pPr algn="ctr">
              <a:defRPr sz="4400">
                <a:solidFill>
                  <a:schemeClr val="bg1"/>
                </a:solidFill>
              </a:defRPr>
            </a:lvl1pPr>
          </a:lstStyle>
          <a:p>
            <a:r>
              <a:rPr lang="zh-CN" altLang="en-US"/>
              <a:t>单击此处编辑母版标题样式</a:t>
            </a:r>
            <a:endParaRPr lang="en-US"/>
          </a:p>
        </p:txBody>
      </p:sp>
      <p:sp>
        <p:nvSpPr>
          <p:cNvPr id="9" name="副标题 8"/>
          <p:cNvSpPr>
            <a:spLocks noGrp="1"/>
          </p:cNvSpPr>
          <p:nvPr>
            <p:ph type="subTitle" idx="1"/>
          </p:nvPr>
        </p:nvSpPr>
        <p:spPr>
          <a:xfrm>
            <a:off x="2776180" y="4052664"/>
            <a:ext cx="6605720" cy="1752600"/>
          </a:xfrm>
        </p:spPr>
        <p:txBody>
          <a:bodyPr/>
          <a:lstStyle>
            <a:lvl1pPr marL="0" indent="0" algn="ctr">
              <a:buNone/>
              <a:defRPr sz="2400">
                <a:solidFill>
                  <a:schemeClr val="bg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zh-CN" altLang="en-US"/>
              <a:t>单击此处编辑母版副标题样式</a:t>
            </a:r>
            <a:endParaRPr lang="en-US" dirty="0"/>
          </a:p>
        </p:txBody>
      </p:sp>
    </p:spTree>
    <p:extLst>
      <p:ext uri="{BB962C8B-B14F-4D97-AF65-F5344CB8AC3E}">
        <p14:creationId xmlns:p14="http://schemas.microsoft.com/office/powerpoint/2010/main" val="14600556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1052736"/>
            <a:ext cx="10975975" cy="1008112"/>
          </a:xfrm>
        </p:spPr>
        <p:txBody>
          <a:bodyPr/>
          <a:lstStyle>
            <a:lvl1pPr>
              <a:defRPr>
                <a:solidFill>
                  <a:schemeClr val="accent4">
                    <a:lumMod val="75000"/>
                  </a:schemeClr>
                </a:solidFill>
              </a:defRPr>
            </a:lvl1pPr>
          </a:lstStyle>
          <a:p>
            <a:r>
              <a:rPr lang="zh-CN" altLang="en-US"/>
              <a:t>单击此处编辑母版标题样式</a:t>
            </a:r>
            <a:endParaRPr lang="en-US"/>
          </a:p>
        </p:txBody>
      </p:sp>
      <p:sp>
        <p:nvSpPr>
          <p:cNvPr id="3" name="内容占位符 2"/>
          <p:cNvSpPr>
            <a:spLocks noGrp="1"/>
          </p:cNvSpPr>
          <p:nvPr>
            <p:ph idx="1"/>
          </p:nvPr>
        </p:nvSpPr>
        <p:spPr>
          <a:xfrm>
            <a:off x="609600" y="2132856"/>
            <a:ext cx="10975975" cy="4440982"/>
          </a:xfrm>
        </p:spPr>
        <p:txBody>
          <a:bodyPr/>
          <a:lstStyle>
            <a:lvl1pPr>
              <a:defRPr>
                <a:latin typeface="微软雅黑" panose="020B0503020204020204" pitchFamily="34" charset="-122"/>
                <a:ea typeface="微软雅黑" panose="020B0503020204020204" pitchFamily="34" charset="-122"/>
              </a:defRPr>
            </a:lvl1pPr>
            <a:lvl2pPr>
              <a:defRPr>
                <a:latin typeface="微软雅黑" panose="020B0503020204020204" pitchFamily="34" charset="-122"/>
                <a:ea typeface="微软雅黑" panose="020B0503020204020204" pitchFamily="34" charset="-122"/>
              </a:defRPr>
            </a:lvl2pPr>
            <a:lvl3pPr>
              <a:defRPr>
                <a:latin typeface="微软雅黑" panose="020B0503020204020204" pitchFamily="34" charset="-122"/>
                <a:ea typeface="微软雅黑" panose="020B0503020204020204" pitchFamily="34" charset="-122"/>
              </a:defRPr>
            </a:lvl3pPr>
            <a:lvl4pPr>
              <a:defRPr>
                <a:latin typeface="微软雅黑" panose="020B0503020204020204" pitchFamily="34" charset="-122"/>
                <a:ea typeface="微软雅黑" panose="020B0503020204020204" pitchFamily="34" charset="-122"/>
              </a:defRPr>
            </a:lvl4pPr>
            <a:lvl5pPr>
              <a:defRPr>
                <a:latin typeface="微软雅黑" panose="020B0503020204020204" pitchFamily="34" charset="-122"/>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6" name="灯片编号占位符 1"/>
          <p:cNvSpPr>
            <a:spLocks noGrp="1"/>
          </p:cNvSpPr>
          <p:nvPr>
            <p:ph type="sldNum" sz="quarter" idx="4"/>
          </p:nvPr>
        </p:nvSpPr>
        <p:spPr>
          <a:xfrm>
            <a:off x="9401472" y="39539"/>
            <a:ext cx="2744787" cy="365125"/>
          </a:xfrm>
          <a:prstGeom prst="rect">
            <a:avLst/>
          </a:prstGeom>
        </p:spPr>
        <p:txBody>
          <a:bodyPr vert="horz" lIns="91440" tIns="45720" rIns="91440" bIns="45720" rtlCol="0" anchor="ctr"/>
          <a:lstStyle>
            <a:lvl1pPr algn="r">
              <a:defRPr sz="1800">
                <a:solidFill>
                  <a:schemeClr val="bg1"/>
                </a:solidFill>
              </a:defRPr>
            </a:lvl1pPr>
          </a:lstStyle>
          <a:p>
            <a:fld id="{DEA904C8-CD7B-4714-BAE1-F1A91095C3EA}" type="slidenum">
              <a:rPr lang="zh-CN" altLang="en-US" smtClean="0"/>
              <a:pPr/>
              <a:t>‹#›</a:t>
            </a:fld>
            <a:endParaRPr lang="zh-CN" altLang="en-US"/>
          </a:p>
        </p:txBody>
      </p:sp>
    </p:spTree>
    <p:extLst>
      <p:ext uri="{BB962C8B-B14F-4D97-AF65-F5344CB8AC3E}">
        <p14:creationId xmlns:p14="http://schemas.microsoft.com/office/powerpoint/2010/main" val="2869786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1_标题和内容">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B35989D9-FF90-4520-BDBA-103DA693B05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587" y="0"/>
            <a:ext cx="12192000" cy="6858000"/>
          </a:xfrm>
          <a:prstGeom prst="rect">
            <a:avLst/>
          </a:prstGeom>
        </p:spPr>
      </p:pic>
      <p:sp>
        <p:nvSpPr>
          <p:cNvPr id="2" name="标题 1"/>
          <p:cNvSpPr>
            <a:spLocks noGrp="1"/>
          </p:cNvSpPr>
          <p:nvPr>
            <p:ph type="title"/>
          </p:nvPr>
        </p:nvSpPr>
        <p:spPr>
          <a:xfrm>
            <a:off x="2425179" y="44624"/>
            <a:ext cx="9160396" cy="864096"/>
          </a:xfrm>
        </p:spPr>
        <p:txBody>
          <a:bodyPr/>
          <a:lstStyle>
            <a:lvl1pPr>
              <a:defRPr>
                <a:solidFill>
                  <a:schemeClr val="tx1"/>
                </a:solidFill>
              </a:defRPr>
            </a:lvl1pPr>
          </a:lstStyle>
          <a:p>
            <a:r>
              <a:rPr lang="zh-CN" altLang="en-US" dirty="0"/>
              <a:t>单击此处编辑母版标题样式</a:t>
            </a:r>
            <a:endParaRPr lang="en-US" dirty="0"/>
          </a:p>
        </p:txBody>
      </p:sp>
      <p:sp>
        <p:nvSpPr>
          <p:cNvPr id="3" name="内容占位符 2"/>
          <p:cNvSpPr>
            <a:spLocks noGrp="1"/>
          </p:cNvSpPr>
          <p:nvPr>
            <p:ph idx="1"/>
          </p:nvPr>
        </p:nvSpPr>
        <p:spPr>
          <a:xfrm>
            <a:off x="2425179" y="1268760"/>
            <a:ext cx="9160396" cy="5305078"/>
          </a:xfrm>
        </p:spPr>
        <p:txBody>
          <a:bodyPr/>
          <a:lstStyle>
            <a:lvl1pPr marL="109537" indent="0">
              <a:spcBef>
                <a:spcPts val="0"/>
              </a:spcBef>
              <a:buNone/>
              <a:defRPr sz="2400">
                <a:latin typeface="微软雅黑" panose="020B0503020204020204" pitchFamily="34" charset="-122"/>
                <a:ea typeface="微软雅黑" panose="020B0503020204020204" pitchFamily="34" charset="-122"/>
              </a:defRPr>
            </a:lvl1pPr>
            <a:lvl2pPr marL="411162" indent="0">
              <a:spcBef>
                <a:spcPts val="0"/>
              </a:spcBef>
              <a:buNone/>
              <a:defRPr sz="2400">
                <a:latin typeface="微软雅黑" panose="020B0503020204020204" pitchFamily="34" charset="-122"/>
                <a:ea typeface="微软雅黑" panose="020B0503020204020204" pitchFamily="34" charset="-122"/>
              </a:defRPr>
            </a:lvl2pPr>
            <a:lvl3pPr marL="703263" indent="0">
              <a:spcBef>
                <a:spcPts val="0"/>
              </a:spcBef>
              <a:buNone/>
              <a:defRPr sz="2000">
                <a:latin typeface="微软雅黑" panose="020B0503020204020204" pitchFamily="34" charset="-122"/>
                <a:ea typeface="微软雅黑" panose="020B0503020204020204" pitchFamily="34" charset="-122"/>
              </a:defRPr>
            </a:lvl3pPr>
            <a:lvl4pPr marL="979488" indent="0">
              <a:spcBef>
                <a:spcPts val="0"/>
              </a:spcBef>
              <a:buNone/>
              <a:defRPr sz="2000">
                <a:latin typeface="微软雅黑" panose="020B0503020204020204" pitchFamily="34" charset="-122"/>
                <a:ea typeface="微软雅黑" panose="020B0503020204020204" pitchFamily="34" charset="-122"/>
              </a:defRPr>
            </a:lvl4pPr>
            <a:lvl5pPr marL="1206500" indent="0">
              <a:spcBef>
                <a:spcPts val="0"/>
              </a:spcBef>
              <a:buNone/>
              <a:defRPr sz="1800">
                <a:latin typeface="微软雅黑" panose="020B0503020204020204" pitchFamily="34" charset="-122"/>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7" name="TextBox 17">
            <a:extLst>
              <a:ext uri="{FF2B5EF4-FFF2-40B4-BE49-F238E27FC236}">
                <a16:creationId xmlns:a16="http://schemas.microsoft.com/office/drawing/2014/main" id="{06A0A28F-E5A1-4C39-A4EA-4936037C8992}"/>
              </a:ext>
            </a:extLst>
          </p:cNvPr>
          <p:cNvSpPr txBox="1"/>
          <p:nvPr userDrawn="1"/>
        </p:nvSpPr>
        <p:spPr>
          <a:xfrm>
            <a:off x="8977907" y="6597650"/>
            <a:ext cx="3072806" cy="261938"/>
          </a:xfrm>
          <a:prstGeom prst="rect">
            <a:avLst/>
          </a:prstGeom>
          <a:noFill/>
        </p:spPr>
        <p:txBody>
          <a:bodyPr wrap="square">
            <a:spAutoFit/>
          </a:bodyPr>
          <a:lstStyle/>
          <a:p>
            <a:pPr>
              <a:defRPr/>
            </a:pPr>
            <a:r>
              <a:rPr lang="en-US" altLang="zh-CN" sz="1100" dirty="0">
                <a:latin typeface="+mn-ea"/>
                <a:ea typeface="+mn-ea"/>
              </a:rPr>
              <a:t>C++</a:t>
            </a:r>
            <a:r>
              <a:rPr lang="zh-CN" altLang="en-US" sz="1100" dirty="0">
                <a:latin typeface="+mn-ea"/>
                <a:ea typeface="+mn-ea"/>
              </a:rPr>
              <a:t>语言程序设计（第</a:t>
            </a:r>
            <a:r>
              <a:rPr lang="en-US" altLang="zh-CN" sz="1100" dirty="0">
                <a:latin typeface="+mn-ea"/>
                <a:ea typeface="+mn-ea"/>
              </a:rPr>
              <a:t>5</a:t>
            </a:r>
            <a:r>
              <a:rPr lang="zh-CN" altLang="en-US" sz="1100" dirty="0">
                <a:latin typeface="+mn-ea"/>
                <a:ea typeface="+mn-ea"/>
              </a:rPr>
              <a:t>版），郑莉，清华大学</a:t>
            </a:r>
          </a:p>
        </p:txBody>
      </p:sp>
    </p:spTree>
    <p:extLst>
      <p:ext uri="{BB962C8B-B14F-4D97-AF65-F5344CB8AC3E}">
        <p14:creationId xmlns:p14="http://schemas.microsoft.com/office/powerpoint/2010/main" val="39244424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335" y="1981201"/>
            <a:ext cx="10365899" cy="1362075"/>
          </a:xfrm>
        </p:spPr>
        <p:txBody>
          <a:bodyPr anchor="b">
            <a:noAutofit/>
          </a:bodyPr>
          <a:lstStyle>
            <a:lvl1pPr algn="l">
              <a:buNone/>
              <a:defRPr sz="4000" b="1" cap="none" baseline="0">
                <a:ln w="12700">
                  <a:solidFill>
                    <a:schemeClr val="accent2">
                      <a:shade val="90000"/>
                      <a:satMod val="150000"/>
                    </a:schemeClr>
                  </a:solidFill>
                </a:ln>
                <a:solidFill>
                  <a:srgbClr val="FFFFFF"/>
                </a:solidFill>
                <a:effectLst>
                  <a:outerShdw blurRad="38100" dist="38100" dir="5400000" algn="tl" rotWithShape="0">
                    <a:srgbClr val="000000">
                      <a:alpha val="25000"/>
                    </a:srgbClr>
                  </a:outerShdw>
                </a:effectLst>
              </a:defRPr>
            </a:lvl1pPr>
          </a:lstStyle>
          <a:p>
            <a:r>
              <a:rPr lang="zh-CN" altLang="en-US"/>
              <a:t>单击此处编辑母版标题样式</a:t>
            </a:r>
            <a:endParaRPr lang="en-US" dirty="0"/>
          </a:p>
        </p:txBody>
      </p:sp>
      <p:sp>
        <p:nvSpPr>
          <p:cNvPr id="3" name="文本占位符 2"/>
          <p:cNvSpPr>
            <a:spLocks noGrp="1"/>
          </p:cNvSpPr>
          <p:nvPr>
            <p:ph type="body" idx="1"/>
          </p:nvPr>
        </p:nvSpPr>
        <p:spPr>
          <a:xfrm>
            <a:off x="963335" y="3367088"/>
            <a:ext cx="10365899" cy="1509712"/>
          </a:xfrm>
        </p:spPr>
        <p:txBody>
          <a:bodyPr/>
          <a:lstStyle>
            <a:lvl1pPr marL="45720" indent="0">
              <a:buNone/>
              <a:defRPr sz="2100" b="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r>
              <a:rPr lang="zh-CN" altLang="en-US"/>
              <a:t>单击此处编辑母版文本样式</a:t>
            </a:r>
          </a:p>
        </p:txBody>
      </p:sp>
      <p:sp>
        <p:nvSpPr>
          <p:cNvPr id="6" name="灯片编号占位符 1"/>
          <p:cNvSpPr>
            <a:spLocks noGrp="1"/>
          </p:cNvSpPr>
          <p:nvPr>
            <p:ph type="sldNum" sz="quarter" idx="4"/>
          </p:nvPr>
        </p:nvSpPr>
        <p:spPr>
          <a:xfrm>
            <a:off x="9401472" y="39539"/>
            <a:ext cx="2744787" cy="365125"/>
          </a:xfrm>
          <a:prstGeom prst="rect">
            <a:avLst/>
          </a:prstGeom>
        </p:spPr>
        <p:txBody>
          <a:bodyPr vert="horz" lIns="91440" tIns="45720" rIns="91440" bIns="45720" rtlCol="0" anchor="ctr"/>
          <a:lstStyle>
            <a:lvl1pPr algn="r">
              <a:defRPr sz="1800">
                <a:solidFill>
                  <a:schemeClr val="bg1"/>
                </a:solidFill>
              </a:defRPr>
            </a:lvl1pPr>
          </a:lstStyle>
          <a:p>
            <a:fld id="{DEA904C8-CD7B-4714-BAE1-F1A91095C3EA}" type="slidenum">
              <a:rPr lang="zh-CN" altLang="en-US" smtClean="0"/>
              <a:pPr/>
              <a:t>‹#›</a:t>
            </a:fld>
            <a:endParaRPr lang="zh-CN" altLang="en-US"/>
          </a:p>
        </p:txBody>
      </p:sp>
    </p:spTree>
    <p:extLst>
      <p:ext uri="{BB962C8B-B14F-4D97-AF65-F5344CB8AC3E}">
        <p14:creationId xmlns:p14="http://schemas.microsoft.com/office/powerpoint/2010/main" val="168740685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en-US"/>
          </a:p>
        </p:txBody>
      </p:sp>
      <p:sp>
        <p:nvSpPr>
          <p:cNvPr id="3" name="内容占位符 2"/>
          <p:cNvSpPr>
            <a:spLocks noGrp="1"/>
          </p:cNvSpPr>
          <p:nvPr>
            <p:ph sz="half" idx="1"/>
          </p:nvPr>
        </p:nvSpPr>
        <p:spPr>
          <a:xfrm>
            <a:off x="609759" y="1785927"/>
            <a:ext cx="5386202" cy="4989461"/>
          </a:xfrm>
        </p:spPr>
        <p:txBody>
          <a:bodyPr/>
          <a:lstStyle>
            <a:lvl1pPr>
              <a:defRPr sz="2000"/>
            </a:lvl1pPr>
            <a:lvl2pPr>
              <a:defRPr sz="1900"/>
            </a:lvl2pPr>
            <a:lvl3pPr>
              <a:defRPr sz="1800"/>
            </a:lvl3pPr>
            <a:lvl4pPr>
              <a:defRPr sz="1800"/>
            </a:lvl4pPr>
            <a:lvl5pPr>
              <a:defRPr sz="1800"/>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内容占位符 3"/>
          <p:cNvSpPr>
            <a:spLocks noGrp="1"/>
          </p:cNvSpPr>
          <p:nvPr>
            <p:ph sz="half" idx="2"/>
          </p:nvPr>
        </p:nvSpPr>
        <p:spPr>
          <a:xfrm>
            <a:off x="6199214" y="1785927"/>
            <a:ext cx="5386202" cy="4989461"/>
          </a:xfrm>
        </p:spPr>
        <p:txBody>
          <a:bodyPr/>
          <a:lstStyle>
            <a:lvl1pPr>
              <a:defRPr sz="2000"/>
            </a:lvl1pPr>
            <a:lvl2pPr>
              <a:defRPr sz="1900"/>
            </a:lvl2pPr>
            <a:lvl3pPr>
              <a:defRPr sz="1800"/>
            </a:lvl3pPr>
            <a:lvl4pPr>
              <a:defRPr sz="1800"/>
            </a:lvl4pPr>
            <a:lvl5pPr>
              <a:defRPr sz="1800"/>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灯片编号占位符 1"/>
          <p:cNvSpPr>
            <a:spLocks noGrp="1"/>
          </p:cNvSpPr>
          <p:nvPr>
            <p:ph type="sldNum" sz="quarter" idx="4"/>
          </p:nvPr>
        </p:nvSpPr>
        <p:spPr>
          <a:xfrm>
            <a:off x="9401472" y="39539"/>
            <a:ext cx="2744787" cy="365125"/>
          </a:xfrm>
          <a:prstGeom prst="rect">
            <a:avLst/>
          </a:prstGeom>
        </p:spPr>
        <p:txBody>
          <a:bodyPr vert="horz" lIns="91440" tIns="45720" rIns="91440" bIns="45720" rtlCol="0" anchor="ctr"/>
          <a:lstStyle>
            <a:lvl1pPr algn="r">
              <a:defRPr sz="1800">
                <a:solidFill>
                  <a:schemeClr val="bg1"/>
                </a:solidFill>
              </a:defRPr>
            </a:lvl1pPr>
          </a:lstStyle>
          <a:p>
            <a:fld id="{DEA904C8-CD7B-4714-BAE1-F1A91095C3EA}" type="slidenum">
              <a:rPr lang="zh-CN" altLang="en-US" smtClean="0"/>
              <a:pPr/>
              <a:t>‹#›</a:t>
            </a:fld>
            <a:endParaRPr lang="zh-CN" altLang="en-US"/>
          </a:p>
        </p:txBody>
      </p:sp>
    </p:spTree>
    <p:extLst>
      <p:ext uri="{BB962C8B-B14F-4D97-AF65-F5344CB8AC3E}">
        <p14:creationId xmlns:p14="http://schemas.microsoft.com/office/powerpoint/2010/main" val="18310330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508133" y="991000"/>
            <a:ext cx="11178910" cy="1069848"/>
          </a:xfrm>
        </p:spPr>
        <p:txBody>
          <a:bodyPr/>
          <a:lstStyle>
            <a:lvl1pPr>
              <a:defRPr sz="4000" b="0" i="0" cap="none" baseline="0"/>
            </a:lvl1pPr>
          </a:lstStyle>
          <a:p>
            <a:r>
              <a:rPr lang="zh-CN" altLang="en-US"/>
              <a:t>单击此处编辑母版标题样式</a:t>
            </a:r>
            <a:endParaRPr lang="en-US"/>
          </a:p>
        </p:txBody>
      </p:sp>
      <p:sp>
        <p:nvSpPr>
          <p:cNvPr id="3" name="文本占位符 2"/>
          <p:cNvSpPr>
            <a:spLocks noGrp="1"/>
          </p:cNvSpPr>
          <p:nvPr>
            <p:ph type="body" idx="1"/>
          </p:nvPr>
        </p:nvSpPr>
        <p:spPr>
          <a:xfrm>
            <a:off x="508132" y="1500174"/>
            <a:ext cx="5390267" cy="457200"/>
          </a:xfrm>
          <a:solidFill>
            <a:schemeClr val="accent2">
              <a:satMod val="150000"/>
              <a:alpha val="25000"/>
            </a:schemeClr>
          </a:solidFill>
          <a:ln w="12700">
            <a:solidFill>
              <a:schemeClr val="accent2"/>
            </a:solidFill>
          </a:ln>
        </p:spPr>
        <p:txBody>
          <a:bodyPr anchor="ctr">
            <a:noAutofit/>
          </a:bodyPr>
          <a:lstStyle>
            <a:lvl1pPr marL="45720" indent="0">
              <a:buNone/>
              <a:defRPr sz="1900" b="1">
                <a:solidFill>
                  <a:schemeClr val="tx1">
                    <a:tint val="95000"/>
                  </a:schemeClr>
                </a:solidFill>
              </a:defRPr>
            </a:lvl1pPr>
            <a:lvl2pPr>
              <a:buNone/>
              <a:defRPr sz="2000" b="1"/>
            </a:lvl2pPr>
            <a:lvl3pPr>
              <a:buNone/>
              <a:defRPr sz="1800" b="1"/>
            </a:lvl3pPr>
            <a:lvl4pPr>
              <a:buNone/>
              <a:defRPr sz="1600" b="1"/>
            </a:lvl4pPr>
            <a:lvl5pPr>
              <a:buNone/>
              <a:defRPr sz="1600" b="1"/>
            </a:lvl5pPr>
          </a:lstStyle>
          <a:p>
            <a:pPr lvl="0"/>
            <a:r>
              <a:rPr lang="zh-CN" altLang="en-US"/>
              <a:t>单击此处编辑母版文本样式</a:t>
            </a:r>
          </a:p>
        </p:txBody>
      </p:sp>
      <p:sp>
        <p:nvSpPr>
          <p:cNvPr id="4" name="文本占位符 3"/>
          <p:cNvSpPr>
            <a:spLocks noGrp="1"/>
          </p:cNvSpPr>
          <p:nvPr>
            <p:ph type="body" sz="half" idx="3"/>
          </p:nvPr>
        </p:nvSpPr>
        <p:spPr>
          <a:xfrm>
            <a:off x="6296607" y="1500174"/>
            <a:ext cx="5390437" cy="457200"/>
          </a:xfrm>
          <a:solidFill>
            <a:schemeClr val="accent2">
              <a:satMod val="150000"/>
              <a:alpha val="25000"/>
            </a:schemeClr>
          </a:solidFill>
          <a:ln w="12700">
            <a:solidFill>
              <a:schemeClr val="accent2"/>
            </a:solidFill>
          </a:ln>
        </p:spPr>
        <p:txBody>
          <a:bodyPr anchor="ctr">
            <a:noAutofit/>
          </a:bodyPr>
          <a:lstStyle>
            <a:lvl1pPr marL="45720" indent="0">
              <a:buNone/>
              <a:defRPr sz="1900" b="1">
                <a:solidFill>
                  <a:schemeClr val="tx1">
                    <a:tint val="95000"/>
                  </a:schemeClr>
                </a:solidFill>
              </a:defRPr>
            </a:lvl1pPr>
            <a:lvl2pPr>
              <a:buNone/>
              <a:defRPr sz="2000" b="1"/>
            </a:lvl2pPr>
            <a:lvl3pPr>
              <a:buNone/>
              <a:defRPr sz="1800" b="1"/>
            </a:lvl3pPr>
            <a:lvl4pPr>
              <a:buNone/>
              <a:defRPr sz="1600" b="1"/>
            </a:lvl4pPr>
            <a:lvl5pPr>
              <a:buNone/>
              <a:defRPr sz="1600" b="1"/>
            </a:lvl5pPr>
          </a:lstStyle>
          <a:p>
            <a:pPr lvl="0"/>
            <a:r>
              <a:rPr lang="zh-CN" altLang="en-US"/>
              <a:t>单击此处编辑母版文本样式</a:t>
            </a:r>
          </a:p>
        </p:txBody>
      </p:sp>
      <p:sp>
        <p:nvSpPr>
          <p:cNvPr id="5" name="内容占位符 4"/>
          <p:cNvSpPr>
            <a:spLocks noGrp="1"/>
          </p:cNvSpPr>
          <p:nvPr>
            <p:ph sz="quarter" idx="2"/>
          </p:nvPr>
        </p:nvSpPr>
        <p:spPr>
          <a:xfrm>
            <a:off x="508132" y="1928803"/>
            <a:ext cx="5390267" cy="4665917"/>
          </a:xfrm>
        </p:spPr>
        <p:txBody>
          <a:bodyPr/>
          <a:lstStyle>
            <a:lvl1pPr>
              <a:defRPr sz="2000"/>
            </a:lvl1pPr>
            <a:lvl2pPr>
              <a:defRPr sz="2000"/>
            </a:lvl2pPr>
            <a:lvl3pPr>
              <a:defRPr sz="1800"/>
            </a:lvl3pPr>
            <a:lvl4pPr>
              <a:defRPr sz="1600"/>
            </a:lvl4pPr>
            <a:lvl5pPr>
              <a:defRPr sz="1600"/>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6" name="内容占位符 5"/>
          <p:cNvSpPr>
            <a:spLocks noGrp="1"/>
          </p:cNvSpPr>
          <p:nvPr>
            <p:ph sz="quarter" idx="4"/>
          </p:nvPr>
        </p:nvSpPr>
        <p:spPr>
          <a:xfrm>
            <a:off x="6292711" y="1928803"/>
            <a:ext cx="5390437" cy="4665917"/>
          </a:xfrm>
        </p:spPr>
        <p:txBody>
          <a:bodyPr/>
          <a:lstStyle>
            <a:lvl1pPr>
              <a:defRPr sz="2000"/>
            </a:lvl1pPr>
            <a:lvl2pPr>
              <a:defRPr sz="2000"/>
            </a:lvl2pPr>
            <a:lvl3pPr>
              <a:defRPr sz="1800"/>
            </a:lvl3pPr>
            <a:lvl4pPr>
              <a:defRPr sz="1600"/>
            </a:lvl4pPr>
            <a:lvl5pPr>
              <a:defRPr sz="1600"/>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7" name="灯片编号占位符 1"/>
          <p:cNvSpPr>
            <a:spLocks noGrp="1"/>
          </p:cNvSpPr>
          <p:nvPr>
            <p:ph type="sldNum" sz="quarter" idx="10"/>
          </p:nvPr>
        </p:nvSpPr>
        <p:spPr>
          <a:xfrm>
            <a:off x="9401472" y="39539"/>
            <a:ext cx="2744787" cy="365125"/>
          </a:xfrm>
          <a:prstGeom prst="rect">
            <a:avLst/>
          </a:prstGeom>
        </p:spPr>
        <p:txBody>
          <a:bodyPr vert="horz" lIns="91440" tIns="45720" rIns="91440" bIns="45720" rtlCol="0" anchor="ctr"/>
          <a:lstStyle>
            <a:lvl1pPr algn="r">
              <a:defRPr sz="1800">
                <a:solidFill>
                  <a:schemeClr val="bg1"/>
                </a:solidFill>
              </a:defRPr>
            </a:lvl1pPr>
          </a:lstStyle>
          <a:p>
            <a:fld id="{DEA904C8-CD7B-4714-BAE1-F1A91095C3EA}" type="slidenum">
              <a:rPr lang="zh-CN" altLang="en-US" smtClean="0"/>
              <a:pPr/>
              <a:t>‹#›</a:t>
            </a:fld>
            <a:endParaRPr lang="zh-CN" altLang="en-US"/>
          </a:p>
        </p:txBody>
      </p:sp>
    </p:spTree>
    <p:extLst>
      <p:ext uri="{BB962C8B-B14F-4D97-AF65-F5344CB8AC3E}">
        <p14:creationId xmlns:p14="http://schemas.microsoft.com/office/powerpoint/2010/main" val="17887954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609759" y="1143000"/>
            <a:ext cx="10975658" cy="1069848"/>
          </a:xfrm>
        </p:spPr>
        <p:txBody>
          <a:bodyPr/>
          <a:lstStyle>
            <a:lvl1pPr>
              <a:defRPr sz="4000">
                <a:solidFill>
                  <a:schemeClr val="tx2"/>
                </a:solidFill>
              </a:defRPr>
            </a:lvl1pPr>
          </a:lstStyle>
          <a:p>
            <a:r>
              <a:rPr lang="zh-CN" altLang="en-US"/>
              <a:t>单击此处编辑母版标题样式</a:t>
            </a:r>
            <a:endParaRPr lang="en-US"/>
          </a:p>
        </p:txBody>
      </p:sp>
      <p:sp>
        <p:nvSpPr>
          <p:cNvPr id="5" name="灯片编号占位符 1"/>
          <p:cNvSpPr>
            <a:spLocks noGrp="1"/>
          </p:cNvSpPr>
          <p:nvPr>
            <p:ph type="sldNum" sz="quarter" idx="4"/>
          </p:nvPr>
        </p:nvSpPr>
        <p:spPr>
          <a:xfrm>
            <a:off x="9401472" y="39539"/>
            <a:ext cx="2744787" cy="365125"/>
          </a:xfrm>
          <a:prstGeom prst="rect">
            <a:avLst/>
          </a:prstGeom>
        </p:spPr>
        <p:txBody>
          <a:bodyPr vert="horz" lIns="91440" tIns="45720" rIns="91440" bIns="45720" rtlCol="0" anchor="ctr"/>
          <a:lstStyle>
            <a:lvl1pPr algn="r">
              <a:defRPr sz="1800">
                <a:solidFill>
                  <a:schemeClr val="bg1"/>
                </a:solidFill>
              </a:defRPr>
            </a:lvl1pPr>
          </a:lstStyle>
          <a:p>
            <a:fld id="{DEA904C8-CD7B-4714-BAE1-F1A91095C3EA}" type="slidenum">
              <a:rPr lang="zh-CN" altLang="en-US" smtClean="0"/>
              <a:pPr/>
              <a:t>‹#›</a:t>
            </a:fld>
            <a:endParaRPr lang="zh-CN" altLang="en-US"/>
          </a:p>
        </p:txBody>
      </p:sp>
    </p:spTree>
    <p:extLst>
      <p:ext uri="{BB962C8B-B14F-4D97-AF65-F5344CB8AC3E}">
        <p14:creationId xmlns:p14="http://schemas.microsoft.com/office/powerpoint/2010/main" val="20955534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4" name="灯片编号占位符 1"/>
          <p:cNvSpPr>
            <a:spLocks noGrp="1"/>
          </p:cNvSpPr>
          <p:nvPr>
            <p:ph type="sldNum" sz="quarter" idx="4"/>
          </p:nvPr>
        </p:nvSpPr>
        <p:spPr>
          <a:xfrm>
            <a:off x="9401472" y="39539"/>
            <a:ext cx="2744787" cy="365125"/>
          </a:xfrm>
          <a:prstGeom prst="rect">
            <a:avLst/>
          </a:prstGeom>
        </p:spPr>
        <p:txBody>
          <a:bodyPr vert="horz" lIns="91440" tIns="45720" rIns="91440" bIns="45720" rtlCol="0" anchor="ctr"/>
          <a:lstStyle>
            <a:lvl1pPr algn="r">
              <a:defRPr sz="1800">
                <a:solidFill>
                  <a:schemeClr val="bg1"/>
                </a:solidFill>
              </a:defRPr>
            </a:lvl1pPr>
          </a:lstStyle>
          <a:p>
            <a:fld id="{DEA904C8-CD7B-4714-BAE1-F1A91095C3EA}" type="slidenum">
              <a:rPr lang="zh-CN" altLang="en-US" smtClean="0"/>
              <a:pPr/>
              <a:t>‹#›</a:t>
            </a:fld>
            <a:endParaRPr lang="zh-CN" altLang="en-US"/>
          </a:p>
        </p:txBody>
      </p:sp>
    </p:spTree>
    <p:extLst>
      <p:ext uri="{BB962C8B-B14F-4D97-AF65-F5344CB8AC3E}">
        <p14:creationId xmlns:p14="http://schemas.microsoft.com/office/powerpoint/2010/main" val="41267718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7139853" y="1101970"/>
            <a:ext cx="4512215" cy="877824"/>
          </a:xfrm>
        </p:spPr>
        <p:txBody>
          <a:bodyPr anchor="b"/>
          <a:lstStyle>
            <a:lvl1pPr algn="l">
              <a:buNone/>
              <a:defRPr sz="1800" b="1"/>
            </a:lvl1pPr>
          </a:lstStyle>
          <a:p>
            <a:r>
              <a:rPr lang="zh-CN" altLang="en-US"/>
              <a:t>单击此处编辑母版标题样式</a:t>
            </a:r>
            <a:endParaRPr lang="en-US"/>
          </a:p>
        </p:txBody>
      </p:sp>
      <p:sp>
        <p:nvSpPr>
          <p:cNvPr id="3" name="文本占位符 2"/>
          <p:cNvSpPr>
            <a:spLocks noGrp="1"/>
          </p:cNvSpPr>
          <p:nvPr>
            <p:ph type="body" idx="2"/>
          </p:nvPr>
        </p:nvSpPr>
        <p:spPr>
          <a:xfrm>
            <a:off x="7139853" y="2010727"/>
            <a:ext cx="4512215" cy="4617720"/>
          </a:xfrm>
        </p:spPr>
        <p:txBody>
          <a:bodyPr/>
          <a:lstStyle>
            <a:lvl1pPr marL="9144" indent="0">
              <a:buNone/>
              <a:defRPr sz="1400"/>
            </a:lvl1pPr>
            <a:lvl2pPr>
              <a:buNone/>
              <a:defRPr sz="1200"/>
            </a:lvl2pPr>
            <a:lvl3pPr>
              <a:buNone/>
              <a:defRPr sz="1000"/>
            </a:lvl3pPr>
            <a:lvl4pPr>
              <a:buNone/>
              <a:defRPr sz="900"/>
            </a:lvl4pPr>
            <a:lvl5pPr>
              <a:buNone/>
              <a:defRPr sz="900"/>
            </a:lvl5pPr>
          </a:lstStyle>
          <a:p>
            <a:pPr lvl="0"/>
            <a:r>
              <a:rPr lang="zh-CN" altLang="en-US"/>
              <a:t>单击此处编辑母版文本样式</a:t>
            </a:r>
          </a:p>
        </p:txBody>
      </p:sp>
      <p:sp>
        <p:nvSpPr>
          <p:cNvPr id="4" name="内容占位符 3"/>
          <p:cNvSpPr>
            <a:spLocks noGrp="1"/>
          </p:cNvSpPr>
          <p:nvPr>
            <p:ph sz="half" idx="1"/>
          </p:nvPr>
        </p:nvSpPr>
        <p:spPr>
          <a:xfrm>
            <a:off x="203253" y="1101969"/>
            <a:ext cx="6804908" cy="5526477"/>
          </a:xfrm>
        </p:spPr>
        <p:txBody>
          <a:bodyPr/>
          <a:lstStyle>
            <a:lvl1pPr>
              <a:defRPr sz="3200"/>
            </a:lvl1pPr>
            <a:lvl2pPr>
              <a:defRPr sz="2800"/>
            </a:lvl2pPr>
            <a:lvl3pPr>
              <a:defRPr sz="2400"/>
            </a:lvl3pPr>
            <a:lvl4pPr>
              <a:defRPr sz="2000"/>
            </a:lvl4pPr>
            <a:lvl5pPr>
              <a:defRPr sz="2000"/>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7" name="灯片编号占位符 1"/>
          <p:cNvSpPr>
            <a:spLocks noGrp="1"/>
          </p:cNvSpPr>
          <p:nvPr>
            <p:ph type="sldNum" sz="quarter" idx="4"/>
          </p:nvPr>
        </p:nvSpPr>
        <p:spPr>
          <a:xfrm>
            <a:off x="9401472" y="39539"/>
            <a:ext cx="2744787" cy="365125"/>
          </a:xfrm>
          <a:prstGeom prst="rect">
            <a:avLst/>
          </a:prstGeom>
        </p:spPr>
        <p:txBody>
          <a:bodyPr vert="horz" lIns="91440" tIns="45720" rIns="91440" bIns="45720" rtlCol="0" anchor="ctr"/>
          <a:lstStyle>
            <a:lvl1pPr algn="r">
              <a:defRPr sz="1800">
                <a:solidFill>
                  <a:schemeClr val="bg1"/>
                </a:solidFill>
              </a:defRPr>
            </a:lvl1pPr>
          </a:lstStyle>
          <a:p>
            <a:fld id="{DEA904C8-CD7B-4714-BAE1-F1A91095C3EA}" type="slidenum">
              <a:rPr lang="zh-CN" altLang="en-US" smtClean="0"/>
              <a:pPr/>
              <a:t>‹#›</a:t>
            </a:fld>
            <a:endParaRPr lang="zh-CN" altLang="en-US"/>
          </a:p>
        </p:txBody>
      </p:sp>
    </p:spTree>
    <p:extLst>
      <p:ext uri="{BB962C8B-B14F-4D97-AF65-F5344CB8AC3E}">
        <p14:creationId xmlns:p14="http://schemas.microsoft.com/office/powerpoint/2010/main" val="33397461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7255802" y="1109161"/>
            <a:ext cx="782608" cy="4681637"/>
          </a:xfrm>
        </p:spPr>
        <p:txBody>
          <a:bodyPr vert="vert270" lIns="45720" tIns="0" rIns="45720" anchor="t"/>
          <a:lstStyle>
            <a:lvl1pPr algn="ctr">
              <a:buNone/>
              <a:defRPr sz="2000" b="1"/>
            </a:lvl1pPr>
          </a:lstStyle>
          <a:p>
            <a:r>
              <a:rPr lang="zh-CN" altLang="en-US"/>
              <a:t>单击此处编辑母版标题样式</a:t>
            </a:r>
            <a:endParaRPr lang="en-US"/>
          </a:p>
        </p:txBody>
      </p:sp>
      <p:sp>
        <p:nvSpPr>
          <p:cNvPr id="3" name="图片占位符 2"/>
          <p:cNvSpPr>
            <a:spLocks noGrp="1"/>
          </p:cNvSpPr>
          <p:nvPr>
            <p:ph type="pic" idx="1"/>
          </p:nvPr>
        </p:nvSpPr>
        <p:spPr>
          <a:xfrm>
            <a:off x="538368" y="1143000"/>
            <a:ext cx="6097588" cy="4572000"/>
          </a:xfrm>
          <a:solidFill>
            <a:srgbClr val="EAEAEA"/>
          </a:solidFill>
          <a:ln w="50800">
            <a:solidFill>
              <a:srgbClr val="FFFFFF"/>
            </a:solidFill>
            <a:miter lim="800000"/>
          </a:ln>
          <a:effectLst>
            <a:outerShdw blurRad="57150" dist="31750" dir="4800000" algn="tl" rotWithShape="0">
              <a:srgbClr val="000000">
                <a:alpha val="25000"/>
              </a:srgbClr>
            </a:outerShdw>
          </a:effectLst>
          <a:scene3d>
            <a:camera prst="orthographicFront"/>
            <a:lightRig rig="twoPt" dir="t">
              <a:rot lat="0" lon="0" rev="7200000"/>
            </a:lightRig>
          </a:scene3d>
          <a:sp3d contourW="2540">
            <a:bevelT w="25400" h="19050"/>
            <a:contourClr>
              <a:srgbClr val="AEAEAE"/>
            </a:contourClr>
          </a:sp3d>
        </p:spPr>
        <p:txBody>
          <a:bodyPr>
            <a:normAutofit/>
          </a:bodyPr>
          <a:lstStyle>
            <a:lvl1pPr marL="0" indent="0">
              <a:buNone/>
              <a:defRPr sz="3200"/>
            </a:lvl1pPr>
          </a:lstStyle>
          <a:p>
            <a:pPr lvl="0"/>
            <a:r>
              <a:rPr lang="zh-CN" altLang="en-US" noProof="0"/>
              <a:t>单击图标添加图片</a:t>
            </a:r>
            <a:endParaRPr lang="en-US" noProof="0" dirty="0"/>
          </a:p>
        </p:txBody>
      </p:sp>
      <p:sp>
        <p:nvSpPr>
          <p:cNvPr id="4" name="文本占位符 3"/>
          <p:cNvSpPr>
            <a:spLocks noGrp="1"/>
          </p:cNvSpPr>
          <p:nvPr>
            <p:ph type="body" sz="half" idx="2"/>
          </p:nvPr>
        </p:nvSpPr>
        <p:spPr>
          <a:xfrm>
            <a:off x="8120038" y="3274309"/>
            <a:ext cx="3455300" cy="2516489"/>
          </a:xfrm>
        </p:spPr>
        <p:txBody>
          <a:bodyPr lIns="0" tIns="0" rIns="45720"/>
          <a:lstStyle>
            <a:lvl1pPr marL="0" indent="0">
              <a:lnSpc>
                <a:spcPct val="100000"/>
              </a:lnSpc>
              <a:spcBef>
                <a:spcPts val="0"/>
              </a:spcBef>
              <a:buFontTx/>
              <a:buNone/>
              <a:defRPr sz="1300"/>
            </a:lvl1pPr>
            <a:lvl2pPr>
              <a:buFontTx/>
              <a:buNone/>
              <a:defRPr sz="1200"/>
            </a:lvl2pPr>
            <a:lvl3pPr>
              <a:buFontTx/>
              <a:buNone/>
              <a:defRPr sz="1000"/>
            </a:lvl3pPr>
            <a:lvl4pPr>
              <a:buFontTx/>
              <a:buNone/>
              <a:defRPr sz="900"/>
            </a:lvl4pPr>
            <a:lvl5pPr>
              <a:buFontTx/>
              <a:buNone/>
              <a:defRPr sz="900"/>
            </a:lvl5pPr>
          </a:lstStyle>
          <a:p>
            <a:pPr lvl="0"/>
            <a:r>
              <a:rPr lang="zh-CN" altLang="en-US"/>
              <a:t>单击此处编辑母版文本样式</a:t>
            </a:r>
          </a:p>
        </p:txBody>
      </p:sp>
      <p:sp>
        <p:nvSpPr>
          <p:cNvPr id="7" name="灯片编号占位符 1"/>
          <p:cNvSpPr>
            <a:spLocks noGrp="1"/>
          </p:cNvSpPr>
          <p:nvPr>
            <p:ph type="sldNum" sz="quarter" idx="4"/>
          </p:nvPr>
        </p:nvSpPr>
        <p:spPr>
          <a:xfrm>
            <a:off x="9401472" y="39539"/>
            <a:ext cx="2744787" cy="365125"/>
          </a:xfrm>
          <a:prstGeom prst="rect">
            <a:avLst/>
          </a:prstGeom>
        </p:spPr>
        <p:txBody>
          <a:bodyPr vert="horz" lIns="91440" tIns="45720" rIns="91440" bIns="45720" rtlCol="0" anchor="ctr"/>
          <a:lstStyle>
            <a:lvl1pPr algn="r">
              <a:defRPr sz="1800">
                <a:solidFill>
                  <a:schemeClr val="bg1"/>
                </a:solidFill>
              </a:defRPr>
            </a:lvl1pPr>
          </a:lstStyle>
          <a:p>
            <a:fld id="{DEA904C8-CD7B-4714-BAE1-F1A91095C3EA}" type="slidenum">
              <a:rPr lang="zh-CN" altLang="en-US" smtClean="0"/>
              <a:pPr/>
              <a:t>‹#›</a:t>
            </a:fld>
            <a:endParaRPr lang="zh-CN" altLang="en-US"/>
          </a:p>
        </p:txBody>
      </p:sp>
    </p:spTree>
    <p:extLst>
      <p:ext uri="{BB962C8B-B14F-4D97-AF65-F5344CB8AC3E}">
        <p14:creationId xmlns:p14="http://schemas.microsoft.com/office/powerpoint/2010/main" val="21564841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6" name="灯片编号占位符 1"/>
          <p:cNvSpPr>
            <a:spLocks noGrp="1"/>
          </p:cNvSpPr>
          <p:nvPr>
            <p:ph type="sldNum" sz="quarter" idx="4"/>
          </p:nvPr>
        </p:nvSpPr>
        <p:spPr>
          <a:xfrm>
            <a:off x="9401472" y="39539"/>
            <a:ext cx="2744787" cy="365125"/>
          </a:xfrm>
          <a:prstGeom prst="rect">
            <a:avLst/>
          </a:prstGeom>
        </p:spPr>
        <p:txBody>
          <a:bodyPr vert="horz" lIns="91440" tIns="45720" rIns="91440" bIns="45720" rtlCol="0" anchor="ctr"/>
          <a:lstStyle>
            <a:lvl1pPr algn="r">
              <a:defRPr sz="1800">
                <a:solidFill>
                  <a:schemeClr val="bg1"/>
                </a:solidFill>
              </a:defRPr>
            </a:lvl1pPr>
          </a:lstStyle>
          <a:p>
            <a:fld id="{DEA904C8-CD7B-4714-BAE1-F1A91095C3EA}" type="slidenum">
              <a:rPr lang="zh-CN" altLang="en-US" smtClean="0"/>
              <a:pPr/>
              <a:t>‹#›</a:t>
            </a:fld>
            <a:endParaRPr lang="zh-CN" altLang="en-US"/>
          </a:p>
        </p:txBody>
      </p:sp>
    </p:spTree>
    <p:extLst>
      <p:ext uri="{BB962C8B-B14F-4D97-AF65-F5344CB8AC3E}">
        <p14:creationId xmlns:p14="http://schemas.microsoft.com/office/powerpoint/2010/main" val="86769333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9044755" y="1143000"/>
            <a:ext cx="2540661" cy="5486400"/>
          </a:xfrm>
        </p:spPr>
        <p:txBody>
          <a:bodyPr vert="eaVert"/>
          <a:lstStyle/>
          <a:p>
            <a:r>
              <a:rPr lang="zh-CN" altLang="en-US"/>
              <a:t>单击此处编辑母版标题样式</a:t>
            </a:r>
            <a:endParaRPr lang="en-US"/>
          </a:p>
        </p:txBody>
      </p:sp>
      <p:sp>
        <p:nvSpPr>
          <p:cNvPr id="3" name="竖排文字占位符 2"/>
          <p:cNvSpPr>
            <a:spLocks noGrp="1"/>
          </p:cNvSpPr>
          <p:nvPr>
            <p:ph type="body" orient="vert" idx="1"/>
          </p:nvPr>
        </p:nvSpPr>
        <p:spPr>
          <a:xfrm>
            <a:off x="609759" y="1143000"/>
            <a:ext cx="8333370" cy="54864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6" name="灯片编号占位符 1"/>
          <p:cNvSpPr>
            <a:spLocks noGrp="1"/>
          </p:cNvSpPr>
          <p:nvPr>
            <p:ph type="sldNum" sz="quarter" idx="4"/>
          </p:nvPr>
        </p:nvSpPr>
        <p:spPr>
          <a:xfrm>
            <a:off x="9401472" y="39539"/>
            <a:ext cx="2744787" cy="365125"/>
          </a:xfrm>
          <a:prstGeom prst="rect">
            <a:avLst/>
          </a:prstGeom>
        </p:spPr>
        <p:txBody>
          <a:bodyPr vert="horz" lIns="91440" tIns="45720" rIns="91440" bIns="45720" rtlCol="0" anchor="ctr"/>
          <a:lstStyle>
            <a:lvl1pPr algn="r">
              <a:defRPr sz="1800">
                <a:solidFill>
                  <a:schemeClr val="bg1"/>
                </a:solidFill>
              </a:defRPr>
            </a:lvl1pPr>
          </a:lstStyle>
          <a:p>
            <a:fld id="{DEA904C8-CD7B-4714-BAE1-F1A91095C3EA}" type="slidenum">
              <a:rPr lang="zh-CN" altLang="en-US" smtClean="0"/>
              <a:pPr/>
              <a:t>‹#›</a:t>
            </a:fld>
            <a:endParaRPr lang="zh-CN" altLang="en-US"/>
          </a:p>
        </p:txBody>
      </p:sp>
    </p:spTree>
    <p:extLst>
      <p:ext uri="{BB962C8B-B14F-4D97-AF65-F5344CB8AC3E}">
        <p14:creationId xmlns:p14="http://schemas.microsoft.com/office/powerpoint/2010/main" val="41865067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4"/>
          <a:srcRect/>
          <a:stretch>
            <a:fillRect/>
          </a:stretch>
        </a:blipFill>
        <a:effectLst/>
      </p:bgPr>
    </p:bg>
    <p:spTree>
      <p:nvGrpSpPr>
        <p:cNvPr id="1" name=""/>
        <p:cNvGrpSpPr/>
        <p:nvPr/>
      </p:nvGrpSpPr>
      <p:grpSpPr>
        <a:xfrm>
          <a:off x="0" y="0"/>
          <a:ext cx="0" cy="0"/>
          <a:chOff x="0" y="0"/>
          <a:chExt cx="0" cy="0"/>
        </a:xfrm>
      </p:grpSpPr>
      <p:sp useBgFill="1">
        <p:nvSpPr>
          <p:cNvPr id="33" name="圆角矩形 32"/>
          <p:cNvSpPr/>
          <p:nvPr/>
        </p:nvSpPr>
        <p:spPr bwMode="white">
          <a:xfrm>
            <a:off x="7212013" y="496888"/>
            <a:ext cx="4086225" cy="28575"/>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kumimoji="0" lang="en-US"/>
          </a:p>
        </p:txBody>
      </p:sp>
      <p:sp useBgFill="1">
        <p:nvSpPr>
          <p:cNvPr id="34" name="圆角矩形 33"/>
          <p:cNvSpPr/>
          <p:nvPr/>
        </p:nvSpPr>
        <p:spPr bwMode="white">
          <a:xfrm>
            <a:off x="9834563" y="588963"/>
            <a:ext cx="2133600" cy="36512"/>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kumimoji="0" lang="en-US"/>
          </a:p>
        </p:txBody>
      </p:sp>
      <p:sp>
        <p:nvSpPr>
          <p:cNvPr id="1028" name="标题占位符 21"/>
          <p:cNvSpPr>
            <a:spLocks noGrp="1"/>
          </p:cNvSpPr>
          <p:nvPr>
            <p:ph type="title"/>
          </p:nvPr>
        </p:nvSpPr>
        <p:spPr bwMode="auto">
          <a:xfrm>
            <a:off x="609600" y="1052736"/>
            <a:ext cx="10975975"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endParaRPr lang="en-US" altLang="zh-CN"/>
          </a:p>
        </p:txBody>
      </p:sp>
      <p:sp>
        <p:nvSpPr>
          <p:cNvPr id="1029" name="文本占位符 12"/>
          <p:cNvSpPr>
            <a:spLocks noGrp="1"/>
          </p:cNvSpPr>
          <p:nvPr>
            <p:ph type="body" idx="1"/>
          </p:nvPr>
        </p:nvSpPr>
        <p:spPr bwMode="auto">
          <a:xfrm>
            <a:off x="609600" y="2276872"/>
            <a:ext cx="10975975" cy="42969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ltLang="zh-CN"/>
          </a:p>
        </p:txBody>
      </p:sp>
      <p:sp>
        <p:nvSpPr>
          <p:cNvPr id="18" name="TextBox 17"/>
          <p:cNvSpPr txBox="1"/>
          <p:nvPr/>
        </p:nvSpPr>
        <p:spPr>
          <a:xfrm>
            <a:off x="8977907" y="6597650"/>
            <a:ext cx="3072806" cy="261938"/>
          </a:xfrm>
          <a:prstGeom prst="rect">
            <a:avLst/>
          </a:prstGeom>
          <a:noFill/>
        </p:spPr>
        <p:txBody>
          <a:bodyPr wrap="square">
            <a:spAutoFit/>
          </a:bodyPr>
          <a:lstStyle/>
          <a:p>
            <a:pPr>
              <a:defRPr/>
            </a:pPr>
            <a:r>
              <a:rPr lang="en-US" altLang="zh-CN" sz="1100" dirty="0">
                <a:latin typeface="+mn-ea"/>
                <a:ea typeface="+mn-ea"/>
              </a:rPr>
              <a:t>C++</a:t>
            </a:r>
            <a:r>
              <a:rPr lang="zh-CN" altLang="en-US" sz="1100" dirty="0">
                <a:latin typeface="+mn-ea"/>
                <a:ea typeface="+mn-ea"/>
              </a:rPr>
              <a:t>语言程序设计（第</a:t>
            </a:r>
            <a:r>
              <a:rPr lang="en-US" altLang="zh-CN" sz="1100" dirty="0">
                <a:latin typeface="+mn-ea"/>
                <a:ea typeface="+mn-ea"/>
              </a:rPr>
              <a:t>5</a:t>
            </a:r>
            <a:r>
              <a:rPr lang="zh-CN" altLang="en-US" sz="1100" dirty="0">
                <a:latin typeface="+mn-ea"/>
                <a:ea typeface="+mn-ea"/>
              </a:rPr>
              <a:t>版），郑莉，清华大学</a:t>
            </a:r>
          </a:p>
        </p:txBody>
      </p:sp>
      <p:sp>
        <p:nvSpPr>
          <p:cNvPr id="2" name="灯片编号占位符 1"/>
          <p:cNvSpPr>
            <a:spLocks noGrp="1"/>
          </p:cNvSpPr>
          <p:nvPr>
            <p:ph type="sldNum" sz="quarter" idx="4"/>
          </p:nvPr>
        </p:nvSpPr>
        <p:spPr>
          <a:xfrm>
            <a:off x="9401472" y="39539"/>
            <a:ext cx="2744787" cy="365125"/>
          </a:xfrm>
          <a:prstGeom prst="rect">
            <a:avLst/>
          </a:prstGeom>
        </p:spPr>
        <p:txBody>
          <a:bodyPr vert="horz" lIns="91440" tIns="45720" rIns="91440" bIns="45720" rtlCol="0" anchor="ctr"/>
          <a:lstStyle>
            <a:lvl1pPr algn="r">
              <a:defRPr sz="1800">
                <a:solidFill>
                  <a:schemeClr val="bg1"/>
                </a:solidFill>
              </a:defRPr>
            </a:lvl1pPr>
          </a:lstStyle>
          <a:p>
            <a:fld id="{DEA904C8-CD7B-4714-BAE1-F1A91095C3EA}" type="slidenum">
              <a:rPr lang="zh-CN" altLang="en-US" smtClean="0"/>
              <a:pPr/>
              <a:t>‹#›</a:t>
            </a:fld>
            <a:endParaRPr lang="zh-CN" altLang="en-US"/>
          </a:p>
        </p:txBody>
      </p:sp>
    </p:spTree>
  </p:cSld>
  <p:clrMap bg1="lt1" tx1="dk1" bg2="lt2" tx2="dk2" accent1="accent1" accent2="accent2" accent3="accent3" accent4="accent4" accent5="accent5" accent6="accent6" hlink="hlink" folHlink="folHlink"/>
  <p:sldLayoutIdLst>
    <p:sldLayoutId id="2147484972" r:id="rId1"/>
    <p:sldLayoutId id="2147484973" r:id="rId2"/>
    <p:sldLayoutId id="2147484982" r:id="rId3"/>
    <p:sldLayoutId id="2147484974" r:id="rId4"/>
    <p:sldLayoutId id="2147484975" r:id="rId5"/>
    <p:sldLayoutId id="2147484971" r:id="rId6"/>
    <p:sldLayoutId id="2147484976" r:id="rId7"/>
    <p:sldLayoutId id="2147484977" r:id="rId8"/>
    <p:sldLayoutId id="2147484978" r:id="rId9"/>
    <p:sldLayoutId id="2147484979" r:id="rId10"/>
    <p:sldLayoutId id="2147484980" r:id="rId11"/>
    <p:sldLayoutId id="2147484981" r:id="rId12"/>
  </p:sldLayoutIdLst>
  <p:hf hdr="0" ftr="0" dt="0"/>
  <p:txStyles>
    <p:titleStyle>
      <a:lvl1pPr algn="l" rtl="0" eaLnBrk="0" fontAlgn="base" hangingPunct="0">
        <a:spcBef>
          <a:spcPct val="0"/>
        </a:spcBef>
        <a:spcAft>
          <a:spcPct val="0"/>
        </a:spcAft>
        <a:defRPr sz="3600" kern="1200">
          <a:solidFill>
            <a:schemeClr val="accent4">
              <a:lumMod val="75000"/>
            </a:schemeClr>
          </a:solidFill>
          <a:latin typeface="微软雅黑" panose="020B0503020204020204" pitchFamily="34" charset="-122"/>
          <a:ea typeface="微软雅黑" panose="020B0503020204020204" pitchFamily="34" charset="-122"/>
          <a:cs typeface="+mj-cs"/>
        </a:defRPr>
      </a:lvl1pPr>
      <a:lvl2pPr algn="l" rtl="0" eaLnBrk="0" fontAlgn="base" hangingPunct="0">
        <a:spcBef>
          <a:spcPct val="0"/>
        </a:spcBef>
        <a:spcAft>
          <a:spcPct val="0"/>
        </a:spcAft>
        <a:defRPr sz="4000">
          <a:solidFill>
            <a:schemeClr val="tx2"/>
          </a:solidFill>
          <a:latin typeface="Trebuchet MS" pitchFamily="34" charset="0"/>
          <a:ea typeface="方正姚体" pitchFamily="2" charset="-122"/>
        </a:defRPr>
      </a:lvl2pPr>
      <a:lvl3pPr algn="l" rtl="0" eaLnBrk="0" fontAlgn="base" hangingPunct="0">
        <a:spcBef>
          <a:spcPct val="0"/>
        </a:spcBef>
        <a:spcAft>
          <a:spcPct val="0"/>
        </a:spcAft>
        <a:defRPr sz="4000">
          <a:solidFill>
            <a:schemeClr val="tx2"/>
          </a:solidFill>
          <a:latin typeface="Trebuchet MS" pitchFamily="34" charset="0"/>
          <a:ea typeface="方正姚体" pitchFamily="2" charset="-122"/>
        </a:defRPr>
      </a:lvl3pPr>
      <a:lvl4pPr algn="l" rtl="0" eaLnBrk="0" fontAlgn="base" hangingPunct="0">
        <a:spcBef>
          <a:spcPct val="0"/>
        </a:spcBef>
        <a:spcAft>
          <a:spcPct val="0"/>
        </a:spcAft>
        <a:defRPr sz="4000">
          <a:solidFill>
            <a:schemeClr val="tx2"/>
          </a:solidFill>
          <a:latin typeface="Trebuchet MS" pitchFamily="34" charset="0"/>
          <a:ea typeface="方正姚体" pitchFamily="2" charset="-122"/>
        </a:defRPr>
      </a:lvl4pPr>
      <a:lvl5pPr algn="l" rtl="0" eaLnBrk="0" fontAlgn="base" hangingPunct="0">
        <a:spcBef>
          <a:spcPct val="0"/>
        </a:spcBef>
        <a:spcAft>
          <a:spcPct val="0"/>
        </a:spcAft>
        <a:defRPr sz="4000">
          <a:solidFill>
            <a:schemeClr val="tx2"/>
          </a:solidFill>
          <a:latin typeface="Trebuchet MS" pitchFamily="34" charset="0"/>
          <a:ea typeface="方正姚体" pitchFamily="2" charset="-122"/>
        </a:defRPr>
      </a:lvl5pPr>
      <a:lvl6pPr marL="457200" algn="l" rtl="0" fontAlgn="base">
        <a:spcBef>
          <a:spcPct val="0"/>
        </a:spcBef>
        <a:spcAft>
          <a:spcPct val="0"/>
        </a:spcAft>
        <a:defRPr sz="4000">
          <a:solidFill>
            <a:schemeClr val="tx2"/>
          </a:solidFill>
          <a:latin typeface="Trebuchet MS" pitchFamily="34" charset="0"/>
          <a:ea typeface="方正姚体" pitchFamily="2" charset="-122"/>
        </a:defRPr>
      </a:lvl6pPr>
      <a:lvl7pPr marL="914400" algn="l" rtl="0" fontAlgn="base">
        <a:spcBef>
          <a:spcPct val="0"/>
        </a:spcBef>
        <a:spcAft>
          <a:spcPct val="0"/>
        </a:spcAft>
        <a:defRPr sz="4000">
          <a:solidFill>
            <a:schemeClr val="tx2"/>
          </a:solidFill>
          <a:latin typeface="Trebuchet MS" pitchFamily="34" charset="0"/>
          <a:ea typeface="方正姚体" pitchFamily="2" charset="-122"/>
        </a:defRPr>
      </a:lvl7pPr>
      <a:lvl8pPr marL="1371600" algn="l" rtl="0" fontAlgn="base">
        <a:spcBef>
          <a:spcPct val="0"/>
        </a:spcBef>
        <a:spcAft>
          <a:spcPct val="0"/>
        </a:spcAft>
        <a:defRPr sz="4000">
          <a:solidFill>
            <a:schemeClr val="tx2"/>
          </a:solidFill>
          <a:latin typeface="Trebuchet MS" pitchFamily="34" charset="0"/>
          <a:ea typeface="方正姚体" pitchFamily="2" charset="-122"/>
        </a:defRPr>
      </a:lvl8pPr>
      <a:lvl9pPr marL="1828800" algn="l" rtl="0" fontAlgn="base">
        <a:spcBef>
          <a:spcPct val="0"/>
        </a:spcBef>
        <a:spcAft>
          <a:spcPct val="0"/>
        </a:spcAft>
        <a:defRPr sz="4000">
          <a:solidFill>
            <a:schemeClr val="tx2"/>
          </a:solidFill>
          <a:latin typeface="Trebuchet MS" pitchFamily="34" charset="0"/>
          <a:ea typeface="方正姚体" pitchFamily="2" charset="-122"/>
        </a:defRPr>
      </a:lvl9pPr>
    </p:titleStyle>
    <p:bodyStyle>
      <a:lvl1pPr marL="365125" indent="-255588" algn="l" rtl="0" eaLnBrk="0" fontAlgn="base" hangingPunct="0">
        <a:spcBef>
          <a:spcPts val="300"/>
        </a:spcBef>
        <a:spcAft>
          <a:spcPct val="0"/>
        </a:spcAft>
        <a:buClr>
          <a:srgbClr val="A04DA3"/>
        </a:buClr>
        <a:buFont typeface="Georgia" panose="02040502050405020303" pitchFamily="18" charset="0"/>
        <a:buChar char="•"/>
        <a:defRPr sz="2800" kern="1200">
          <a:solidFill>
            <a:schemeClr val="tx1"/>
          </a:solidFill>
          <a:latin typeface="+mn-lt"/>
          <a:ea typeface="+mn-ea"/>
          <a:cs typeface="+mn-cs"/>
        </a:defRPr>
      </a:lvl1pPr>
      <a:lvl2pPr marL="657225" indent="-246063" algn="l" rtl="0" eaLnBrk="0" fontAlgn="base" hangingPunct="0">
        <a:spcBef>
          <a:spcPts val="300"/>
        </a:spcBef>
        <a:spcAft>
          <a:spcPct val="0"/>
        </a:spcAft>
        <a:buClr>
          <a:schemeClr val="accent2"/>
        </a:buClr>
        <a:buFont typeface="Georgia" panose="02040502050405020303" pitchFamily="18" charset="0"/>
        <a:buChar char="▫"/>
        <a:defRPr sz="2600" kern="1200">
          <a:solidFill>
            <a:schemeClr val="accent1"/>
          </a:solidFill>
          <a:latin typeface="+mn-lt"/>
          <a:ea typeface="+mn-ea"/>
          <a:cs typeface="+mn-cs"/>
        </a:defRPr>
      </a:lvl2pPr>
      <a:lvl3pPr marL="922338" indent="-219075" algn="l" rtl="0" eaLnBrk="0" fontAlgn="base" hangingPunct="0">
        <a:spcBef>
          <a:spcPts val="300"/>
        </a:spcBef>
        <a:spcAft>
          <a:spcPct val="0"/>
        </a:spcAft>
        <a:buClr>
          <a:schemeClr val="accent1"/>
        </a:buClr>
        <a:buFont typeface="Wingdings 2" panose="05020102010507070707" pitchFamily="18" charset="2"/>
        <a:buChar char=""/>
        <a:defRPr sz="2400" kern="1200">
          <a:solidFill>
            <a:schemeClr val="accent1"/>
          </a:solidFill>
          <a:latin typeface="+mn-lt"/>
          <a:ea typeface="+mn-ea"/>
          <a:cs typeface="+mn-cs"/>
        </a:defRPr>
      </a:lvl3pPr>
      <a:lvl4pPr marL="1179513" indent="-200025" algn="l" rtl="0" eaLnBrk="0" fontAlgn="base" hangingPunct="0">
        <a:spcBef>
          <a:spcPts val="300"/>
        </a:spcBef>
        <a:spcAft>
          <a:spcPct val="0"/>
        </a:spcAft>
        <a:buClr>
          <a:schemeClr val="accent1"/>
        </a:buClr>
        <a:buFont typeface="Wingdings 2" panose="05020102010507070707" pitchFamily="18" charset="2"/>
        <a:buChar char=""/>
        <a:defRPr sz="2200" kern="1200">
          <a:solidFill>
            <a:schemeClr val="accent1"/>
          </a:solidFill>
          <a:latin typeface="+mn-lt"/>
          <a:ea typeface="+mn-ea"/>
          <a:cs typeface="+mn-cs"/>
        </a:defRPr>
      </a:lvl4pPr>
      <a:lvl5pPr marL="1389063" indent="-182563" algn="l" rtl="0" eaLnBrk="0" fontAlgn="base" hangingPunct="0">
        <a:spcBef>
          <a:spcPts val="300"/>
        </a:spcBef>
        <a:spcAft>
          <a:spcPct val="0"/>
        </a:spcAft>
        <a:buClr>
          <a:srgbClr val="A04DA3"/>
        </a:buClr>
        <a:buFont typeface="Georgia" panose="02040502050405020303" pitchFamily="18" charset="0"/>
        <a:buChar char="▫"/>
        <a:defRPr sz="2000" kern="1200">
          <a:solidFill>
            <a:srgbClr val="A04DA3"/>
          </a:solidFill>
          <a:latin typeface="+mn-lt"/>
          <a:ea typeface="+mn-ea"/>
          <a:cs typeface="+mn-cs"/>
        </a:defRPr>
      </a:lvl5pPr>
      <a:lvl6pPr marL="1609344" indent="-182880" algn="l" rtl="0" eaLnBrk="1" latinLnBrk="0" hangingPunct="1">
        <a:spcBef>
          <a:spcPts val="300"/>
        </a:spcBef>
        <a:buClr>
          <a:schemeClr val="accent3"/>
        </a:buClr>
        <a:buFont typeface="Georgia"/>
        <a:buChar char="▫"/>
        <a:defRPr kumimoji="0" sz="1800" kern="1200">
          <a:solidFill>
            <a:schemeClr val="accent3"/>
          </a:solidFill>
          <a:latin typeface="+mn-lt"/>
          <a:ea typeface="+mn-ea"/>
          <a:cs typeface="+mn-cs"/>
        </a:defRPr>
      </a:lvl6pPr>
      <a:lvl7pPr marL="1828800" indent="-182880" algn="l" rtl="0" eaLnBrk="1" latinLnBrk="0" hangingPunct="1">
        <a:spcBef>
          <a:spcPts val="300"/>
        </a:spcBef>
        <a:buClr>
          <a:schemeClr val="accent3"/>
        </a:buClr>
        <a:buFont typeface="Georgia"/>
        <a:buChar char="▫"/>
        <a:defRPr kumimoji="0" sz="1600" kern="1200">
          <a:solidFill>
            <a:schemeClr val="accent3"/>
          </a:solidFill>
          <a:latin typeface="+mn-lt"/>
          <a:ea typeface="+mn-ea"/>
          <a:cs typeface="+mn-cs"/>
        </a:defRPr>
      </a:lvl7pPr>
      <a:lvl8pPr marL="2029968" indent="-182880" algn="l" rtl="0" eaLnBrk="1" latinLnBrk="0" hangingPunct="1">
        <a:spcBef>
          <a:spcPts val="300"/>
        </a:spcBef>
        <a:buClr>
          <a:schemeClr val="accent3"/>
        </a:buClr>
        <a:buFont typeface="Georgia"/>
        <a:buChar char="◦"/>
        <a:defRPr kumimoji="0" sz="1500" kern="1200">
          <a:solidFill>
            <a:schemeClr val="accent3"/>
          </a:solidFill>
          <a:latin typeface="+mn-lt"/>
          <a:ea typeface="+mn-ea"/>
          <a:cs typeface="+mn-cs"/>
        </a:defRPr>
      </a:lvl8pPr>
      <a:lvl9pPr marL="2240280" indent="-182880" algn="l" rtl="0" eaLnBrk="1" latinLnBrk="0" hangingPunct="1">
        <a:spcBef>
          <a:spcPts val="300"/>
        </a:spcBef>
        <a:buClr>
          <a:schemeClr val="accent3"/>
        </a:buClr>
        <a:buFont typeface="Georgia"/>
        <a:buChar char="◦"/>
        <a:defRPr kumimoji="0" sz="1400" kern="1200" baseline="0">
          <a:solidFill>
            <a:schemeClr val="accent3"/>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Rectangle 2"/>
          <p:cNvSpPr>
            <a:spLocks noGrp="1" noChangeArrowheads="1"/>
          </p:cNvSpPr>
          <p:nvPr>
            <p:ph type="ctrTitle"/>
          </p:nvPr>
        </p:nvSpPr>
        <p:spPr/>
        <p:txBody>
          <a:bodyPr/>
          <a:lstStyle/>
          <a:p>
            <a:r>
              <a:rPr lang="zh-CN" altLang="zh-CN" dirty="0"/>
              <a:t>第</a:t>
            </a:r>
            <a:r>
              <a:rPr lang="zh-CN" altLang="en-US" dirty="0"/>
              <a:t> </a:t>
            </a:r>
            <a:r>
              <a:rPr lang="en-US" altLang="zh-CN" dirty="0"/>
              <a:t>2 </a:t>
            </a:r>
            <a:r>
              <a:rPr lang="zh-CN" altLang="zh-CN" dirty="0"/>
              <a:t>章</a:t>
            </a:r>
            <a:r>
              <a:rPr lang="en-US" altLang="zh-CN" dirty="0"/>
              <a:t>  C++</a:t>
            </a:r>
            <a:r>
              <a:rPr lang="zh-CN" altLang="en-US" dirty="0"/>
              <a:t>简单程序设计</a:t>
            </a:r>
          </a:p>
        </p:txBody>
      </p:sp>
      <p:sp>
        <p:nvSpPr>
          <p:cNvPr id="12292" name="Rectangle 3"/>
          <p:cNvSpPr>
            <a:spLocks noGrp="1" noChangeArrowheads="1"/>
          </p:cNvSpPr>
          <p:nvPr>
            <p:ph type="subTitle" idx="1"/>
          </p:nvPr>
        </p:nvSpPr>
        <p:spPr>
          <a:xfrm>
            <a:off x="2773847" y="3899938"/>
            <a:ext cx="6605720" cy="1752600"/>
          </a:xfrm>
        </p:spPr>
        <p:txBody>
          <a:bodyPr/>
          <a:lstStyle/>
          <a:p>
            <a:r>
              <a:rPr lang="zh-CN" altLang="en-US"/>
              <a:t>郑  莉    清华大学</a:t>
            </a:r>
          </a:p>
        </p:txBody>
      </p:sp>
      <p:sp>
        <p:nvSpPr>
          <p:cNvPr id="6" name="Rectangle 3"/>
          <p:cNvSpPr txBox="1">
            <a:spLocks noChangeArrowheads="1"/>
          </p:cNvSpPr>
          <p:nvPr/>
        </p:nvSpPr>
        <p:spPr bwMode="auto">
          <a:xfrm>
            <a:off x="6241603" y="6094599"/>
            <a:ext cx="5688210" cy="6714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7" tIns="45713" rIns="91427" bIns="45713"/>
          <a:lstStyle>
            <a:lvl1pPr marL="61913" eaLnBrk="0" hangingPunct="0">
              <a:defRPr kumimoji="1" sz="2400">
                <a:solidFill>
                  <a:schemeClr val="tx1"/>
                </a:solidFill>
                <a:latin typeface="Times New Roman" panose="02020603050405020304" pitchFamily="18" charset="0"/>
                <a:ea typeface="隶书" panose="02010509060101010101" pitchFamily="49" charset="-122"/>
              </a:defRPr>
            </a:lvl1pPr>
            <a:lvl2pPr marL="742950" indent="-285750" eaLnBrk="0" hangingPunct="0">
              <a:defRPr kumimoji="1" sz="2400">
                <a:solidFill>
                  <a:schemeClr val="tx1"/>
                </a:solidFill>
                <a:latin typeface="Times New Roman" panose="02020603050405020304" pitchFamily="18" charset="0"/>
                <a:ea typeface="隶书" panose="02010509060101010101" pitchFamily="49" charset="-122"/>
              </a:defRPr>
            </a:lvl2pPr>
            <a:lvl3pPr marL="1143000" indent="-228600" eaLnBrk="0" hangingPunct="0">
              <a:defRPr kumimoji="1" sz="2400">
                <a:solidFill>
                  <a:schemeClr val="tx1"/>
                </a:solidFill>
                <a:latin typeface="Times New Roman" panose="02020603050405020304" pitchFamily="18" charset="0"/>
                <a:ea typeface="隶书" panose="02010509060101010101" pitchFamily="49" charset="-122"/>
              </a:defRPr>
            </a:lvl3pPr>
            <a:lvl4pPr marL="1600200" indent="-228600" eaLnBrk="0" hangingPunct="0">
              <a:defRPr kumimoji="1" sz="2400">
                <a:solidFill>
                  <a:schemeClr val="tx1"/>
                </a:solidFill>
                <a:latin typeface="Times New Roman" panose="02020603050405020304" pitchFamily="18" charset="0"/>
                <a:ea typeface="隶书" panose="02010509060101010101" pitchFamily="49" charset="-122"/>
              </a:defRPr>
            </a:lvl4pPr>
            <a:lvl5pPr marL="2057400" indent="-228600" eaLnBrk="0" hangingPunct="0">
              <a:defRPr kumimoji="1"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pPr eaLnBrk="1" hangingPunct="1">
              <a:spcBef>
                <a:spcPts val="300"/>
              </a:spcBef>
              <a:buClr>
                <a:srgbClr val="A04DA3"/>
              </a:buClr>
            </a:pPr>
            <a:r>
              <a:rPr kumimoji="0" lang="zh-CN" altLang="en-US" sz="1600" dirty="0">
                <a:solidFill>
                  <a:schemeClr val="bg1"/>
                </a:solidFill>
                <a:latin typeface="+mn-ea"/>
                <a:ea typeface="+mn-ea"/>
              </a:rPr>
              <a:t>教材：</a:t>
            </a:r>
            <a:r>
              <a:rPr kumimoji="0" lang="en-US" altLang="zh-CN" sz="1600" dirty="0">
                <a:solidFill>
                  <a:schemeClr val="bg1"/>
                </a:solidFill>
                <a:latin typeface="+mn-ea"/>
                <a:ea typeface="+mn-ea"/>
              </a:rPr>
              <a:t>C++</a:t>
            </a:r>
            <a:r>
              <a:rPr kumimoji="0" lang="zh-CN" altLang="en-US" sz="1600" dirty="0">
                <a:solidFill>
                  <a:schemeClr val="bg1"/>
                </a:solidFill>
                <a:latin typeface="+mn-ea"/>
                <a:ea typeface="+mn-ea"/>
              </a:rPr>
              <a:t>语言程序设计（第</a:t>
            </a:r>
            <a:r>
              <a:rPr kumimoji="0" lang="en-US" altLang="zh-CN" sz="1600" dirty="0">
                <a:solidFill>
                  <a:schemeClr val="bg1"/>
                </a:solidFill>
                <a:latin typeface="+mn-ea"/>
                <a:ea typeface="+mn-ea"/>
              </a:rPr>
              <a:t>5</a:t>
            </a:r>
            <a:r>
              <a:rPr kumimoji="0" lang="zh-CN" altLang="en-US" sz="1600" dirty="0">
                <a:solidFill>
                  <a:schemeClr val="bg1"/>
                </a:solidFill>
                <a:latin typeface="+mn-ea"/>
                <a:ea typeface="+mn-ea"/>
              </a:rPr>
              <a:t>版） 郑莉  清华大学出版社</a:t>
            </a:r>
            <a:endParaRPr kumimoji="0" lang="en-US" altLang="zh-CN" sz="1600" dirty="0">
              <a:solidFill>
                <a:schemeClr val="bg1"/>
              </a:solidFill>
              <a:latin typeface="+mn-ea"/>
              <a:ea typeface="+mn-ea"/>
            </a:endParaRPr>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4"/>
          <p:cNvSpPr>
            <a:spLocks noGrp="1" noChangeArrowheads="1"/>
          </p:cNvSpPr>
          <p:nvPr>
            <p:ph type="title"/>
          </p:nvPr>
        </p:nvSpPr>
        <p:spPr/>
        <p:txBody>
          <a:bodyPr/>
          <a:lstStyle/>
          <a:p>
            <a:r>
              <a:rPr lang="zh-CN" altLang="en-US"/>
              <a:t>目录</a:t>
            </a:r>
            <a:endParaRPr lang="zh-CN" altLang="en-US" dirty="0"/>
          </a:p>
        </p:txBody>
      </p:sp>
      <p:sp>
        <p:nvSpPr>
          <p:cNvPr id="4100" name="Rectangle 5"/>
          <p:cNvSpPr>
            <a:spLocks noGrp="1" noChangeArrowheads="1"/>
          </p:cNvSpPr>
          <p:nvPr>
            <p:ph idx="1"/>
          </p:nvPr>
        </p:nvSpPr>
        <p:spPr/>
        <p:txBody>
          <a:bodyPr/>
          <a:lstStyle/>
          <a:p>
            <a:r>
              <a:rPr lang="en-US" altLang="zh-CN" dirty="0"/>
              <a:t>C++</a:t>
            </a:r>
            <a:r>
              <a:rPr lang="zh-CN" altLang="en-US" dirty="0"/>
              <a:t>语言概述</a:t>
            </a:r>
            <a:endParaRPr lang="en-US" altLang="zh-CN" dirty="0"/>
          </a:p>
          <a:p>
            <a:r>
              <a:rPr lang="zh-CN" altLang="en-US" dirty="0"/>
              <a:t>标准</a:t>
            </a:r>
            <a:r>
              <a:rPr lang="en-US" altLang="zh-CN" dirty="0"/>
              <a:t>I/O</a:t>
            </a:r>
            <a:r>
              <a:rPr lang="zh-CN" altLang="en-US" dirty="0"/>
              <a:t>流</a:t>
            </a:r>
            <a:endParaRPr lang="en-US" altLang="zh-CN" dirty="0"/>
          </a:p>
          <a:p>
            <a:r>
              <a:rPr lang="zh-CN" altLang="en-US" dirty="0"/>
              <a:t>基本数据类型和表达式</a:t>
            </a:r>
            <a:endParaRPr lang="en-US" altLang="zh-CN" dirty="0"/>
          </a:p>
          <a:p>
            <a:r>
              <a:rPr lang="zh-CN" altLang="en-US" dirty="0"/>
              <a:t>流程控制</a:t>
            </a:r>
            <a:endParaRPr lang="en-US" altLang="zh-CN" dirty="0"/>
          </a:p>
          <a:p>
            <a:pPr lvl="1"/>
            <a:r>
              <a:rPr lang="zh-CN" altLang="en-US" dirty="0"/>
              <a:t>顺序</a:t>
            </a:r>
            <a:endParaRPr lang="en-US" altLang="zh-CN" dirty="0"/>
          </a:p>
          <a:p>
            <a:pPr lvl="1"/>
            <a:r>
              <a:rPr lang="zh-CN" altLang="en-US" dirty="0"/>
              <a:t>选择</a:t>
            </a:r>
            <a:endParaRPr lang="en-US" altLang="zh-CN" dirty="0"/>
          </a:p>
          <a:p>
            <a:pPr lvl="1"/>
            <a:r>
              <a:rPr lang="zh-CN" altLang="en-US" dirty="0"/>
              <a:t>循环</a:t>
            </a:r>
            <a:endParaRPr lang="en-US" altLang="zh-CN" dirty="0"/>
          </a:p>
          <a:p>
            <a:r>
              <a:rPr lang="zh-CN" altLang="en-US" dirty="0"/>
              <a:t>其他控制语句</a:t>
            </a:r>
            <a:endParaRPr lang="en-US" altLang="zh-CN" dirty="0"/>
          </a:p>
        </p:txBody>
      </p:sp>
      <p:sp>
        <p:nvSpPr>
          <p:cNvPr id="2" name="灯片编号占位符 1"/>
          <p:cNvSpPr>
            <a:spLocks noGrp="1"/>
          </p:cNvSpPr>
          <p:nvPr>
            <p:ph type="sldNum" sz="quarter" idx="4"/>
          </p:nvPr>
        </p:nvSpPr>
        <p:spPr/>
        <p:txBody>
          <a:bodyPr/>
          <a:lstStyle/>
          <a:p>
            <a:fld id="{DEA904C8-CD7B-4714-BAE1-F1A91095C3EA}" type="slidenum">
              <a:rPr lang="zh-CN" altLang="en-US" smtClean="0"/>
              <a:pPr/>
              <a:t>2</a:t>
            </a:fld>
            <a:endParaRPr lang="zh-CN" altLang="en-US"/>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a:xfrm>
            <a:off x="609600" y="1076325"/>
            <a:ext cx="10975975" cy="768499"/>
          </a:xfrm>
        </p:spPr>
        <p:txBody>
          <a:bodyPr/>
          <a:lstStyle/>
          <a:p>
            <a:pPr eaLnBrk="1" hangingPunct="1">
              <a:defRPr/>
            </a:pPr>
            <a:r>
              <a:rPr lang="en-US" altLang="zh-CN">
                <a:solidFill>
                  <a:schemeClr val="accent4">
                    <a:lumMod val="75000"/>
                  </a:schemeClr>
                </a:solidFill>
                <a:latin typeface="微软雅黑" pitchFamily="34" charset="-122"/>
                <a:ea typeface="微软雅黑" pitchFamily="34" charset="-122"/>
              </a:rPr>
              <a:t>C++</a:t>
            </a:r>
            <a:r>
              <a:rPr lang="zh-CN" altLang="en-US">
                <a:solidFill>
                  <a:schemeClr val="accent4">
                    <a:lumMod val="75000"/>
                  </a:schemeClr>
                </a:solidFill>
                <a:latin typeface="微软雅黑" pitchFamily="34" charset="-122"/>
                <a:ea typeface="微软雅黑" pitchFamily="34" charset="-122"/>
              </a:rPr>
              <a:t>的产生和发展</a:t>
            </a:r>
            <a:endParaRPr lang="zh-CN" altLang="en-US" dirty="0">
              <a:solidFill>
                <a:schemeClr val="accent4">
                  <a:lumMod val="75000"/>
                </a:schemeClr>
              </a:solidFill>
              <a:latin typeface="微软雅黑" pitchFamily="34" charset="-122"/>
              <a:ea typeface="微软雅黑" pitchFamily="34" charset="-122"/>
            </a:endParaRPr>
          </a:p>
        </p:txBody>
      </p:sp>
      <p:sp>
        <p:nvSpPr>
          <p:cNvPr id="14339" name="Rectangle 3"/>
          <p:cNvSpPr>
            <a:spLocks noGrp="1" noChangeArrowheads="1"/>
          </p:cNvSpPr>
          <p:nvPr>
            <p:ph idx="1"/>
          </p:nvPr>
        </p:nvSpPr>
        <p:spPr>
          <a:xfrm>
            <a:off x="334963" y="1844825"/>
            <a:ext cx="11018837" cy="4608364"/>
          </a:xfrm>
        </p:spPr>
        <p:txBody>
          <a:bodyPr/>
          <a:lstStyle/>
          <a:p>
            <a:pPr eaLnBrk="1" hangingPunct="1">
              <a:spcBef>
                <a:spcPts val="0"/>
              </a:spcBef>
              <a:spcAft>
                <a:spcPts val="600"/>
              </a:spcAft>
            </a:pPr>
            <a:r>
              <a:rPr lang="en-US" altLang="zh-CN" sz="2400">
                <a:latin typeface="微软雅黑" panose="020B0503020204020204" pitchFamily="34" charset="-122"/>
                <a:ea typeface="微软雅黑" panose="020B0503020204020204" pitchFamily="34" charset="-122"/>
              </a:rPr>
              <a:t>C++</a:t>
            </a:r>
            <a:r>
              <a:rPr lang="zh-CN" altLang="en-US" sz="2400">
                <a:latin typeface="微软雅黑" panose="020B0503020204020204" pitchFamily="34" charset="-122"/>
                <a:ea typeface="微软雅黑" panose="020B0503020204020204" pitchFamily="34" charset="-122"/>
              </a:rPr>
              <a:t>从</a:t>
            </a:r>
            <a:r>
              <a:rPr lang="en-US" altLang="zh-CN" sz="2400">
                <a:latin typeface="微软雅黑" panose="020B0503020204020204" pitchFamily="34" charset="-122"/>
                <a:ea typeface="微软雅黑" panose="020B0503020204020204" pitchFamily="34" charset="-122"/>
              </a:rPr>
              <a:t>C</a:t>
            </a:r>
            <a:r>
              <a:rPr lang="zh-CN" altLang="en-US" sz="2400">
                <a:latin typeface="微软雅黑" panose="020B0503020204020204" pitchFamily="34" charset="-122"/>
                <a:ea typeface="微软雅黑" panose="020B0503020204020204" pitchFamily="34" charset="-122"/>
              </a:rPr>
              <a:t>语言发展演变而来，最初的</a:t>
            </a:r>
            <a:r>
              <a:rPr lang="en-US" altLang="zh-CN" sz="2400">
                <a:latin typeface="微软雅黑" panose="020B0503020204020204" pitchFamily="34" charset="-122"/>
                <a:ea typeface="微软雅黑" panose="020B0503020204020204" pitchFamily="34" charset="-122"/>
              </a:rPr>
              <a:t>C++</a:t>
            </a:r>
            <a:r>
              <a:rPr lang="zh-CN" altLang="en-US" sz="2400">
                <a:latin typeface="微软雅黑" panose="020B0503020204020204" pitchFamily="34" charset="-122"/>
                <a:ea typeface="微软雅黑" panose="020B0503020204020204" pitchFamily="34" charset="-122"/>
              </a:rPr>
              <a:t>被称为“带类的</a:t>
            </a:r>
            <a:r>
              <a:rPr lang="en-US" altLang="zh-CN" sz="2400">
                <a:latin typeface="微软雅黑" panose="020B0503020204020204" pitchFamily="34" charset="-122"/>
                <a:ea typeface="微软雅黑" panose="020B0503020204020204" pitchFamily="34" charset="-122"/>
              </a:rPr>
              <a:t>C”</a:t>
            </a:r>
            <a:r>
              <a:rPr lang="zh-CN" altLang="en-US" sz="2400">
                <a:latin typeface="微软雅黑" panose="020B0503020204020204" pitchFamily="34" charset="-122"/>
                <a:ea typeface="微软雅黑" panose="020B0503020204020204" pitchFamily="34" charset="-122"/>
              </a:rPr>
              <a:t>；</a:t>
            </a:r>
            <a:endParaRPr lang="en-US" altLang="zh-CN" sz="2400">
              <a:latin typeface="微软雅黑" panose="020B0503020204020204" pitchFamily="34" charset="-122"/>
              <a:ea typeface="微软雅黑" panose="020B0503020204020204" pitchFamily="34" charset="-122"/>
            </a:endParaRPr>
          </a:p>
          <a:p>
            <a:pPr eaLnBrk="1" hangingPunct="1">
              <a:spcBef>
                <a:spcPts val="0"/>
              </a:spcBef>
              <a:spcAft>
                <a:spcPts val="600"/>
              </a:spcAft>
            </a:pPr>
            <a:r>
              <a:rPr lang="en-US" altLang="zh-CN" sz="2400">
                <a:latin typeface="微软雅黑" panose="020B0503020204020204" pitchFamily="34" charset="-122"/>
                <a:ea typeface="微软雅黑" panose="020B0503020204020204" pitchFamily="34" charset="-122"/>
              </a:rPr>
              <a:t>1983</a:t>
            </a:r>
            <a:r>
              <a:rPr lang="zh-CN" altLang="en-US" sz="2400">
                <a:latin typeface="微软雅黑" panose="020B0503020204020204" pitchFamily="34" charset="-122"/>
                <a:ea typeface="微软雅黑" panose="020B0503020204020204" pitchFamily="34" charset="-122"/>
              </a:rPr>
              <a:t>年正式取名为</a:t>
            </a:r>
            <a:r>
              <a:rPr lang="en-US" altLang="zh-CN" sz="2400">
                <a:latin typeface="微软雅黑" panose="020B0503020204020204" pitchFamily="34" charset="-122"/>
                <a:ea typeface="微软雅黑" panose="020B0503020204020204" pitchFamily="34" charset="-122"/>
              </a:rPr>
              <a:t>C++</a:t>
            </a:r>
            <a:r>
              <a:rPr lang="zh-CN" altLang="en-US" sz="2400">
                <a:latin typeface="微软雅黑" panose="020B0503020204020204" pitchFamily="34" charset="-122"/>
                <a:ea typeface="微软雅黑" panose="020B0503020204020204" pitchFamily="34" charset="-122"/>
              </a:rPr>
              <a:t>；</a:t>
            </a:r>
            <a:endParaRPr lang="en-US" altLang="zh-CN" sz="2400">
              <a:latin typeface="微软雅黑" panose="020B0503020204020204" pitchFamily="34" charset="-122"/>
              <a:ea typeface="微软雅黑" panose="020B0503020204020204" pitchFamily="34" charset="-122"/>
            </a:endParaRPr>
          </a:p>
          <a:p>
            <a:pPr eaLnBrk="1" hangingPunct="1">
              <a:spcBef>
                <a:spcPts val="0"/>
              </a:spcBef>
              <a:spcAft>
                <a:spcPts val="600"/>
              </a:spcAft>
            </a:pPr>
            <a:r>
              <a:rPr lang="zh-CN" altLang="en-US" sz="2400">
                <a:latin typeface="微软雅黑" panose="020B0503020204020204" pitchFamily="34" charset="-122"/>
                <a:ea typeface="微软雅黑" panose="020B0503020204020204" pitchFamily="34" charset="-122"/>
              </a:rPr>
              <a:t>于</a:t>
            </a:r>
            <a:r>
              <a:rPr lang="en-US" altLang="zh-CN" sz="2400">
                <a:latin typeface="微软雅黑" panose="020B0503020204020204" pitchFamily="34" charset="-122"/>
                <a:ea typeface="微软雅黑" panose="020B0503020204020204" pitchFamily="34" charset="-122"/>
              </a:rPr>
              <a:t>1998</a:t>
            </a:r>
            <a:r>
              <a:rPr lang="zh-CN" altLang="en-US" sz="2400">
                <a:latin typeface="微软雅黑" panose="020B0503020204020204" pitchFamily="34" charset="-122"/>
                <a:ea typeface="微软雅黑" panose="020B0503020204020204" pitchFamily="34" charset="-122"/>
              </a:rPr>
              <a:t>年</a:t>
            </a:r>
            <a:r>
              <a:rPr lang="en-US" altLang="zh-CN" sz="2400">
                <a:latin typeface="微软雅黑" panose="020B0503020204020204" pitchFamily="34" charset="-122"/>
                <a:ea typeface="微软雅黑" panose="020B0503020204020204" pitchFamily="34" charset="-122"/>
              </a:rPr>
              <a:t>11</a:t>
            </a:r>
            <a:r>
              <a:rPr lang="zh-CN" altLang="en-US" sz="2400">
                <a:latin typeface="微软雅黑" panose="020B0503020204020204" pitchFamily="34" charset="-122"/>
                <a:ea typeface="微软雅黑" panose="020B0503020204020204" pitchFamily="34" charset="-122"/>
              </a:rPr>
              <a:t>月被国际标准化组织（</a:t>
            </a:r>
            <a:r>
              <a:rPr lang="en-US" altLang="zh-CN" sz="2400">
                <a:latin typeface="微软雅黑" panose="020B0503020204020204" pitchFamily="34" charset="-122"/>
                <a:ea typeface="微软雅黑" panose="020B0503020204020204" pitchFamily="34" charset="-122"/>
              </a:rPr>
              <a:t>ISO</a:t>
            </a:r>
            <a:r>
              <a:rPr lang="zh-CN" altLang="en-US" sz="2400">
                <a:latin typeface="微软雅黑" panose="020B0503020204020204" pitchFamily="34" charset="-122"/>
                <a:ea typeface="微软雅黑" panose="020B0503020204020204" pitchFamily="34" charset="-122"/>
              </a:rPr>
              <a:t>）批准为国际标准；</a:t>
            </a:r>
          </a:p>
          <a:p>
            <a:pPr eaLnBrk="1" hangingPunct="1">
              <a:spcBef>
                <a:spcPts val="0"/>
              </a:spcBef>
              <a:spcAft>
                <a:spcPts val="600"/>
              </a:spcAft>
            </a:pPr>
            <a:r>
              <a:rPr lang="en-US" altLang="zh-CN" sz="2400">
                <a:latin typeface="微软雅黑" panose="020B0503020204020204" pitchFamily="34" charset="-122"/>
                <a:ea typeface="微软雅黑" panose="020B0503020204020204" pitchFamily="34" charset="-122"/>
              </a:rPr>
              <a:t>2003</a:t>
            </a:r>
            <a:r>
              <a:rPr lang="zh-CN" altLang="en-US" sz="2400">
                <a:latin typeface="微软雅黑" panose="020B0503020204020204" pitchFamily="34" charset="-122"/>
                <a:ea typeface="微软雅黑" panose="020B0503020204020204" pitchFamily="34" charset="-122"/>
              </a:rPr>
              <a:t>年</a:t>
            </a:r>
            <a:r>
              <a:rPr lang="en-US" altLang="zh-CN" sz="2400">
                <a:latin typeface="微软雅黑" panose="020B0503020204020204" pitchFamily="34" charset="-122"/>
                <a:ea typeface="微软雅黑" panose="020B0503020204020204" pitchFamily="34" charset="-122"/>
              </a:rPr>
              <a:t>10</a:t>
            </a:r>
            <a:r>
              <a:rPr lang="zh-CN" altLang="en-US" sz="2400">
                <a:latin typeface="微软雅黑" panose="020B0503020204020204" pitchFamily="34" charset="-122"/>
                <a:ea typeface="微软雅黑" panose="020B0503020204020204" pitchFamily="34" charset="-122"/>
              </a:rPr>
              <a:t>月</a:t>
            </a:r>
            <a:r>
              <a:rPr lang="en-US" altLang="zh-CN" sz="2400">
                <a:latin typeface="微软雅黑" panose="020B0503020204020204" pitchFamily="34" charset="-122"/>
                <a:ea typeface="微软雅黑" panose="020B0503020204020204" pitchFamily="34" charset="-122"/>
              </a:rPr>
              <a:t>15</a:t>
            </a:r>
            <a:r>
              <a:rPr lang="zh-CN" altLang="en-US" sz="2400">
                <a:latin typeface="微软雅黑" panose="020B0503020204020204" pitchFamily="34" charset="-122"/>
                <a:ea typeface="微软雅黑" panose="020B0503020204020204" pitchFamily="34" charset="-122"/>
              </a:rPr>
              <a:t>日发布第</a:t>
            </a:r>
            <a:r>
              <a:rPr lang="en-US" altLang="zh-CN" sz="2400">
                <a:latin typeface="微软雅黑" panose="020B0503020204020204" pitchFamily="34" charset="-122"/>
                <a:ea typeface="微软雅黑" panose="020B0503020204020204" pitchFamily="34" charset="-122"/>
              </a:rPr>
              <a:t>2</a:t>
            </a:r>
            <a:r>
              <a:rPr lang="zh-CN" altLang="en-US" sz="2400">
                <a:latin typeface="微软雅黑" panose="020B0503020204020204" pitchFamily="34" charset="-122"/>
                <a:ea typeface="微软雅黑" panose="020B0503020204020204" pitchFamily="34" charset="-122"/>
              </a:rPr>
              <a:t>版</a:t>
            </a:r>
            <a:r>
              <a:rPr lang="en-US" altLang="zh-CN" sz="2400">
                <a:latin typeface="微软雅黑" panose="020B0503020204020204" pitchFamily="34" charset="-122"/>
                <a:ea typeface="微软雅黑" panose="020B0503020204020204" pitchFamily="34" charset="-122"/>
              </a:rPr>
              <a:t>C++</a:t>
            </a:r>
            <a:r>
              <a:rPr lang="zh-CN" altLang="en-US" sz="2400">
                <a:latin typeface="微软雅黑" panose="020B0503020204020204" pitchFamily="34" charset="-122"/>
                <a:ea typeface="微软雅黑" panose="020B0503020204020204" pitchFamily="34" charset="-122"/>
              </a:rPr>
              <a:t>标准</a:t>
            </a:r>
            <a:r>
              <a:rPr lang="en-US" altLang="zh-CN" sz="2400">
                <a:latin typeface="微软雅黑" panose="020B0503020204020204" pitchFamily="34" charset="-122"/>
                <a:ea typeface="微软雅黑" panose="020B0503020204020204" pitchFamily="34" charset="-122"/>
              </a:rPr>
              <a:t>ISO/IEC 14882:2003</a:t>
            </a:r>
            <a:r>
              <a:rPr lang="zh-CN" altLang="en-US" sz="2400">
                <a:latin typeface="微软雅黑" panose="020B0503020204020204" pitchFamily="34" charset="-122"/>
                <a:ea typeface="微软雅黑" panose="020B0503020204020204" pitchFamily="34" charset="-122"/>
              </a:rPr>
              <a:t>；</a:t>
            </a:r>
            <a:endParaRPr lang="en-US" altLang="zh-CN" sz="2400">
              <a:latin typeface="微软雅黑" panose="020B0503020204020204" pitchFamily="34" charset="-122"/>
              <a:ea typeface="微软雅黑" panose="020B0503020204020204" pitchFamily="34" charset="-122"/>
            </a:endParaRPr>
          </a:p>
          <a:p>
            <a:pPr eaLnBrk="1" hangingPunct="1">
              <a:spcBef>
                <a:spcPts val="0"/>
              </a:spcBef>
              <a:spcAft>
                <a:spcPts val="600"/>
              </a:spcAft>
            </a:pPr>
            <a:r>
              <a:rPr lang="en-US" altLang="zh-CN" sz="2400">
                <a:latin typeface="微软雅黑" panose="020B0503020204020204" pitchFamily="34" charset="-122"/>
                <a:ea typeface="微软雅黑" panose="020B0503020204020204" pitchFamily="34" charset="-122"/>
              </a:rPr>
              <a:t>2011</a:t>
            </a:r>
            <a:r>
              <a:rPr lang="zh-CN" altLang="en-US" sz="2400">
                <a:latin typeface="微软雅黑" panose="020B0503020204020204" pitchFamily="34" charset="-122"/>
                <a:ea typeface="微软雅黑" panose="020B0503020204020204" pitchFamily="34" charset="-122"/>
              </a:rPr>
              <a:t>年</a:t>
            </a:r>
            <a:r>
              <a:rPr lang="en-US" altLang="zh-CN" sz="2400">
                <a:latin typeface="微软雅黑" panose="020B0503020204020204" pitchFamily="34" charset="-122"/>
                <a:ea typeface="微软雅黑" panose="020B0503020204020204" pitchFamily="34" charset="-122"/>
              </a:rPr>
              <a:t>8</a:t>
            </a:r>
            <a:r>
              <a:rPr lang="zh-CN" altLang="en-US" sz="2400">
                <a:latin typeface="微软雅黑" panose="020B0503020204020204" pitchFamily="34" charset="-122"/>
                <a:ea typeface="微软雅黑" panose="020B0503020204020204" pitchFamily="34" charset="-122"/>
              </a:rPr>
              <a:t>月</a:t>
            </a:r>
            <a:r>
              <a:rPr lang="en-US" altLang="zh-CN" sz="2400">
                <a:latin typeface="微软雅黑" panose="020B0503020204020204" pitchFamily="34" charset="-122"/>
                <a:ea typeface="微软雅黑" panose="020B0503020204020204" pitchFamily="34" charset="-122"/>
              </a:rPr>
              <a:t>12</a:t>
            </a:r>
            <a:r>
              <a:rPr lang="zh-CN" altLang="en-US" sz="2400">
                <a:latin typeface="微软雅黑" panose="020B0503020204020204" pitchFamily="34" charset="-122"/>
                <a:ea typeface="微软雅黑" panose="020B0503020204020204" pitchFamily="34" charset="-122"/>
              </a:rPr>
              <a:t>日</a:t>
            </a:r>
            <a:r>
              <a:rPr lang="en-US" altLang="zh-CN" sz="2400">
                <a:latin typeface="微软雅黑" panose="020B0503020204020204" pitchFamily="34" charset="-122"/>
                <a:ea typeface="微软雅黑" panose="020B0503020204020204" pitchFamily="34" charset="-122"/>
              </a:rPr>
              <a:t>ISO</a:t>
            </a:r>
            <a:r>
              <a:rPr lang="zh-CN" altLang="en-US" sz="2400">
                <a:latin typeface="微软雅黑" panose="020B0503020204020204" pitchFamily="34" charset="-122"/>
                <a:ea typeface="微软雅黑" panose="020B0503020204020204" pitchFamily="34" charset="-122"/>
              </a:rPr>
              <a:t>公布了第三版</a:t>
            </a:r>
            <a:r>
              <a:rPr lang="en-US" altLang="zh-CN" sz="2400">
                <a:latin typeface="微软雅黑" panose="020B0503020204020204" pitchFamily="34" charset="-122"/>
                <a:ea typeface="微软雅黑" panose="020B0503020204020204" pitchFamily="34" charset="-122"/>
              </a:rPr>
              <a:t>C++</a:t>
            </a:r>
            <a:r>
              <a:rPr lang="zh-CN" altLang="en-US" sz="2400">
                <a:latin typeface="微软雅黑" panose="020B0503020204020204" pitchFamily="34" charset="-122"/>
                <a:ea typeface="微软雅黑" panose="020B0503020204020204" pitchFamily="34" charset="-122"/>
              </a:rPr>
              <a:t>标准</a:t>
            </a:r>
            <a:r>
              <a:rPr lang="en-US" altLang="zh-CN" sz="2400">
                <a:latin typeface="微软雅黑" panose="020B0503020204020204" pitchFamily="34" charset="-122"/>
                <a:ea typeface="微软雅黑" panose="020B0503020204020204" pitchFamily="34" charset="-122"/>
              </a:rPr>
              <a:t>C++11</a:t>
            </a:r>
            <a:r>
              <a:rPr lang="zh-CN" altLang="en-US" sz="2400">
                <a:latin typeface="微软雅黑" panose="020B0503020204020204" pitchFamily="34" charset="-122"/>
                <a:ea typeface="微软雅黑" panose="020B0503020204020204" pitchFamily="34" charset="-122"/>
              </a:rPr>
              <a:t>，</a:t>
            </a:r>
            <a:r>
              <a:rPr lang="en-US" altLang="zh-CN" sz="2400">
                <a:latin typeface="微软雅黑" panose="020B0503020204020204" pitchFamily="34" charset="-122"/>
                <a:ea typeface="微软雅黑" panose="020B0503020204020204" pitchFamily="34" charset="-122"/>
              </a:rPr>
              <a:t>C++11</a:t>
            </a:r>
            <a:r>
              <a:rPr lang="zh-CN" altLang="en-US" sz="2400">
                <a:latin typeface="微软雅黑" panose="020B0503020204020204" pitchFamily="34" charset="-122"/>
                <a:ea typeface="微软雅黑" panose="020B0503020204020204" pitchFamily="34" charset="-122"/>
              </a:rPr>
              <a:t>标准包含核心语言的新机能，而且扩展</a:t>
            </a:r>
            <a:r>
              <a:rPr lang="en-US" altLang="zh-CN" sz="2400">
                <a:latin typeface="微软雅黑" panose="020B0503020204020204" pitchFamily="34" charset="-122"/>
                <a:ea typeface="微软雅黑" panose="020B0503020204020204" pitchFamily="34" charset="-122"/>
              </a:rPr>
              <a:t>C++</a:t>
            </a:r>
            <a:r>
              <a:rPr lang="zh-CN" altLang="en-US" sz="2400">
                <a:latin typeface="微软雅黑" panose="020B0503020204020204" pitchFamily="34" charset="-122"/>
                <a:ea typeface="微软雅黑" panose="020B0503020204020204" pitchFamily="34" charset="-122"/>
              </a:rPr>
              <a:t>标准程序库；</a:t>
            </a:r>
            <a:endParaRPr lang="en-US" altLang="zh-CN" sz="2400">
              <a:latin typeface="微软雅黑" panose="020B0503020204020204" pitchFamily="34" charset="-122"/>
              <a:ea typeface="微软雅黑" panose="020B0503020204020204" pitchFamily="34" charset="-122"/>
            </a:endParaRPr>
          </a:p>
          <a:p>
            <a:pPr eaLnBrk="1" hangingPunct="1">
              <a:spcBef>
                <a:spcPts val="0"/>
              </a:spcBef>
              <a:spcAft>
                <a:spcPts val="600"/>
              </a:spcAft>
            </a:pPr>
            <a:r>
              <a:rPr lang="en-US" altLang="zh-CN" sz="2400">
                <a:latin typeface="微软雅黑" panose="020B0503020204020204" pitchFamily="34" charset="-122"/>
                <a:ea typeface="微软雅黑" panose="020B0503020204020204" pitchFamily="34" charset="-122"/>
              </a:rPr>
              <a:t>2014</a:t>
            </a:r>
            <a:r>
              <a:rPr lang="zh-CN" altLang="en-US" sz="2400">
                <a:latin typeface="微软雅黑" panose="020B0503020204020204" pitchFamily="34" charset="-122"/>
                <a:ea typeface="微软雅黑" panose="020B0503020204020204" pitchFamily="34" charset="-122"/>
              </a:rPr>
              <a:t>年</a:t>
            </a:r>
            <a:r>
              <a:rPr lang="en-US" altLang="zh-CN" sz="2400">
                <a:latin typeface="微软雅黑" panose="020B0503020204020204" pitchFamily="34" charset="-122"/>
                <a:ea typeface="微软雅黑" panose="020B0503020204020204" pitchFamily="34" charset="-122"/>
              </a:rPr>
              <a:t>8</a:t>
            </a:r>
            <a:r>
              <a:rPr lang="zh-CN" altLang="en-US" sz="2400">
                <a:latin typeface="微软雅黑" panose="020B0503020204020204" pitchFamily="34" charset="-122"/>
                <a:ea typeface="微软雅黑" panose="020B0503020204020204" pitchFamily="34" charset="-122"/>
              </a:rPr>
              <a:t>月</a:t>
            </a:r>
            <a:r>
              <a:rPr lang="en-US" altLang="zh-CN" sz="2400">
                <a:latin typeface="微软雅黑" panose="020B0503020204020204" pitchFamily="34" charset="-122"/>
                <a:ea typeface="微软雅黑" panose="020B0503020204020204" pitchFamily="34" charset="-122"/>
              </a:rPr>
              <a:t>18</a:t>
            </a:r>
            <a:r>
              <a:rPr lang="zh-CN" altLang="en-US" sz="2400">
                <a:latin typeface="微软雅黑" panose="020B0503020204020204" pitchFamily="34" charset="-122"/>
                <a:ea typeface="微软雅黑" panose="020B0503020204020204" pitchFamily="34" charset="-122"/>
              </a:rPr>
              <a:t>日</a:t>
            </a:r>
            <a:r>
              <a:rPr lang="en-US" altLang="zh-CN" sz="2400">
                <a:latin typeface="微软雅黑" panose="020B0503020204020204" pitchFamily="34" charset="-122"/>
                <a:ea typeface="微软雅黑" panose="020B0503020204020204" pitchFamily="34" charset="-122"/>
              </a:rPr>
              <a:t>ISO</a:t>
            </a:r>
            <a:r>
              <a:rPr lang="zh-CN" altLang="en-US" sz="2400">
                <a:latin typeface="微软雅黑" panose="020B0503020204020204" pitchFamily="34" charset="-122"/>
                <a:ea typeface="微软雅黑" panose="020B0503020204020204" pitchFamily="34" charset="-122"/>
              </a:rPr>
              <a:t>公布了</a:t>
            </a:r>
            <a:r>
              <a:rPr lang="en-US" altLang="zh-CN" sz="2400">
                <a:latin typeface="微软雅黑" panose="020B0503020204020204" pitchFamily="34" charset="-122"/>
                <a:ea typeface="微软雅黑" panose="020B0503020204020204" pitchFamily="34" charset="-122"/>
              </a:rPr>
              <a:t>C++14</a:t>
            </a:r>
            <a:r>
              <a:rPr lang="zh-CN" altLang="en-US" sz="2400">
                <a:latin typeface="微软雅黑" panose="020B0503020204020204" pitchFamily="34" charset="-122"/>
                <a:ea typeface="微软雅黑" panose="020B0503020204020204" pitchFamily="34" charset="-122"/>
              </a:rPr>
              <a:t>，其正式名称为</a:t>
            </a:r>
            <a:r>
              <a:rPr lang="en-US" altLang="zh-CN" sz="2400">
                <a:latin typeface="微软雅黑" panose="020B0503020204020204" pitchFamily="34" charset="-122"/>
                <a:ea typeface="微软雅黑" panose="020B0503020204020204" pitchFamily="34" charset="-122"/>
              </a:rPr>
              <a:t>”International Standard ISO/IEC 14882:2014(E) Programming Language C++”</a:t>
            </a:r>
            <a:r>
              <a:rPr lang="zh-CN" altLang="en-US" sz="2400">
                <a:latin typeface="微软雅黑" panose="020B0503020204020204" pitchFamily="34" charset="-122"/>
                <a:ea typeface="微软雅黑" panose="020B0503020204020204" pitchFamily="34" charset="-122"/>
              </a:rPr>
              <a:t>。</a:t>
            </a:r>
            <a:r>
              <a:rPr lang="en-US" altLang="zh-CN" sz="2400">
                <a:latin typeface="微软雅黑" panose="020B0503020204020204" pitchFamily="34" charset="-122"/>
                <a:ea typeface="微软雅黑" panose="020B0503020204020204" pitchFamily="34" charset="-122"/>
              </a:rPr>
              <a:t>C++14</a:t>
            </a:r>
            <a:r>
              <a:rPr lang="zh-CN" altLang="en-US" sz="2400">
                <a:latin typeface="微软雅黑" panose="020B0503020204020204" pitchFamily="34" charset="-122"/>
                <a:ea typeface="微软雅黑" panose="020B0503020204020204" pitchFamily="34" charset="-122"/>
              </a:rPr>
              <a:t>旨在作为</a:t>
            </a:r>
            <a:r>
              <a:rPr lang="en-US" altLang="zh-CN" sz="2400">
                <a:latin typeface="微软雅黑" panose="020B0503020204020204" pitchFamily="34" charset="-122"/>
                <a:ea typeface="微软雅黑" panose="020B0503020204020204" pitchFamily="34" charset="-122"/>
              </a:rPr>
              <a:t>C++11</a:t>
            </a:r>
            <a:r>
              <a:rPr lang="zh-CN" altLang="en-US" sz="2400">
                <a:latin typeface="微软雅黑" panose="020B0503020204020204" pitchFamily="34" charset="-122"/>
                <a:ea typeface="微软雅黑" panose="020B0503020204020204" pitchFamily="34" charset="-122"/>
              </a:rPr>
              <a:t>的一个小扩展，主要提供漏洞修复和小的改进；</a:t>
            </a:r>
            <a:endParaRPr lang="en-US" altLang="zh-CN" sz="2400">
              <a:latin typeface="微软雅黑" panose="020B0503020204020204" pitchFamily="34" charset="-122"/>
              <a:ea typeface="微软雅黑" panose="020B0503020204020204" pitchFamily="34" charset="-122"/>
            </a:endParaRPr>
          </a:p>
          <a:p>
            <a:pPr eaLnBrk="1" hangingPunct="1">
              <a:spcBef>
                <a:spcPts val="0"/>
              </a:spcBef>
              <a:spcAft>
                <a:spcPts val="600"/>
              </a:spcAft>
            </a:pPr>
            <a:r>
              <a:rPr lang="en-US" altLang="zh-CN" sz="2400">
                <a:latin typeface="微软雅黑" panose="020B0503020204020204" pitchFamily="34" charset="-122"/>
                <a:ea typeface="微软雅黑" panose="020B0503020204020204" pitchFamily="34" charset="-122"/>
              </a:rPr>
              <a:t>2017</a:t>
            </a:r>
            <a:r>
              <a:rPr lang="zh-CN" altLang="en-US" sz="2400">
                <a:latin typeface="微软雅黑" panose="020B0503020204020204" pitchFamily="34" charset="-122"/>
                <a:ea typeface="微软雅黑" panose="020B0503020204020204" pitchFamily="34" charset="-122"/>
              </a:rPr>
              <a:t>年</a:t>
            </a:r>
            <a:r>
              <a:rPr lang="en-US" altLang="zh-CN" sz="2400">
                <a:latin typeface="微软雅黑" panose="020B0503020204020204" pitchFamily="34" charset="-122"/>
                <a:ea typeface="微软雅黑" panose="020B0503020204020204" pitchFamily="34" charset="-122"/>
              </a:rPr>
              <a:t>12</a:t>
            </a:r>
            <a:r>
              <a:rPr lang="zh-CN" altLang="en-US" sz="2400">
                <a:latin typeface="微软雅黑" panose="020B0503020204020204" pitchFamily="34" charset="-122"/>
                <a:ea typeface="微软雅黑" panose="020B0503020204020204" pitchFamily="34" charset="-122"/>
              </a:rPr>
              <a:t>月</a:t>
            </a:r>
            <a:r>
              <a:rPr lang="en-US" altLang="zh-CN" sz="2400">
                <a:latin typeface="微软雅黑" panose="020B0503020204020204" pitchFamily="34" charset="-122"/>
                <a:ea typeface="微软雅黑" panose="020B0503020204020204" pitchFamily="34" charset="-122"/>
              </a:rPr>
              <a:t>ISO</a:t>
            </a:r>
            <a:r>
              <a:rPr lang="zh-CN" altLang="en-US" sz="2400">
                <a:latin typeface="微软雅黑" panose="020B0503020204020204" pitchFamily="34" charset="-122"/>
                <a:ea typeface="微软雅黑" panose="020B0503020204020204" pitchFamily="34" charset="-122"/>
              </a:rPr>
              <a:t>公布了</a:t>
            </a:r>
            <a:r>
              <a:rPr lang="en-US" altLang="zh-CN" sz="2400">
                <a:latin typeface="微软雅黑" panose="020B0503020204020204" pitchFamily="34" charset="-122"/>
                <a:ea typeface="微软雅黑" panose="020B0503020204020204" pitchFamily="34" charset="-122"/>
              </a:rPr>
              <a:t>C++17</a:t>
            </a:r>
            <a:r>
              <a:rPr lang="zh-CN" altLang="en-US" sz="2400">
                <a:latin typeface="微软雅黑" panose="020B0503020204020204" pitchFamily="34" charset="-122"/>
                <a:ea typeface="微软雅黑" panose="020B0503020204020204" pitchFamily="34" charset="-122"/>
              </a:rPr>
              <a:t>，它相较于</a:t>
            </a:r>
            <a:r>
              <a:rPr lang="en-US" altLang="zh-CN" sz="2400">
                <a:latin typeface="微软雅黑" panose="020B0503020204020204" pitchFamily="34" charset="-122"/>
                <a:ea typeface="微软雅黑" panose="020B0503020204020204" pitchFamily="34" charset="-122"/>
              </a:rPr>
              <a:t>C++14</a:t>
            </a:r>
            <a:r>
              <a:rPr lang="zh-CN" altLang="en-US" sz="2400">
                <a:latin typeface="微软雅黑" panose="020B0503020204020204" pitchFamily="34" charset="-122"/>
                <a:ea typeface="微软雅黑" panose="020B0503020204020204" pitchFamily="34" charset="-122"/>
              </a:rPr>
              <a:t>引入了如文件系统库等很多新特性，移除了如</a:t>
            </a:r>
            <a:r>
              <a:rPr lang="en-US" altLang="zh-CN" sz="2400">
                <a:latin typeface="微软雅黑" panose="020B0503020204020204" pitchFamily="34" charset="-122"/>
                <a:ea typeface="微软雅黑" panose="020B0503020204020204" pitchFamily="34" charset="-122"/>
              </a:rPr>
              <a:t>register</a:t>
            </a:r>
            <a:r>
              <a:rPr lang="zh-CN" altLang="en-US" sz="2400">
                <a:latin typeface="微软雅黑" panose="020B0503020204020204" pitchFamily="34" charset="-122"/>
                <a:ea typeface="微软雅黑" panose="020B0503020204020204" pitchFamily="34" charset="-122"/>
              </a:rPr>
              <a:t>存储类说明符等弃用特性；</a:t>
            </a:r>
            <a:endParaRPr lang="en-US" altLang="zh-CN" sz="2400" dirty="0">
              <a:latin typeface="微软雅黑" panose="020B0503020204020204" pitchFamily="34" charset="-122"/>
              <a:ea typeface="微软雅黑" panose="020B0503020204020204" pitchFamily="34" charset="-122"/>
            </a:endParaRPr>
          </a:p>
        </p:txBody>
      </p:sp>
      <p:sp>
        <p:nvSpPr>
          <p:cNvPr id="2" name="灯片编号占位符 1"/>
          <p:cNvSpPr>
            <a:spLocks noGrp="1"/>
          </p:cNvSpPr>
          <p:nvPr>
            <p:ph type="sldNum" sz="quarter" idx="4"/>
          </p:nvPr>
        </p:nvSpPr>
        <p:spPr/>
        <p:txBody>
          <a:bodyPr/>
          <a:lstStyle/>
          <a:p>
            <a:fld id="{DEA904C8-CD7B-4714-BAE1-F1A91095C3EA}" type="slidenum">
              <a:rPr lang="zh-CN" altLang="en-US" smtClean="0"/>
              <a:pPr/>
              <a:t>3</a:t>
            </a:fld>
            <a:endParaRPr lang="zh-CN" altLang="en-US"/>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标题 1"/>
          <p:cNvSpPr>
            <a:spLocks noGrp="1"/>
          </p:cNvSpPr>
          <p:nvPr>
            <p:ph type="title"/>
          </p:nvPr>
        </p:nvSpPr>
        <p:spPr>
          <a:xfrm>
            <a:off x="609600" y="1076325"/>
            <a:ext cx="10975975" cy="1066800"/>
          </a:xfrm>
        </p:spPr>
        <p:txBody>
          <a:bodyPr/>
          <a:lstStyle/>
          <a:p>
            <a:pPr eaLnBrk="1" hangingPunct="1">
              <a:defRPr/>
            </a:pPr>
            <a:r>
              <a:rPr lang="en-US" altLang="zh-CN">
                <a:solidFill>
                  <a:schemeClr val="accent4">
                    <a:lumMod val="75000"/>
                  </a:schemeClr>
                </a:solidFill>
                <a:latin typeface="微软雅黑" pitchFamily="34" charset="-122"/>
                <a:ea typeface="微软雅黑" pitchFamily="34" charset="-122"/>
              </a:rPr>
              <a:t>C</a:t>
            </a:r>
            <a:r>
              <a:rPr lang="en-US" altLang="zh-CN" dirty="0">
                <a:solidFill>
                  <a:schemeClr val="accent4">
                    <a:lumMod val="75000"/>
                  </a:schemeClr>
                </a:solidFill>
                <a:latin typeface="微软雅黑" pitchFamily="34" charset="-122"/>
                <a:ea typeface="微软雅黑" pitchFamily="34" charset="-122"/>
              </a:rPr>
              <a:t>++</a:t>
            </a:r>
            <a:r>
              <a:rPr lang="zh-CN" altLang="en-US" dirty="0">
                <a:solidFill>
                  <a:schemeClr val="accent4">
                    <a:lumMod val="75000"/>
                  </a:schemeClr>
                </a:solidFill>
                <a:latin typeface="微软雅黑" pitchFamily="34" charset="-122"/>
                <a:ea typeface="微软雅黑" pitchFamily="34" charset="-122"/>
              </a:rPr>
              <a:t>的特点</a:t>
            </a:r>
          </a:p>
        </p:txBody>
      </p:sp>
      <p:sp>
        <p:nvSpPr>
          <p:cNvPr id="17411" name="内容占位符 2"/>
          <p:cNvSpPr>
            <a:spLocks noGrp="1"/>
          </p:cNvSpPr>
          <p:nvPr>
            <p:ph idx="1"/>
          </p:nvPr>
        </p:nvSpPr>
        <p:spPr>
          <a:xfrm>
            <a:off x="609600" y="2141538"/>
            <a:ext cx="10383838" cy="4095750"/>
          </a:xfrm>
        </p:spPr>
        <p:txBody>
          <a:bodyPr/>
          <a:lstStyle/>
          <a:p>
            <a:pPr eaLnBrk="1" hangingPunct="1">
              <a:lnSpc>
                <a:spcPct val="150000"/>
              </a:lnSpc>
              <a:spcBef>
                <a:spcPts val="600"/>
              </a:spcBef>
            </a:pPr>
            <a:r>
              <a:rPr lang="zh-CN" altLang="en-US" sz="2400">
                <a:latin typeface="微软雅黑" panose="020B0503020204020204" pitchFamily="34" charset="-122"/>
                <a:ea typeface="微软雅黑" panose="020B0503020204020204" pitchFamily="34" charset="-122"/>
              </a:rPr>
              <a:t>兼容</a:t>
            </a:r>
            <a:r>
              <a:rPr lang="en-US" altLang="zh-CN" sz="2400">
                <a:latin typeface="微软雅黑" panose="020B0503020204020204" pitchFamily="34" charset="-122"/>
                <a:ea typeface="微软雅黑" panose="020B0503020204020204" pitchFamily="34" charset="-122"/>
              </a:rPr>
              <a:t>C</a:t>
            </a:r>
          </a:p>
          <a:p>
            <a:pPr lvl="1" eaLnBrk="1" hangingPunct="1">
              <a:lnSpc>
                <a:spcPct val="150000"/>
              </a:lnSpc>
              <a:spcBef>
                <a:spcPts val="600"/>
              </a:spcBef>
            </a:pPr>
            <a:r>
              <a:rPr lang="zh-CN" altLang="en-US" sz="2400">
                <a:latin typeface="微软雅黑" panose="020B0503020204020204" pitchFamily="34" charset="-122"/>
                <a:ea typeface="微软雅黑" panose="020B0503020204020204" pitchFamily="34" charset="-122"/>
              </a:rPr>
              <a:t>它保持了</a:t>
            </a:r>
            <a:r>
              <a:rPr lang="en-US" altLang="zh-CN" sz="2400">
                <a:latin typeface="微软雅黑" panose="020B0503020204020204" pitchFamily="34" charset="-122"/>
                <a:ea typeface="微软雅黑" panose="020B0503020204020204" pitchFamily="34" charset="-122"/>
              </a:rPr>
              <a:t>C</a:t>
            </a:r>
            <a:r>
              <a:rPr lang="zh-CN" altLang="en-US" sz="2400">
                <a:latin typeface="微软雅黑" panose="020B0503020204020204" pitchFamily="34" charset="-122"/>
                <a:ea typeface="微软雅黑" panose="020B0503020204020204" pitchFamily="34" charset="-122"/>
              </a:rPr>
              <a:t>的简洁、高效和接近汇编语言等特点</a:t>
            </a:r>
          </a:p>
          <a:p>
            <a:pPr lvl="1" eaLnBrk="1" hangingPunct="1">
              <a:lnSpc>
                <a:spcPct val="150000"/>
              </a:lnSpc>
              <a:spcBef>
                <a:spcPts val="600"/>
              </a:spcBef>
            </a:pPr>
            <a:r>
              <a:rPr lang="zh-CN" altLang="en-US" sz="2400">
                <a:latin typeface="微软雅黑" panose="020B0503020204020204" pitchFamily="34" charset="-122"/>
                <a:ea typeface="微软雅黑" panose="020B0503020204020204" pitchFamily="34" charset="-122"/>
              </a:rPr>
              <a:t>对</a:t>
            </a:r>
            <a:r>
              <a:rPr lang="en-US" altLang="zh-CN" sz="2400">
                <a:latin typeface="微软雅黑" panose="020B0503020204020204" pitchFamily="34" charset="-122"/>
                <a:ea typeface="微软雅黑" panose="020B0503020204020204" pitchFamily="34" charset="-122"/>
              </a:rPr>
              <a:t>C</a:t>
            </a:r>
            <a:r>
              <a:rPr lang="zh-CN" altLang="en-US" sz="2400">
                <a:latin typeface="微软雅黑" panose="020B0503020204020204" pitchFamily="34" charset="-122"/>
                <a:ea typeface="微软雅黑" panose="020B0503020204020204" pitchFamily="34" charset="-122"/>
              </a:rPr>
              <a:t>的类型系统进行了改革和扩充</a:t>
            </a:r>
          </a:p>
          <a:p>
            <a:pPr lvl="1" eaLnBrk="1" hangingPunct="1">
              <a:lnSpc>
                <a:spcPct val="150000"/>
              </a:lnSpc>
              <a:spcBef>
                <a:spcPts val="600"/>
              </a:spcBef>
            </a:pPr>
            <a:r>
              <a:rPr lang="en-US" altLang="zh-CN" sz="2400">
                <a:latin typeface="微软雅黑" panose="020B0503020204020204" pitchFamily="34" charset="-122"/>
                <a:ea typeface="微软雅黑" panose="020B0503020204020204" pitchFamily="34" charset="-122"/>
              </a:rPr>
              <a:t>C++</a:t>
            </a:r>
            <a:r>
              <a:rPr lang="zh-CN" altLang="en-US" sz="2400">
                <a:latin typeface="微软雅黑" panose="020B0503020204020204" pitchFamily="34" charset="-122"/>
                <a:ea typeface="微软雅黑" panose="020B0503020204020204" pitchFamily="34" charset="-122"/>
              </a:rPr>
              <a:t>也支持面向过程的程序设计，不是一个纯正的面向对象的语言</a:t>
            </a:r>
          </a:p>
          <a:p>
            <a:pPr eaLnBrk="1" hangingPunct="1">
              <a:lnSpc>
                <a:spcPct val="150000"/>
              </a:lnSpc>
              <a:spcBef>
                <a:spcPts val="600"/>
              </a:spcBef>
            </a:pPr>
            <a:r>
              <a:rPr lang="zh-CN" altLang="en-US" sz="2400">
                <a:latin typeface="微软雅黑" panose="020B0503020204020204" pitchFamily="34" charset="-122"/>
                <a:ea typeface="微软雅黑" panose="020B0503020204020204" pitchFamily="34" charset="-122"/>
              </a:rPr>
              <a:t>支持面向对象的方法</a:t>
            </a:r>
            <a:endParaRPr lang="en-US" altLang="zh-CN" sz="2400">
              <a:latin typeface="微软雅黑" panose="020B0503020204020204" pitchFamily="34" charset="-122"/>
              <a:ea typeface="微软雅黑" panose="020B0503020204020204" pitchFamily="34" charset="-122"/>
            </a:endParaRPr>
          </a:p>
          <a:p>
            <a:pPr eaLnBrk="1" hangingPunct="1">
              <a:lnSpc>
                <a:spcPct val="150000"/>
              </a:lnSpc>
              <a:spcBef>
                <a:spcPts val="600"/>
              </a:spcBef>
            </a:pPr>
            <a:r>
              <a:rPr lang="zh-CN" altLang="en-US" sz="2400">
                <a:latin typeface="微软雅黑" panose="020B0503020204020204" pitchFamily="34" charset="-122"/>
                <a:ea typeface="微软雅黑" panose="020B0503020204020204" pitchFamily="34" charset="-122"/>
              </a:rPr>
              <a:t>支持泛型程序设计方法</a:t>
            </a:r>
          </a:p>
          <a:p>
            <a:pPr eaLnBrk="1" hangingPunct="1"/>
            <a:endParaRPr lang="zh-CN" altLang="en-US" sz="2400">
              <a:latin typeface="微软雅黑" panose="020B0503020204020204" pitchFamily="34" charset="-122"/>
              <a:ea typeface="微软雅黑" panose="020B0503020204020204" pitchFamily="34" charset="-122"/>
            </a:endParaRPr>
          </a:p>
        </p:txBody>
      </p:sp>
      <p:sp>
        <p:nvSpPr>
          <p:cNvPr id="2" name="灯片编号占位符 1"/>
          <p:cNvSpPr>
            <a:spLocks noGrp="1"/>
          </p:cNvSpPr>
          <p:nvPr>
            <p:ph type="sldNum" sz="quarter" idx="4"/>
          </p:nvPr>
        </p:nvSpPr>
        <p:spPr/>
        <p:txBody>
          <a:bodyPr/>
          <a:lstStyle/>
          <a:p>
            <a:fld id="{DEA904C8-CD7B-4714-BAE1-F1A91095C3EA}" type="slidenum">
              <a:rPr lang="zh-CN" altLang="en-US" smtClean="0"/>
              <a:pPr/>
              <a:t>4</a:t>
            </a:fld>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17411">
                                            <p:txEl>
                                              <p:pRg st="1" end="1"/>
                                            </p:txEl>
                                          </p:spTgt>
                                        </p:tgtEl>
                                        <p:attrNameLst>
                                          <p:attrName>style.visibility</p:attrName>
                                        </p:attrNameLst>
                                      </p:cBhvr>
                                      <p:to>
                                        <p:strVal val="visible"/>
                                      </p:to>
                                    </p:set>
                                    <p:anim calcmode="lin" valueType="num">
                                      <p:cBhvr additive="base">
                                        <p:cTn id="7" dur="1000" fill="hold"/>
                                        <p:tgtEl>
                                          <p:spTgt spid="17411">
                                            <p:txEl>
                                              <p:pRg st="1" end="1"/>
                                            </p:txEl>
                                          </p:spTgt>
                                        </p:tgtEl>
                                        <p:attrNameLst>
                                          <p:attrName>ppt_x</p:attrName>
                                        </p:attrNameLst>
                                      </p:cBhvr>
                                      <p:tavLst>
                                        <p:tav tm="0">
                                          <p:val>
                                            <p:strVal val="0-#ppt_w/2"/>
                                          </p:val>
                                        </p:tav>
                                        <p:tav tm="100000">
                                          <p:val>
                                            <p:strVal val="#ppt_x"/>
                                          </p:val>
                                        </p:tav>
                                      </p:tavLst>
                                    </p:anim>
                                    <p:anim calcmode="lin" valueType="num">
                                      <p:cBhvr additive="base">
                                        <p:cTn id="8" dur="1000" fill="hold"/>
                                        <p:tgtEl>
                                          <p:spTgt spid="17411">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17411">
                                            <p:txEl>
                                              <p:pRg st="2" end="2"/>
                                            </p:txEl>
                                          </p:spTgt>
                                        </p:tgtEl>
                                        <p:attrNameLst>
                                          <p:attrName>style.visibility</p:attrName>
                                        </p:attrNameLst>
                                      </p:cBhvr>
                                      <p:to>
                                        <p:strVal val="visible"/>
                                      </p:to>
                                    </p:set>
                                    <p:anim calcmode="lin" valueType="num">
                                      <p:cBhvr additive="base">
                                        <p:cTn id="13" dur="1000" fill="hold"/>
                                        <p:tgtEl>
                                          <p:spTgt spid="17411">
                                            <p:txEl>
                                              <p:pRg st="2" end="2"/>
                                            </p:txEl>
                                          </p:spTgt>
                                        </p:tgtEl>
                                        <p:attrNameLst>
                                          <p:attrName>ppt_x</p:attrName>
                                        </p:attrNameLst>
                                      </p:cBhvr>
                                      <p:tavLst>
                                        <p:tav tm="0">
                                          <p:val>
                                            <p:strVal val="0-#ppt_w/2"/>
                                          </p:val>
                                        </p:tav>
                                        <p:tav tm="100000">
                                          <p:val>
                                            <p:strVal val="#ppt_x"/>
                                          </p:val>
                                        </p:tav>
                                      </p:tavLst>
                                    </p:anim>
                                    <p:anim calcmode="lin" valueType="num">
                                      <p:cBhvr additive="base">
                                        <p:cTn id="14" dur="1000" fill="hold"/>
                                        <p:tgtEl>
                                          <p:spTgt spid="17411">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nodeType="clickEffect">
                                  <p:stCondLst>
                                    <p:cond delay="0"/>
                                  </p:stCondLst>
                                  <p:childTnLst>
                                    <p:set>
                                      <p:cBhvr>
                                        <p:cTn id="18" dur="1" fill="hold">
                                          <p:stCondLst>
                                            <p:cond delay="0"/>
                                          </p:stCondLst>
                                        </p:cTn>
                                        <p:tgtEl>
                                          <p:spTgt spid="17411">
                                            <p:txEl>
                                              <p:pRg st="3" end="3"/>
                                            </p:txEl>
                                          </p:spTgt>
                                        </p:tgtEl>
                                        <p:attrNameLst>
                                          <p:attrName>style.visibility</p:attrName>
                                        </p:attrNameLst>
                                      </p:cBhvr>
                                      <p:to>
                                        <p:strVal val="visible"/>
                                      </p:to>
                                    </p:set>
                                    <p:anim calcmode="lin" valueType="num">
                                      <p:cBhvr additive="base">
                                        <p:cTn id="19" dur="1000" fill="hold"/>
                                        <p:tgtEl>
                                          <p:spTgt spid="17411">
                                            <p:txEl>
                                              <p:pRg st="3" end="3"/>
                                            </p:txEl>
                                          </p:spTgt>
                                        </p:tgtEl>
                                        <p:attrNameLst>
                                          <p:attrName>ppt_x</p:attrName>
                                        </p:attrNameLst>
                                      </p:cBhvr>
                                      <p:tavLst>
                                        <p:tav tm="0">
                                          <p:val>
                                            <p:strVal val="0-#ppt_w/2"/>
                                          </p:val>
                                        </p:tav>
                                        <p:tav tm="100000">
                                          <p:val>
                                            <p:strVal val="#ppt_x"/>
                                          </p:val>
                                        </p:tav>
                                      </p:tavLst>
                                    </p:anim>
                                    <p:anim calcmode="lin" valueType="num">
                                      <p:cBhvr additive="base">
                                        <p:cTn id="20" dur="1000" fill="hold"/>
                                        <p:tgtEl>
                                          <p:spTgt spid="17411">
                                            <p:txEl>
                                              <p:pRg st="3" end="3"/>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标题 1"/>
          <p:cNvSpPr>
            <a:spLocks noGrp="1"/>
          </p:cNvSpPr>
          <p:nvPr>
            <p:ph type="title"/>
          </p:nvPr>
        </p:nvSpPr>
        <p:spPr/>
        <p:txBody>
          <a:bodyPr/>
          <a:lstStyle/>
          <a:p>
            <a:r>
              <a:rPr lang="zh-CN" altLang="en-US"/>
              <a:t>例</a:t>
            </a:r>
            <a:r>
              <a:rPr lang="en-US" altLang="zh-CN"/>
              <a:t>2-1  C++</a:t>
            </a:r>
            <a:r>
              <a:rPr lang="zh-CN" altLang="en-US"/>
              <a:t>程序实例</a:t>
            </a:r>
            <a:endParaRPr lang="zh-CN" altLang="en-US" dirty="0"/>
          </a:p>
        </p:txBody>
      </p:sp>
      <p:sp>
        <p:nvSpPr>
          <p:cNvPr id="6" name="内容占位符 5">
            <a:extLst>
              <a:ext uri="{FF2B5EF4-FFF2-40B4-BE49-F238E27FC236}">
                <a16:creationId xmlns:a16="http://schemas.microsoft.com/office/drawing/2014/main" id="{E5FAD147-86DC-4E07-A042-7035869138A1}"/>
              </a:ext>
            </a:extLst>
          </p:cNvPr>
          <p:cNvSpPr>
            <a:spLocks noGrp="1"/>
          </p:cNvSpPr>
          <p:nvPr>
            <p:ph idx="1"/>
          </p:nvPr>
        </p:nvSpPr>
        <p:spPr/>
        <p:txBody>
          <a:bodyPr/>
          <a:lstStyle/>
          <a:p>
            <a:pPr eaLnBrk="1" hangingPunct="1"/>
            <a:r>
              <a:rPr lang="en-US" altLang="zh-CN" dirty="0"/>
              <a:t>//2_1.cpp</a:t>
            </a:r>
          </a:p>
          <a:p>
            <a:pPr eaLnBrk="1" hangingPunct="1"/>
            <a:r>
              <a:rPr lang="en-US" altLang="zh-CN" dirty="0"/>
              <a:t>#include &lt;iostream&gt;</a:t>
            </a:r>
          </a:p>
          <a:p>
            <a:pPr eaLnBrk="1" hangingPunct="1"/>
            <a:r>
              <a:rPr lang="en-US" altLang="zh-CN" dirty="0"/>
              <a:t>using namespace std;</a:t>
            </a:r>
          </a:p>
          <a:p>
            <a:pPr eaLnBrk="1" hangingPunct="1"/>
            <a:r>
              <a:rPr lang="en-US" altLang="zh-CN" dirty="0"/>
              <a:t>int main() {</a:t>
            </a:r>
          </a:p>
          <a:p>
            <a:pPr eaLnBrk="1" hangingPunct="1"/>
            <a:r>
              <a:rPr lang="en-US" altLang="zh-CN" dirty="0"/>
              <a:t>	</a:t>
            </a:r>
            <a:r>
              <a:rPr lang="en-US" altLang="zh-CN" dirty="0" err="1"/>
              <a:t>cout</a:t>
            </a:r>
            <a:r>
              <a:rPr lang="en-US" altLang="zh-CN" dirty="0"/>
              <a:t> &lt;&lt; "Hello!" &lt;&lt; </a:t>
            </a:r>
            <a:r>
              <a:rPr lang="en-US" altLang="zh-CN" dirty="0" err="1"/>
              <a:t>endl</a:t>
            </a:r>
            <a:r>
              <a:rPr lang="en-US" altLang="zh-CN" dirty="0"/>
              <a:t>;</a:t>
            </a:r>
          </a:p>
          <a:p>
            <a:pPr eaLnBrk="1" hangingPunct="1"/>
            <a:r>
              <a:rPr lang="en-US" altLang="zh-CN" dirty="0"/>
              <a:t>	</a:t>
            </a:r>
            <a:r>
              <a:rPr lang="en-US" altLang="zh-CN" dirty="0" err="1"/>
              <a:t>cout</a:t>
            </a:r>
            <a:r>
              <a:rPr lang="en-US" altLang="zh-CN" dirty="0"/>
              <a:t> &lt;&lt; "Welcome to </a:t>
            </a:r>
            <a:r>
              <a:rPr lang="en-US" altLang="zh-CN" dirty="0" err="1"/>
              <a:t>c++</a:t>
            </a:r>
            <a:r>
              <a:rPr lang="en-US" altLang="zh-CN" dirty="0"/>
              <a:t>!" &lt;&lt; </a:t>
            </a:r>
            <a:r>
              <a:rPr lang="en-US" altLang="zh-CN" dirty="0" err="1"/>
              <a:t>endl</a:t>
            </a:r>
            <a:r>
              <a:rPr lang="en-US" altLang="zh-CN" dirty="0"/>
              <a:t>;</a:t>
            </a:r>
          </a:p>
          <a:p>
            <a:pPr eaLnBrk="1" hangingPunct="1"/>
            <a:r>
              <a:rPr lang="en-US" altLang="zh-CN" dirty="0"/>
              <a:t>	return 0;</a:t>
            </a:r>
          </a:p>
          <a:p>
            <a:pPr eaLnBrk="1" hangingPunct="1"/>
            <a:r>
              <a:rPr lang="en-US" altLang="zh-CN" dirty="0"/>
              <a:t>}</a:t>
            </a:r>
          </a:p>
          <a:p>
            <a:pPr eaLnBrk="1" hangingPunct="1">
              <a:spcBef>
                <a:spcPct val="50000"/>
              </a:spcBef>
            </a:pPr>
            <a:r>
              <a:rPr lang="zh-CN" altLang="en-US" dirty="0">
                <a:solidFill>
                  <a:srgbClr val="C00000"/>
                </a:solidFill>
              </a:rPr>
              <a:t>运行结果：</a:t>
            </a:r>
          </a:p>
          <a:p>
            <a:pPr eaLnBrk="1" hangingPunct="1"/>
            <a:r>
              <a:rPr lang="en-US" altLang="zh-CN" dirty="0">
                <a:solidFill>
                  <a:srgbClr val="C00000"/>
                </a:solidFill>
              </a:rPr>
              <a:t>Hello!</a:t>
            </a:r>
          </a:p>
          <a:p>
            <a:pPr eaLnBrk="1" hangingPunct="1"/>
            <a:r>
              <a:rPr lang="en-US" altLang="zh-CN" dirty="0">
                <a:solidFill>
                  <a:srgbClr val="C00000"/>
                </a:solidFill>
              </a:rPr>
              <a:t>Welcome to </a:t>
            </a:r>
            <a:r>
              <a:rPr lang="en-US" altLang="zh-CN" dirty="0" err="1">
                <a:solidFill>
                  <a:srgbClr val="C00000"/>
                </a:solidFill>
              </a:rPr>
              <a:t>c++</a:t>
            </a:r>
            <a:r>
              <a:rPr lang="zh-CN" altLang="en-US" dirty="0">
                <a:solidFill>
                  <a:srgbClr val="C00000"/>
                </a:solidFill>
              </a:rPr>
              <a:t>！</a:t>
            </a:r>
            <a:endParaRPr lang="zh-CN" altLang="en-US" dirty="0"/>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标题 1"/>
          <p:cNvSpPr>
            <a:spLocks noGrp="1"/>
          </p:cNvSpPr>
          <p:nvPr>
            <p:ph type="title"/>
          </p:nvPr>
        </p:nvSpPr>
        <p:spPr>
          <a:xfrm>
            <a:off x="609600" y="1076325"/>
            <a:ext cx="10975975" cy="1066800"/>
          </a:xfrm>
        </p:spPr>
        <p:txBody>
          <a:bodyPr/>
          <a:lstStyle/>
          <a:p>
            <a:pPr eaLnBrk="1" hangingPunct="1">
              <a:defRPr/>
            </a:pPr>
            <a:r>
              <a:rPr lang="en-US" altLang="zh-CN">
                <a:solidFill>
                  <a:schemeClr val="accent5"/>
                </a:solidFill>
                <a:latin typeface="微软雅黑" pitchFamily="34" charset="-122"/>
                <a:ea typeface="微软雅黑" pitchFamily="34" charset="-122"/>
              </a:rPr>
              <a:t>I/O</a:t>
            </a:r>
            <a:r>
              <a:rPr lang="zh-CN" altLang="en-US" dirty="0">
                <a:solidFill>
                  <a:schemeClr val="accent5"/>
                </a:solidFill>
                <a:latin typeface="微软雅黑" pitchFamily="34" charset="-122"/>
                <a:ea typeface="微软雅黑" pitchFamily="34" charset="-122"/>
              </a:rPr>
              <a:t>流</a:t>
            </a:r>
          </a:p>
        </p:txBody>
      </p:sp>
      <p:sp>
        <p:nvSpPr>
          <p:cNvPr id="112643" name="内容占位符 2"/>
          <p:cNvSpPr>
            <a:spLocks noGrp="1"/>
          </p:cNvSpPr>
          <p:nvPr>
            <p:ph idx="1"/>
          </p:nvPr>
        </p:nvSpPr>
        <p:spPr>
          <a:xfrm>
            <a:off x="609599" y="2357438"/>
            <a:ext cx="10672563" cy="3879850"/>
          </a:xfrm>
        </p:spPr>
        <p:txBody>
          <a:bodyPr/>
          <a:lstStyle/>
          <a:p>
            <a:pPr eaLnBrk="1" hangingPunct="1">
              <a:spcBef>
                <a:spcPts val="1200"/>
              </a:spcBef>
            </a:pPr>
            <a:r>
              <a:rPr lang="zh-CN" altLang="en-US" sz="2400">
                <a:latin typeface="微软雅黑" panose="020B0503020204020204" pitchFamily="34" charset="-122"/>
                <a:ea typeface="微软雅黑" panose="020B0503020204020204" pitchFamily="34" charset="-122"/>
              </a:rPr>
              <a:t>在</a:t>
            </a:r>
            <a:r>
              <a:rPr lang="en-US" altLang="zh-CN" sz="2400">
                <a:latin typeface="微软雅黑" panose="020B0503020204020204" pitchFamily="34" charset="-122"/>
                <a:ea typeface="微软雅黑" panose="020B0503020204020204" pitchFamily="34" charset="-122"/>
              </a:rPr>
              <a:t>C++</a:t>
            </a:r>
            <a:r>
              <a:rPr lang="zh-CN" altLang="en-US" sz="2400">
                <a:latin typeface="微软雅黑" panose="020B0503020204020204" pitchFamily="34" charset="-122"/>
                <a:ea typeface="微软雅黑" panose="020B0503020204020204" pitchFamily="34" charset="-122"/>
              </a:rPr>
              <a:t>中，将数据从一个对象到另一个对象的流动抽象为“流”。流在使用前要被建立，使用后要被删除。</a:t>
            </a:r>
            <a:endParaRPr lang="en-US" altLang="zh-CN" sz="2400">
              <a:latin typeface="微软雅黑" panose="020B0503020204020204" pitchFamily="34" charset="-122"/>
              <a:ea typeface="微软雅黑" panose="020B0503020204020204" pitchFamily="34" charset="-122"/>
            </a:endParaRPr>
          </a:p>
          <a:p>
            <a:pPr eaLnBrk="1" hangingPunct="1">
              <a:spcBef>
                <a:spcPts val="1200"/>
              </a:spcBef>
            </a:pPr>
            <a:r>
              <a:rPr lang="zh-CN" altLang="en-US" sz="2400">
                <a:latin typeface="微软雅黑" panose="020B0503020204020204" pitchFamily="34" charset="-122"/>
                <a:ea typeface="微软雅黑" panose="020B0503020204020204" pitchFamily="34" charset="-122"/>
              </a:rPr>
              <a:t>从流中获取数据的操作称为提取操作，向流中添加数据的操作称为插入操作。</a:t>
            </a:r>
            <a:endParaRPr lang="en-US" altLang="zh-CN" sz="2400">
              <a:latin typeface="微软雅黑" panose="020B0503020204020204" pitchFamily="34" charset="-122"/>
              <a:ea typeface="微软雅黑" panose="020B0503020204020204" pitchFamily="34" charset="-122"/>
            </a:endParaRPr>
          </a:p>
          <a:p>
            <a:pPr eaLnBrk="1" hangingPunct="1">
              <a:spcBef>
                <a:spcPts val="1200"/>
              </a:spcBef>
            </a:pPr>
            <a:r>
              <a:rPr lang="zh-CN" altLang="en-US" sz="2400">
                <a:latin typeface="微软雅黑" panose="020B0503020204020204" pitchFamily="34" charset="-122"/>
                <a:ea typeface="微软雅黑" panose="020B0503020204020204" pitchFamily="34" charset="-122"/>
              </a:rPr>
              <a:t>数据的输入与输出是通过</a:t>
            </a:r>
            <a:r>
              <a:rPr lang="en-US" altLang="zh-CN" sz="2400">
                <a:latin typeface="微软雅黑" panose="020B0503020204020204" pitchFamily="34" charset="-122"/>
                <a:ea typeface="微软雅黑" panose="020B0503020204020204" pitchFamily="34" charset="-122"/>
              </a:rPr>
              <a:t>I/O</a:t>
            </a:r>
            <a:r>
              <a:rPr lang="zh-CN" altLang="en-US" sz="2400">
                <a:latin typeface="微软雅黑" panose="020B0503020204020204" pitchFamily="34" charset="-122"/>
                <a:ea typeface="微软雅黑" panose="020B0503020204020204" pitchFamily="34" charset="-122"/>
              </a:rPr>
              <a:t>流来实现的，</a:t>
            </a:r>
            <a:r>
              <a:rPr lang="en-US" altLang="zh-CN" sz="2400">
                <a:latin typeface="微软雅黑" panose="020B0503020204020204" pitchFamily="34" charset="-122"/>
                <a:ea typeface="微软雅黑" panose="020B0503020204020204" pitchFamily="34" charset="-122"/>
              </a:rPr>
              <a:t>cin</a:t>
            </a:r>
            <a:r>
              <a:rPr lang="zh-CN" altLang="en-US" sz="2400">
                <a:latin typeface="微软雅黑" panose="020B0503020204020204" pitchFamily="34" charset="-122"/>
                <a:ea typeface="微软雅黑" panose="020B0503020204020204" pitchFamily="34" charset="-122"/>
              </a:rPr>
              <a:t>和</a:t>
            </a:r>
            <a:r>
              <a:rPr lang="en-US" altLang="zh-CN" sz="2400">
                <a:latin typeface="微软雅黑" panose="020B0503020204020204" pitchFamily="34" charset="-122"/>
                <a:ea typeface="微软雅黑" panose="020B0503020204020204" pitchFamily="34" charset="-122"/>
              </a:rPr>
              <a:t>cout</a:t>
            </a:r>
            <a:r>
              <a:rPr lang="zh-CN" altLang="en-US" sz="2400">
                <a:latin typeface="微软雅黑" panose="020B0503020204020204" pitchFamily="34" charset="-122"/>
                <a:ea typeface="微软雅黑" panose="020B0503020204020204" pitchFamily="34" charset="-122"/>
              </a:rPr>
              <a:t>是预定义的流类对象。</a:t>
            </a:r>
            <a:r>
              <a:rPr lang="en-US" altLang="zh-CN" sz="2400">
                <a:latin typeface="微软雅黑" panose="020B0503020204020204" pitchFamily="34" charset="-122"/>
                <a:ea typeface="微软雅黑" panose="020B0503020204020204" pitchFamily="34" charset="-122"/>
              </a:rPr>
              <a:t>cin</a:t>
            </a:r>
            <a:r>
              <a:rPr lang="zh-CN" altLang="en-US" sz="2400">
                <a:latin typeface="微软雅黑" panose="020B0503020204020204" pitchFamily="34" charset="-122"/>
                <a:ea typeface="微软雅黑" panose="020B0503020204020204" pitchFamily="34" charset="-122"/>
              </a:rPr>
              <a:t>用来处理标准输入，即键盘输入。</a:t>
            </a:r>
            <a:r>
              <a:rPr lang="en-US" altLang="zh-CN" sz="2400">
                <a:latin typeface="微软雅黑" panose="020B0503020204020204" pitchFamily="34" charset="-122"/>
                <a:ea typeface="微软雅黑" panose="020B0503020204020204" pitchFamily="34" charset="-122"/>
              </a:rPr>
              <a:t>cout</a:t>
            </a:r>
            <a:r>
              <a:rPr lang="zh-CN" altLang="en-US" sz="2400">
                <a:latin typeface="微软雅黑" panose="020B0503020204020204" pitchFamily="34" charset="-122"/>
                <a:ea typeface="微软雅黑" panose="020B0503020204020204" pitchFamily="34" charset="-122"/>
              </a:rPr>
              <a:t>用来处理标准输出，即屏幕输出。</a:t>
            </a:r>
          </a:p>
          <a:p>
            <a:pPr eaLnBrk="1" hangingPunct="1"/>
            <a:endParaRPr lang="zh-CN" altLang="en-US" sz="2400">
              <a:latin typeface="微软雅黑" panose="020B0503020204020204" pitchFamily="34" charset="-122"/>
              <a:ea typeface="微软雅黑" panose="020B0503020204020204" pitchFamily="34" charset="-122"/>
            </a:endParaRPr>
          </a:p>
        </p:txBody>
      </p:sp>
      <p:sp>
        <p:nvSpPr>
          <p:cNvPr id="2" name="灯片编号占位符 1"/>
          <p:cNvSpPr>
            <a:spLocks noGrp="1"/>
          </p:cNvSpPr>
          <p:nvPr>
            <p:ph type="sldNum" sz="quarter" idx="4"/>
          </p:nvPr>
        </p:nvSpPr>
        <p:spPr/>
        <p:txBody>
          <a:bodyPr/>
          <a:lstStyle/>
          <a:p>
            <a:fld id="{DEA904C8-CD7B-4714-BAE1-F1A91095C3EA}" type="slidenum">
              <a:rPr lang="zh-CN" altLang="en-US" smtClean="0"/>
              <a:pPr/>
              <a:t>6</a:t>
            </a:fld>
            <a:endParaRPr lang="zh-CN" altLang="en-US"/>
          </a:p>
        </p:txBody>
      </p:sp>
    </p:spTree>
    <p:extLst>
      <p:ext uri="{BB962C8B-B14F-4D97-AF65-F5344CB8AC3E}">
        <p14:creationId xmlns:p14="http://schemas.microsoft.com/office/powerpoint/2010/main" val="973720019"/>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112643">
                                            <p:txEl>
                                              <p:pRg st="0" end="0"/>
                                            </p:txEl>
                                          </p:spTgt>
                                        </p:tgtEl>
                                        <p:attrNameLst>
                                          <p:attrName>style.visibility</p:attrName>
                                        </p:attrNameLst>
                                      </p:cBhvr>
                                      <p:to>
                                        <p:strVal val="visible"/>
                                      </p:to>
                                    </p:set>
                                    <p:anim calcmode="lin" valueType="num">
                                      <p:cBhvr additive="base">
                                        <p:cTn id="7" dur="1000" fill="hold"/>
                                        <p:tgtEl>
                                          <p:spTgt spid="112643">
                                            <p:txEl>
                                              <p:pRg st="0" end="0"/>
                                            </p:txEl>
                                          </p:spTgt>
                                        </p:tgtEl>
                                        <p:attrNameLst>
                                          <p:attrName>ppt_x</p:attrName>
                                        </p:attrNameLst>
                                      </p:cBhvr>
                                      <p:tavLst>
                                        <p:tav tm="0">
                                          <p:val>
                                            <p:strVal val="0-#ppt_w/2"/>
                                          </p:val>
                                        </p:tav>
                                        <p:tav tm="100000">
                                          <p:val>
                                            <p:strVal val="#ppt_x"/>
                                          </p:val>
                                        </p:tav>
                                      </p:tavLst>
                                    </p:anim>
                                    <p:anim calcmode="lin" valueType="num">
                                      <p:cBhvr additive="base">
                                        <p:cTn id="8" dur="1000" fill="hold"/>
                                        <p:tgtEl>
                                          <p:spTgt spid="11264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112643">
                                            <p:txEl>
                                              <p:pRg st="1" end="1"/>
                                            </p:txEl>
                                          </p:spTgt>
                                        </p:tgtEl>
                                        <p:attrNameLst>
                                          <p:attrName>style.visibility</p:attrName>
                                        </p:attrNameLst>
                                      </p:cBhvr>
                                      <p:to>
                                        <p:strVal val="visible"/>
                                      </p:to>
                                    </p:set>
                                    <p:anim calcmode="lin" valueType="num">
                                      <p:cBhvr additive="base">
                                        <p:cTn id="13" dur="1000" fill="hold"/>
                                        <p:tgtEl>
                                          <p:spTgt spid="112643">
                                            <p:txEl>
                                              <p:pRg st="1" end="1"/>
                                            </p:txEl>
                                          </p:spTgt>
                                        </p:tgtEl>
                                        <p:attrNameLst>
                                          <p:attrName>ppt_x</p:attrName>
                                        </p:attrNameLst>
                                      </p:cBhvr>
                                      <p:tavLst>
                                        <p:tav tm="0">
                                          <p:val>
                                            <p:strVal val="0-#ppt_w/2"/>
                                          </p:val>
                                        </p:tav>
                                        <p:tav tm="100000">
                                          <p:val>
                                            <p:strVal val="#ppt_x"/>
                                          </p:val>
                                        </p:tav>
                                      </p:tavLst>
                                    </p:anim>
                                    <p:anim calcmode="lin" valueType="num">
                                      <p:cBhvr additive="base">
                                        <p:cTn id="14" dur="1000" fill="hold"/>
                                        <p:tgtEl>
                                          <p:spTgt spid="112643">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nodeType="clickEffect">
                                  <p:stCondLst>
                                    <p:cond delay="0"/>
                                  </p:stCondLst>
                                  <p:childTnLst>
                                    <p:set>
                                      <p:cBhvr>
                                        <p:cTn id="18" dur="1" fill="hold">
                                          <p:stCondLst>
                                            <p:cond delay="0"/>
                                          </p:stCondLst>
                                        </p:cTn>
                                        <p:tgtEl>
                                          <p:spTgt spid="112643">
                                            <p:txEl>
                                              <p:pRg st="2" end="2"/>
                                            </p:txEl>
                                          </p:spTgt>
                                        </p:tgtEl>
                                        <p:attrNameLst>
                                          <p:attrName>style.visibility</p:attrName>
                                        </p:attrNameLst>
                                      </p:cBhvr>
                                      <p:to>
                                        <p:strVal val="visible"/>
                                      </p:to>
                                    </p:set>
                                    <p:anim calcmode="lin" valueType="num">
                                      <p:cBhvr additive="base">
                                        <p:cTn id="19" dur="1000" fill="hold"/>
                                        <p:tgtEl>
                                          <p:spTgt spid="112643">
                                            <p:txEl>
                                              <p:pRg st="2" end="2"/>
                                            </p:txEl>
                                          </p:spTgt>
                                        </p:tgtEl>
                                        <p:attrNameLst>
                                          <p:attrName>ppt_x</p:attrName>
                                        </p:attrNameLst>
                                      </p:cBhvr>
                                      <p:tavLst>
                                        <p:tav tm="0">
                                          <p:val>
                                            <p:strVal val="0-#ppt_w/2"/>
                                          </p:val>
                                        </p:tav>
                                        <p:tav tm="100000">
                                          <p:val>
                                            <p:strVal val="#ppt_x"/>
                                          </p:val>
                                        </p:tav>
                                      </p:tavLst>
                                    </p:anim>
                                    <p:anim calcmode="lin" valueType="num">
                                      <p:cBhvr additive="base">
                                        <p:cTn id="20" dur="1000" fill="hold"/>
                                        <p:tgtEl>
                                          <p:spTgt spid="112643">
                                            <p:txEl>
                                              <p:pRg st="2" end="2"/>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标题 1"/>
          <p:cNvSpPr>
            <a:spLocks noGrp="1"/>
          </p:cNvSpPr>
          <p:nvPr>
            <p:ph type="title"/>
          </p:nvPr>
        </p:nvSpPr>
        <p:spPr>
          <a:xfrm>
            <a:off x="609600" y="1076325"/>
            <a:ext cx="10975975" cy="1066800"/>
          </a:xfrm>
        </p:spPr>
        <p:txBody>
          <a:bodyPr/>
          <a:lstStyle/>
          <a:p>
            <a:pPr eaLnBrk="1" hangingPunct="1">
              <a:defRPr/>
            </a:pPr>
            <a:r>
              <a:rPr lang="zh-CN" altLang="en-US">
                <a:solidFill>
                  <a:schemeClr val="accent5"/>
                </a:solidFill>
                <a:latin typeface="微软雅黑" pitchFamily="34" charset="-122"/>
                <a:ea typeface="微软雅黑" pitchFamily="34" charset="-122"/>
              </a:rPr>
              <a:t>预定义的插入符和提取符</a:t>
            </a:r>
          </a:p>
        </p:txBody>
      </p:sp>
      <p:sp>
        <p:nvSpPr>
          <p:cNvPr id="113667" name="内容占位符 2"/>
          <p:cNvSpPr>
            <a:spLocks noGrp="1"/>
          </p:cNvSpPr>
          <p:nvPr>
            <p:ph idx="1"/>
          </p:nvPr>
        </p:nvSpPr>
        <p:spPr>
          <a:xfrm>
            <a:off x="609599" y="1998663"/>
            <a:ext cx="10672563" cy="3859212"/>
          </a:xfrm>
        </p:spPr>
        <p:txBody>
          <a:bodyPr/>
          <a:lstStyle/>
          <a:p>
            <a:pPr eaLnBrk="1" hangingPunct="1"/>
            <a:r>
              <a:rPr lang="zh-CN" altLang="en-US" sz="2400">
                <a:latin typeface="微软雅黑" panose="020B0503020204020204" pitchFamily="34" charset="-122"/>
                <a:ea typeface="微软雅黑" panose="020B0503020204020204" pitchFamily="34" charset="-122"/>
              </a:rPr>
              <a:t>“</a:t>
            </a:r>
            <a:r>
              <a:rPr lang="en-US" altLang="zh-CN" sz="2400">
                <a:latin typeface="微软雅黑" panose="020B0503020204020204" pitchFamily="34" charset="-122"/>
                <a:ea typeface="微软雅黑" panose="020B0503020204020204" pitchFamily="34" charset="-122"/>
              </a:rPr>
              <a:t>&lt;&lt;</a:t>
            </a:r>
            <a:r>
              <a:rPr lang="zh-CN" altLang="en-US" sz="2400">
                <a:latin typeface="微软雅黑" panose="020B0503020204020204" pitchFamily="34" charset="-122"/>
                <a:ea typeface="微软雅黑" panose="020B0503020204020204" pitchFamily="34" charset="-122"/>
              </a:rPr>
              <a:t>”是预定义的插入符，作用在流类对象</a:t>
            </a:r>
            <a:r>
              <a:rPr lang="en-US" altLang="zh-CN" sz="2400">
                <a:latin typeface="微软雅黑" panose="020B0503020204020204" pitchFamily="34" charset="-122"/>
                <a:ea typeface="微软雅黑" panose="020B0503020204020204" pitchFamily="34" charset="-122"/>
              </a:rPr>
              <a:t>cout</a:t>
            </a:r>
            <a:r>
              <a:rPr lang="zh-CN" altLang="en-US" sz="2400">
                <a:latin typeface="微软雅黑" panose="020B0503020204020204" pitchFamily="34" charset="-122"/>
                <a:ea typeface="微软雅黑" panose="020B0503020204020204" pitchFamily="34" charset="-122"/>
              </a:rPr>
              <a:t>上便可以实现项标准输出设备输出。</a:t>
            </a:r>
          </a:p>
          <a:p>
            <a:pPr lvl="1" eaLnBrk="1" hangingPunct="1"/>
            <a:r>
              <a:rPr lang="en-US" altLang="zh-CN" sz="2400">
                <a:latin typeface="微软雅黑" panose="020B0503020204020204" pitchFamily="34" charset="-122"/>
                <a:ea typeface="微软雅黑" panose="020B0503020204020204" pitchFamily="34" charset="-122"/>
              </a:rPr>
              <a:t>cout &lt;&lt; </a:t>
            </a:r>
            <a:r>
              <a:rPr lang="zh-CN" altLang="en-US" sz="2400">
                <a:latin typeface="微软雅黑" panose="020B0503020204020204" pitchFamily="34" charset="-122"/>
                <a:ea typeface="微软雅黑" panose="020B0503020204020204" pitchFamily="34" charset="-122"/>
              </a:rPr>
              <a:t>表达式 </a:t>
            </a:r>
            <a:r>
              <a:rPr lang="en-US" altLang="zh-CN" sz="2400">
                <a:latin typeface="微软雅黑" panose="020B0503020204020204" pitchFamily="34" charset="-122"/>
                <a:ea typeface="微软雅黑" panose="020B0503020204020204" pitchFamily="34" charset="-122"/>
              </a:rPr>
              <a:t>&lt;&lt; </a:t>
            </a:r>
            <a:r>
              <a:rPr lang="zh-CN" altLang="en-US" sz="2400">
                <a:latin typeface="微软雅黑" panose="020B0503020204020204" pitchFamily="34" charset="-122"/>
                <a:ea typeface="微软雅黑" panose="020B0503020204020204" pitchFamily="34" charset="-122"/>
              </a:rPr>
              <a:t>表达式</a:t>
            </a:r>
            <a:r>
              <a:rPr lang="en-US" altLang="zh-CN" sz="2400">
                <a:latin typeface="微软雅黑" panose="020B0503020204020204" pitchFamily="34" charset="-122"/>
                <a:ea typeface="微软雅黑" panose="020B0503020204020204" pitchFamily="34" charset="-122"/>
              </a:rPr>
              <a:t>...</a:t>
            </a:r>
            <a:endParaRPr lang="zh-CN" altLang="en-US" sz="2400">
              <a:latin typeface="微软雅黑" panose="020B0503020204020204" pitchFamily="34" charset="-122"/>
              <a:ea typeface="微软雅黑" panose="020B0503020204020204" pitchFamily="34" charset="-122"/>
            </a:endParaRPr>
          </a:p>
          <a:p>
            <a:pPr eaLnBrk="1" hangingPunct="1"/>
            <a:r>
              <a:rPr lang="zh-CN" altLang="en-US" sz="2400">
                <a:latin typeface="微软雅黑" panose="020B0503020204020204" pitchFamily="34" charset="-122"/>
                <a:ea typeface="微软雅黑" panose="020B0503020204020204" pitchFamily="34" charset="-122"/>
              </a:rPr>
              <a:t>标准输入是将提取符作用在流类对象</a:t>
            </a:r>
            <a:r>
              <a:rPr lang="en-US" altLang="zh-CN" sz="2400">
                <a:latin typeface="微软雅黑" panose="020B0503020204020204" pitchFamily="34" charset="-122"/>
                <a:ea typeface="微软雅黑" panose="020B0503020204020204" pitchFamily="34" charset="-122"/>
              </a:rPr>
              <a:t>cin</a:t>
            </a:r>
            <a:r>
              <a:rPr lang="zh-CN" altLang="en-US" sz="2400">
                <a:latin typeface="微软雅黑" panose="020B0503020204020204" pitchFamily="34" charset="-122"/>
                <a:ea typeface="微软雅黑" panose="020B0503020204020204" pitchFamily="34" charset="-122"/>
              </a:rPr>
              <a:t>上。</a:t>
            </a:r>
          </a:p>
          <a:p>
            <a:pPr lvl="1" eaLnBrk="1" hangingPunct="1"/>
            <a:r>
              <a:rPr lang="en-US" altLang="zh-CN" sz="2400">
                <a:latin typeface="微软雅黑" panose="020B0503020204020204" pitchFamily="34" charset="-122"/>
                <a:ea typeface="微软雅黑" panose="020B0503020204020204" pitchFamily="34" charset="-122"/>
              </a:rPr>
              <a:t>cin &gt;&gt; </a:t>
            </a:r>
            <a:r>
              <a:rPr lang="zh-CN" altLang="en-US" sz="2400">
                <a:latin typeface="微软雅黑" panose="020B0503020204020204" pitchFamily="34" charset="-122"/>
                <a:ea typeface="微软雅黑" panose="020B0503020204020204" pitchFamily="34" charset="-122"/>
              </a:rPr>
              <a:t>表达式</a:t>
            </a:r>
            <a:r>
              <a:rPr lang="en-US" altLang="zh-CN" sz="2400">
                <a:latin typeface="微软雅黑" panose="020B0503020204020204" pitchFamily="34" charset="-122"/>
                <a:ea typeface="微软雅黑" panose="020B0503020204020204" pitchFamily="34" charset="-122"/>
              </a:rPr>
              <a:t> &gt;&gt; </a:t>
            </a:r>
            <a:r>
              <a:rPr lang="zh-CN" altLang="en-US" sz="2400">
                <a:latin typeface="微软雅黑" panose="020B0503020204020204" pitchFamily="34" charset="-122"/>
                <a:ea typeface="微软雅黑" panose="020B0503020204020204" pitchFamily="34" charset="-122"/>
              </a:rPr>
              <a:t>表达式</a:t>
            </a:r>
            <a:r>
              <a:rPr lang="en-US" altLang="zh-CN" sz="2400">
                <a:latin typeface="微软雅黑" panose="020B0503020204020204" pitchFamily="34" charset="-122"/>
                <a:ea typeface="微软雅黑" panose="020B0503020204020204" pitchFamily="34" charset="-122"/>
              </a:rPr>
              <a:t>...</a:t>
            </a:r>
            <a:endParaRPr lang="zh-CN" altLang="en-US" sz="2400">
              <a:latin typeface="微软雅黑" panose="020B0503020204020204" pitchFamily="34" charset="-122"/>
              <a:ea typeface="微软雅黑" panose="020B0503020204020204" pitchFamily="34" charset="-122"/>
            </a:endParaRPr>
          </a:p>
          <a:p>
            <a:pPr eaLnBrk="1" hangingPunct="1"/>
            <a:r>
              <a:rPr lang="zh-CN" altLang="en-US" sz="2400">
                <a:latin typeface="微软雅黑" panose="020B0503020204020204" pitchFamily="34" charset="-122"/>
                <a:ea typeface="微软雅黑" panose="020B0503020204020204" pitchFamily="34" charset="-122"/>
              </a:rPr>
              <a:t>提取符可以连续写多个，每个后面跟一个表达式，该表达式通常是用于存放输入值的变量。例如：</a:t>
            </a:r>
          </a:p>
          <a:p>
            <a:pPr lvl="1" eaLnBrk="1" hangingPunct="1"/>
            <a:r>
              <a:rPr lang="en-US" altLang="zh-CN" sz="2400">
                <a:latin typeface="微软雅黑" panose="020B0503020204020204" pitchFamily="34" charset="-122"/>
                <a:ea typeface="微软雅黑" panose="020B0503020204020204" pitchFamily="34" charset="-122"/>
              </a:rPr>
              <a:t>int a, b;</a:t>
            </a:r>
            <a:endParaRPr lang="zh-CN" altLang="en-US" sz="2400">
              <a:latin typeface="微软雅黑" panose="020B0503020204020204" pitchFamily="34" charset="-122"/>
              <a:ea typeface="微软雅黑" panose="020B0503020204020204" pitchFamily="34" charset="-122"/>
            </a:endParaRPr>
          </a:p>
          <a:p>
            <a:pPr lvl="1" eaLnBrk="1" hangingPunct="1"/>
            <a:r>
              <a:rPr lang="en-US" altLang="zh-CN" sz="2400">
                <a:latin typeface="微软雅黑" panose="020B0503020204020204" pitchFamily="34" charset="-122"/>
                <a:ea typeface="微软雅黑" panose="020B0503020204020204" pitchFamily="34" charset="-122"/>
              </a:rPr>
              <a:t>cin &gt;&gt; a &gt;&gt; b;</a:t>
            </a:r>
            <a:endParaRPr lang="zh-CN" altLang="en-US" sz="2400">
              <a:latin typeface="微软雅黑" panose="020B0503020204020204" pitchFamily="34" charset="-122"/>
              <a:ea typeface="微软雅黑" panose="020B0503020204020204" pitchFamily="34" charset="-122"/>
            </a:endParaRPr>
          </a:p>
          <a:p>
            <a:pPr eaLnBrk="1" hangingPunct="1"/>
            <a:endParaRPr lang="zh-CN" altLang="en-US" sz="2400">
              <a:latin typeface="微软雅黑" panose="020B0503020204020204" pitchFamily="34" charset="-122"/>
              <a:ea typeface="微软雅黑" panose="020B0503020204020204" pitchFamily="34" charset="-122"/>
            </a:endParaRPr>
          </a:p>
        </p:txBody>
      </p:sp>
      <p:sp>
        <p:nvSpPr>
          <p:cNvPr id="2" name="灯片编号占位符 1"/>
          <p:cNvSpPr>
            <a:spLocks noGrp="1"/>
          </p:cNvSpPr>
          <p:nvPr>
            <p:ph type="sldNum" sz="quarter" idx="4"/>
          </p:nvPr>
        </p:nvSpPr>
        <p:spPr/>
        <p:txBody>
          <a:bodyPr/>
          <a:lstStyle/>
          <a:p>
            <a:fld id="{DEA904C8-CD7B-4714-BAE1-F1A91095C3EA}" type="slidenum">
              <a:rPr lang="zh-CN" altLang="en-US" smtClean="0"/>
              <a:pPr/>
              <a:t>7</a:t>
            </a:fld>
            <a:endParaRPr lang="zh-CN" altLang="en-US"/>
          </a:p>
        </p:txBody>
      </p:sp>
    </p:spTree>
    <p:extLst>
      <p:ext uri="{BB962C8B-B14F-4D97-AF65-F5344CB8AC3E}">
        <p14:creationId xmlns:p14="http://schemas.microsoft.com/office/powerpoint/2010/main" val="2966253564"/>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113667">
                                            <p:txEl>
                                              <p:pRg st="0" end="0"/>
                                            </p:txEl>
                                          </p:spTgt>
                                        </p:tgtEl>
                                        <p:attrNameLst>
                                          <p:attrName>style.visibility</p:attrName>
                                        </p:attrNameLst>
                                      </p:cBhvr>
                                      <p:to>
                                        <p:strVal val="visible"/>
                                      </p:to>
                                    </p:set>
                                    <p:anim calcmode="lin" valueType="num">
                                      <p:cBhvr additive="base">
                                        <p:cTn id="7" dur="1000" fill="hold"/>
                                        <p:tgtEl>
                                          <p:spTgt spid="113667">
                                            <p:txEl>
                                              <p:pRg st="0" end="0"/>
                                            </p:txEl>
                                          </p:spTgt>
                                        </p:tgtEl>
                                        <p:attrNameLst>
                                          <p:attrName>ppt_x</p:attrName>
                                        </p:attrNameLst>
                                      </p:cBhvr>
                                      <p:tavLst>
                                        <p:tav tm="0">
                                          <p:val>
                                            <p:strVal val="0-#ppt_w/2"/>
                                          </p:val>
                                        </p:tav>
                                        <p:tav tm="100000">
                                          <p:val>
                                            <p:strVal val="#ppt_x"/>
                                          </p:val>
                                        </p:tav>
                                      </p:tavLst>
                                    </p:anim>
                                    <p:anim calcmode="lin" valueType="num">
                                      <p:cBhvr additive="base">
                                        <p:cTn id="8" dur="1000" fill="hold"/>
                                        <p:tgtEl>
                                          <p:spTgt spid="113667">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113667">
                                            <p:txEl>
                                              <p:pRg st="1" end="1"/>
                                            </p:txEl>
                                          </p:spTgt>
                                        </p:tgtEl>
                                        <p:attrNameLst>
                                          <p:attrName>style.visibility</p:attrName>
                                        </p:attrNameLst>
                                      </p:cBhvr>
                                      <p:to>
                                        <p:strVal val="visible"/>
                                      </p:to>
                                    </p:set>
                                    <p:anim calcmode="lin" valueType="num">
                                      <p:cBhvr additive="base">
                                        <p:cTn id="13" dur="1000" fill="hold"/>
                                        <p:tgtEl>
                                          <p:spTgt spid="113667">
                                            <p:txEl>
                                              <p:pRg st="1" end="1"/>
                                            </p:txEl>
                                          </p:spTgt>
                                        </p:tgtEl>
                                        <p:attrNameLst>
                                          <p:attrName>ppt_x</p:attrName>
                                        </p:attrNameLst>
                                      </p:cBhvr>
                                      <p:tavLst>
                                        <p:tav tm="0">
                                          <p:val>
                                            <p:strVal val="0-#ppt_w/2"/>
                                          </p:val>
                                        </p:tav>
                                        <p:tav tm="100000">
                                          <p:val>
                                            <p:strVal val="#ppt_x"/>
                                          </p:val>
                                        </p:tav>
                                      </p:tavLst>
                                    </p:anim>
                                    <p:anim calcmode="lin" valueType="num">
                                      <p:cBhvr additive="base">
                                        <p:cTn id="14" dur="1000" fill="hold"/>
                                        <p:tgtEl>
                                          <p:spTgt spid="113667">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nodeType="clickEffect">
                                  <p:stCondLst>
                                    <p:cond delay="0"/>
                                  </p:stCondLst>
                                  <p:childTnLst>
                                    <p:set>
                                      <p:cBhvr>
                                        <p:cTn id="18" dur="1" fill="hold">
                                          <p:stCondLst>
                                            <p:cond delay="0"/>
                                          </p:stCondLst>
                                        </p:cTn>
                                        <p:tgtEl>
                                          <p:spTgt spid="113667">
                                            <p:txEl>
                                              <p:pRg st="2" end="2"/>
                                            </p:txEl>
                                          </p:spTgt>
                                        </p:tgtEl>
                                        <p:attrNameLst>
                                          <p:attrName>style.visibility</p:attrName>
                                        </p:attrNameLst>
                                      </p:cBhvr>
                                      <p:to>
                                        <p:strVal val="visible"/>
                                      </p:to>
                                    </p:set>
                                    <p:anim calcmode="lin" valueType="num">
                                      <p:cBhvr additive="base">
                                        <p:cTn id="19" dur="1000" fill="hold"/>
                                        <p:tgtEl>
                                          <p:spTgt spid="113667">
                                            <p:txEl>
                                              <p:pRg st="2" end="2"/>
                                            </p:txEl>
                                          </p:spTgt>
                                        </p:tgtEl>
                                        <p:attrNameLst>
                                          <p:attrName>ppt_x</p:attrName>
                                        </p:attrNameLst>
                                      </p:cBhvr>
                                      <p:tavLst>
                                        <p:tav tm="0">
                                          <p:val>
                                            <p:strVal val="0-#ppt_w/2"/>
                                          </p:val>
                                        </p:tav>
                                        <p:tav tm="100000">
                                          <p:val>
                                            <p:strVal val="#ppt_x"/>
                                          </p:val>
                                        </p:tav>
                                      </p:tavLst>
                                    </p:anim>
                                    <p:anim calcmode="lin" valueType="num">
                                      <p:cBhvr additive="base">
                                        <p:cTn id="20" dur="1000" fill="hold"/>
                                        <p:tgtEl>
                                          <p:spTgt spid="113667">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nodeType="clickEffect">
                                  <p:stCondLst>
                                    <p:cond delay="0"/>
                                  </p:stCondLst>
                                  <p:childTnLst>
                                    <p:set>
                                      <p:cBhvr>
                                        <p:cTn id="24" dur="1" fill="hold">
                                          <p:stCondLst>
                                            <p:cond delay="0"/>
                                          </p:stCondLst>
                                        </p:cTn>
                                        <p:tgtEl>
                                          <p:spTgt spid="113667">
                                            <p:txEl>
                                              <p:pRg st="3" end="3"/>
                                            </p:txEl>
                                          </p:spTgt>
                                        </p:tgtEl>
                                        <p:attrNameLst>
                                          <p:attrName>style.visibility</p:attrName>
                                        </p:attrNameLst>
                                      </p:cBhvr>
                                      <p:to>
                                        <p:strVal val="visible"/>
                                      </p:to>
                                    </p:set>
                                    <p:anim calcmode="lin" valueType="num">
                                      <p:cBhvr additive="base">
                                        <p:cTn id="25" dur="1000" fill="hold"/>
                                        <p:tgtEl>
                                          <p:spTgt spid="113667">
                                            <p:txEl>
                                              <p:pRg st="3" end="3"/>
                                            </p:txEl>
                                          </p:spTgt>
                                        </p:tgtEl>
                                        <p:attrNameLst>
                                          <p:attrName>ppt_x</p:attrName>
                                        </p:attrNameLst>
                                      </p:cBhvr>
                                      <p:tavLst>
                                        <p:tav tm="0">
                                          <p:val>
                                            <p:strVal val="0-#ppt_w/2"/>
                                          </p:val>
                                        </p:tav>
                                        <p:tav tm="100000">
                                          <p:val>
                                            <p:strVal val="#ppt_x"/>
                                          </p:val>
                                        </p:tav>
                                      </p:tavLst>
                                    </p:anim>
                                    <p:anim calcmode="lin" valueType="num">
                                      <p:cBhvr additive="base">
                                        <p:cTn id="26" dur="1000" fill="hold"/>
                                        <p:tgtEl>
                                          <p:spTgt spid="113667">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nodeType="clickEffect">
                                  <p:stCondLst>
                                    <p:cond delay="0"/>
                                  </p:stCondLst>
                                  <p:childTnLst>
                                    <p:set>
                                      <p:cBhvr>
                                        <p:cTn id="30" dur="1" fill="hold">
                                          <p:stCondLst>
                                            <p:cond delay="0"/>
                                          </p:stCondLst>
                                        </p:cTn>
                                        <p:tgtEl>
                                          <p:spTgt spid="113667">
                                            <p:txEl>
                                              <p:pRg st="4" end="4"/>
                                            </p:txEl>
                                          </p:spTgt>
                                        </p:tgtEl>
                                        <p:attrNameLst>
                                          <p:attrName>style.visibility</p:attrName>
                                        </p:attrNameLst>
                                      </p:cBhvr>
                                      <p:to>
                                        <p:strVal val="visible"/>
                                      </p:to>
                                    </p:set>
                                    <p:anim calcmode="lin" valueType="num">
                                      <p:cBhvr additive="base">
                                        <p:cTn id="31" dur="1000" fill="hold"/>
                                        <p:tgtEl>
                                          <p:spTgt spid="113667">
                                            <p:txEl>
                                              <p:pRg st="4" end="4"/>
                                            </p:txEl>
                                          </p:spTgt>
                                        </p:tgtEl>
                                        <p:attrNameLst>
                                          <p:attrName>ppt_x</p:attrName>
                                        </p:attrNameLst>
                                      </p:cBhvr>
                                      <p:tavLst>
                                        <p:tav tm="0">
                                          <p:val>
                                            <p:strVal val="0-#ppt_w/2"/>
                                          </p:val>
                                        </p:tav>
                                        <p:tav tm="100000">
                                          <p:val>
                                            <p:strVal val="#ppt_x"/>
                                          </p:val>
                                        </p:tav>
                                      </p:tavLst>
                                    </p:anim>
                                    <p:anim calcmode="lin" valueType="num">
                                      <p:cBhvr additive="base">
                                        <p:cTn id="32" dur="1000" fill="hold"/>
                                        <p:tgtEl>
                                          <p:spTgt spid="113667">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8" fill="hold" nodeType="clickEffect">
                                  <p:stCondLst>
                                    <p:cond delay="0"/>
                                  </p:stCondLst>
                                  <p:childTnLst>
                                    <p:set>
                                      <p:cBhvr>
                                        <p:cTn id="36" dur="1" fill="hold">
                                          <p:stCondLst>
                                            <p:cond delay="0"/>
                                          </p:stCondLst>
                                        </p:cTn>
                                        <p:tgtEl>
                                          <p:spTgt spid="113667">
                                            <p:txEl>
                                              <p:pRg st="5" end="5"/>
                                            </p:txEl>
                                          </p:spTgt>
                                        </p:tgtEl>
                                        <p:attrNameLst>
                                          <p:attrName>style.visibility</p:attrName>
                                        </p:attrNameLst>
                                      </p:cBhvr>
                                      <p:to>
                                        <p:strVal val="visible"/>
                                      </p:to>
                                    </p:set>
                                    <p:anim calcmode="lin" valueType="num">
                                      <p:cBhvr additive="base">
                                        <p:cTn id="37" dur="1000" fill="hold"/>
                                        <p:tgtEl>
                                          <p:spTgt spid="113667">
                                            <p:txEl>
                                              <p:pRg st="5" end="5"/>
                                            </p:txEl>
                                          </p:spTgt>
                                        </p:tgtEl>
                                        <p:attrNameLst>
                                          <p:attrName>ppt_x</p:attrName>
                                        </p:attrNameLst>
                                      </p:cBhvr>
                                      <p:tavLst>
                                        <p:tav tm="0">
                                          <p:val>
                                            <p:strVal val="0-#ppt_w/2"/>
                                          </p:val>
                                        </p:tav>
                                        <p:tav tm="100000">
                                          <p:val>
                                            <p:strVal val="#ppt_x"/>
                                          </p:val>
                                        </p:tav>
                                      </p:tavLst>
                                    </p:anim>
                                    <p:anim calcmode="lin" valueType="num">
                                      <p:cBhvr additive="base">
                                        <p:cTn id="38" dur="1000" fill="hold"/>
                                        <p:tgtEl>
                                          <p:spTgt spid="113667">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8" fill="hold" nodeType="clickEffect">
                                  <p:stCondLst>
                                    <p:cond delay="0"/>
                                  </p:stCondLst>
                                  <p:childTnLst>
                                    <p:set>
                                      <p:cBhvr>
                                        <p:cTn id="42" dur="1" fill="hold">
                                          <p:stCondLst>
                                            <p:cond delay="0"/>
                                          </p:stCondLst>
                                        </p:cTn>
                                        <p:tgtEl>
                                          <p:spTgt spid="113667">
                                            <p:txEl>
                                              <p:pRg st="6" end="6"/>
                                            </p:txEl>
                                          </p:spTgt>
                                        </p:tgtEl>
                                        <p:attrNameLst>
                                          <p:attrName>style.visibility</p:attrName>
                                        </p:attrNameLst>
                                      </p:cBhvr>
                                      <p:to>
                                        <p:strVal val="visible"/>
                                      </p:to>
                                    </p:set>
                                    <p:anim calcmode="lin" valueType="num">
                                      <p:cBhvr additive="base">
                                        <p:cTn id="43" dur="1000" fill="hold"/>
                                        <p:tgtEl>
                                          <p:spTgt spid="113667">
                                            <p:txEl>
                                              <p:pRg st="6" end="6"/>
                                            </p:txEl>
                                          </p:spTgt>
                                        </p:tgtEl>
                                        <p:attrNameLst>
                                          <p:attrName>ppt_x</p:attrName>
                                        </p:attrNameLst>
                                      </p:cBhvr>
                                      <p:tavLst>
                                        <p:tav tm="0">
                                          <p:val>
                                            <p:strVal val="0-#ppt_w/2"/>
                                          </p:val>
                                        </p:tav>
                                        <p:tav tm="100000">
                                          <p:val>
                                            <p:strVal val="#ppt_x"/>
                                          </p:val>
                                        </p:tav>
                                      </p:tavLst>
                                    </p:anim>
                                    <p:anim calcmode="lin" valueType="num">
                                      <p:cBhvr additive="base">
                                        <p:cTn id="44" dur="1000" fill="hold"/>
                                        <p:tgtEl>
                                          <p:spTgt spid="113667">
                                            <p:txEl>
                                              <p:pRg st="6" end="6"/>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标题 1"/>
          <p:cNvSpPr>
            <a:spLocks noGrp="1"/>
          </p:cNvSpPr>
          <p:nvPr>
            <p:ph type="title"/>
          </p:nvPr>
        </p:nvSpPr>
        <p:spPr>
          <a:xfrm>
            <a:off x="609600" y="1076325"/>
            <a:ext cx="10975975" cy="1066800"/>
          </a:xfrm>
        </p:spPr>
        <p:txBody>
          <a:bodyPr/>
          <a:lstStyle/>
          <a:p>
            <a:pPr eaLnBrk="1" hangingPunct="1">
              <a:defRPr/>
            </a:pPr>
            <a:r>
              <a:rPr lang="en-US" altLang="zh-CN">
                <a:solidFill>
                  <a:schemeClr val="accent4">
                    <a:lumMod val="75000"/>
                  </a:schemeClr>
                </a:solidFill>
                <a:latin typeface="微软雅黑" pitchFamily="34" charset="-122"/>
                <a:ea typeface="微软雅黑" pitchFamily="34" charset="-122"/>
              </a:rPr>
              <a:t>C</a:t>
            </a:r>
            <a:r>
              <a:rPr lang="en-US" altLang="zh-CN" dirty="0">
                <a:solidFill>
                  <a:schemeClr val="accent4">
                    <a:lumMod val="75000"/>
                  </a:schemeClr>
                </a:solidFill>
                <a:latin typeface="微软雅黑" pitchFamily="34" charset="-122"/>
                <a:ea typeface="微软雅黑" pitchFamily="34" charset="-122"/>
              </a:rPr>
              <a:t>++</a:t>
            </a:r>
            <a:r>
              <a:rPr lang="zh-CN" altLang="en-US" dirty="0">
                <a:solidFill>
                  <a:schemeClr val="accent4">
                    <a:lumMod val="75000"/>
                  </a:schemeClr>
                </a:solidFill>
                <a:latin typeface="微软雅黑" pitchFamily="34" charset="-122"/>
                <a:ea typeface="微软雅黑" pitchFamily="34" charset="-122"/>
              </a:rPr>
              <a:t>字符集</a:t>
            </a:r>
          </a:p>
        </p:txBody>
      </p:sp>
      <p:sp>
        <p:nvSpPr>
          <p:cNvPr id="17411" name="内容占位符 2"/>
          <p:cNvSpPr>
            <a:spLocks noGrp="1"/>
          </p:cNvSpPr>
          <p:nvPr>
            <p:ph idx="1"/>
          </p:nvPr>
        </p:nvSpPr>
        <p:spPr>
          <a:xfrm>
            <a:off x="609600" y="2284413"/>
            <a:ext cx="10312400" cy="4097337"/>
          </a:xfrm>
        </p:spPr>
        <p:txBody>
          <a:bodyPr/>
          <a:lstStyle/>
          <a:p>
            <a:pPr eaLnBrk="1" hangingPunct="1"/>
            <a:r>
              <a:rPr lang="zh-CN" altLang="en-US" sz="2400">
                <a:latin typeface="微软雅黑" panose="020B0503020204020204" pitchFamily="34" charset="-122"/>
                <a:ea typeface="微软雅黑" panose="020B0503020204020204" pitchFamily="34" charset="-122"/>
              </a:rPr>
              <a:t>大小写的英文字母：</a:t>
            </a:r>
            <a:r>
              <a:rPr lang="en-US" altLang="zh-CN" sz="2400">
                <a:latin typeface="微软雅黑" panose="020B0503020204020204" pitchFamily="34" charset="-122"/>
                <a:ea typeface="微软雅黑" panose="020B0503020204020204" pitchFamily="34" charset="-122"/>
              </a:rPr>
              <a:t>A</a:t>
            </a:r>
            <a:r>
              <a:rPr lang="zh-CN" altLang="en-US" sz="2400">
                <a:latin typeface="微软雅黑" panose="020B0503020204020204" pitchFamily="34" charset="-122"/>
                <a:ea typeface="微软雅黑" panose="020B0503020204020204" pitchFamily="34" charset="-122"/>
              </a:rPr>
              <a:t>～</a:t>
            </a:r>
            <a:r>
              <a:rPr lang="en-US" altLang="zh-CN" sz="2400">
                <a:latin typeface="微软雅黑" panose="020B0503020204020204" pitchFamily="34" charset="-122"/>
                <a:ea typeface="微软雅黑" panose="020B0503020204020204" pitchFamily="34" charset="-122"/>
              </a:rPr>
              <a:t>Z</a:t>
            </a:r>
            <a:r>
              <a:rPr lang="zh-CN" altLang="en-US" sz="2400">
                <a:latin typeface="微软雅黑" panose="020B0503020204020204" pitchFamily="34" charset="-122"/>
                <a:ea typeface="微软雅黑" panose="020B0503020204020204" pitchFamily="34" charset="-122"/>
              </a:rPr>
              <a:t>，</a:t>
            </a:r>
            <a:r>
              <a:rPr lang="en-US" altLang="zh-CN" sz="2400">
                <a:latin typeface="微软雅黑" panose="020B0503020204020204" pitchFamily="34" charset="-122"/>
                <a:ea typeface="微软雅黑" panose="020B0503020204020204" pitchFamily="34" charset="-122"/>
              </a:rPr>
              <a:t>a</a:t>
            </a:r>
            <a:r>
              <a:rPr lang="zh-CN" altLang="en-US" sz="2400">
                <a:latin typeface="微软雅黑" panose="020B0503020204020204" pitchFamily="34" charset="-122"/>
                <a:ea typeface="微软雅黑" panose="020B0503020204020204" pitchFamily="34" charset="-122"/>
              </a:rPr>
              <a:t>～</a:t>
            </a:r>
            <a:r>
              <a:rPr lang="en-US" altLang="zh-CN" sz="2400">
                <a:latin typeface="微软雅黑" panose="020B0503020204020204" pitchFamily="34" charset="-122"/>
                <a:ea typeface="微软雅黑" panose="020B0503020204020204" pitchFamily="34" charset="-122"/>
              </a:rPr>
              <a:t>z</a:t>
            </a:r>
          </a:p>
          <a:p>
            <a:pPr eaLnBrk="1" hangingPunct="1"/>
            <a:r>
              <a:rPr lang="zh-CN" altLang="en-US" sz="2400">
                <a:latin typeface="微软雅黑" panose="020B0503020204020204" pitchFamily="34" charset="-122"/>
                <a:ea typeface="微软雅黑" panose="020B0503020204020204" pitchFamily="34" charset="-122"/>
              </a:rPr>
              <a:t>数字字符：</a:t>
            </a:r>
            <a:r>
              <a:rPr lang="en-US" altLang="zh-CN" sz="2400">
                <a:latin typeface="微软雅黑" panose="020B0503020204020204" pitchFamily="34" charset="-122"/>
                <a:ea typeface="微软雅黑" panose="020B0503020204020204" pitchFamily="34" charset="-122"/>
              </a:rPr>
              <a:t>0</a:t>
            </a:r>
            <a:r>
              <a:rPr lang="zh-CN" altLang="en-US" sz="2400">
                <a:latin typeface="微软雅黑" panose="020B0503020204020204" pitchFamily="34" charset="-122"/>
                <a:ea typeface="微软雅黑" panose="020B0503020204020204" pitchFamily="34" charset="-122"/>
              </a:rPr>
              <a:t>～</a:t>
            </a:r>
            <a:r>
              <a:rPr lang="en-US" altLang="zh-CN" sz="2400">
                <a:latin typeface="微软雅黑" panose="020B0503020204020204" pitchFamily="34" charset="-122"/>
                <a:ea typeface="微软雅黑" panose="020B0503020204020204" pitchFamily="34" charset="-122"/>
              </a:rPr>
              <a:t>9</a:t>
            </a:r>
          </a:p>
          <a:p>
            <a:pPr eaLnBrk="1" hangingPunct="1"/>
            <a:r>
              <a:rPr lang="zh-CN" altLang="en-US" sz="2400">
                <a:latin typeface="微软雅黑" panose="020B0503020204020204" pitchFamily="34" charset="-122"/>
                <a:ea typeface="微软雅黑" panose="020B0503020204020204" pitchFamily="34" charset="-122"/>
              </a:rPr>
              <a:t>特殊字符：</a:t>
            </a:r>
          </a:p>
          <a:p>
            <a:pPr marL="666750" lvl="1" indent="0" eaLnBrk="1" hangingPunct="1">
              <a:buFont typeface="Georgia" panose="02040502050405020303" pitchFamily="18" charset="0"/>
              <a:buNone/>
            </a:pPr>
            <a:r>
              <a:rPr lang="zh-CN" altLang="en-US" sz="2400" b="1">
                <a:latin typeface="微软雅黑" panose="020B0503020204020204" pitchFamily="34" charset="-122"/>
                <a:ea typeface="微软雅黑" panose="020B0503020204020204" pitchFamily="34" charset="-122"/>
              </a:rPr>
              <a:t>	</a:t>
            </a:r>
            <a:r>
              <a:rPr lang="zh-CN" altLang="zh-CN" sz="2400" b="1">
                <a:latin typeface="微软雅黑" panose="020B0503020204020204" pitchFamily="34" charset="-122"/>
                <a:ea typeface="微软雅黑" panose="020B0503020204020204" pitchFamily="34" charset="-122"/>
              </a:rPr>
              <a:t>!	#	%	^	&amp;	*	_	+	=	-	~	&lt;	&gt;	/	\	‘	“	;	.	,	:	?	(	)	[	]	{	}</a:t>
            </a:r>
            <a:r>
              <a:rPr lang="en-US" altLang="zh-CN" sz="2400" b="1">
                <a:latin typeface="微软雅黑" panose="020B0503020204020204" pitchFamily="34" charset="-122"/>
                <a:ea typeface="微软雅黑" panose="020B0503020204020204" pitchFamily="34" charset="-122"/>
              </a:rPr>
              <a:t>         |</a:t>
            </a:r>
            <a:endParaRPr lang="zh-CN" altLang="zh-CN" sz="2400" b="1">
              <a:latin typeface="微软雅黑" panose="020B0503020204020204" pitchFamily="34" charset="-122"/>
              <a:ea typeface="微软雅黑" panose="020B0503020204020204" pitchFamily="34" charset="-122"/>
            </a:endParaRPr>
          </a:p>
          <a:p>
            <a:pPr eaLnBrk="1" hangingPunct="1"/>
            <a:endParaRPr lang="zh-CN" altLang="en-US" sz="2400">
              <a:latin typeface="微软雅黑" panose="020B0503020204020204" pitchFamily="34" charset="-122"/>
              <a:ea typeface="微软雅黑" panose="020B0503020204020204" pitchFamily="34" charset="-122"/>
            </a:endParaRPr>
          </a:p>
        </p:txBody>
      </p:sp>
      <p:sp>
        <p:nvSpPr>
          <p:cNvPr id="2" name="灯片编号占位符 1"/>
          <p:cNvSpPr>
            <a:spLocks noGrp="1"/>
          </p:cNvSpPr>
          <p:nvPr>
            <p:ph type="sldNum" sz="quarter" idx="4"/>
          </p:nvPr>
        </p:nvSpPr>
        <p:spPr/>
        <p:txBody>
          <a:bodyPr/>
          <a:lstStyle/>
          <a:p>
            <a:fld id="{DEA904C8-CD7B-4714-BAE1-F1A91095C3EA}" type="slidenum">
              <a:rPr lang="zh-CN" altLang="en-US" smtClean="0"/>
              <a:pPr/>
              <a:t>8</a:t>
            </a:fld>
            <a:endParaRPr lang="zh-CN" altLang="en-US"/>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标题 1"/>
          <p:cNvSpPr>
            <a:spLocks noGrp="1"/>
          </p:cNvSpPr>
          <p:nvPr>
            <p:ph type="title"/>
          </p:nvPr>
        </p:nvSpPr>
        <p:spPr>
          <a:xfrm>
            <a:off x="609600" y="1076325"/>
            <a:ext cx="10975975" cy="1066800"/>
          </a:xfrm>
        </p:spPr>
        <p:txBody>
          <a:bodyPr/>
          <a:lstStyle/>
          <a:p>
            <a:pPr eaLnBrk="1" hangingPunct="1">
              <a:defRPr/>
            </a:pPr>
            <a:r>
              <a:rPr lang="zh-CN" altLang="en-US">
                <a:solidFill>
                  <a:schemeClr val="accent4">
                    <a:lumMod val="75000"/>
                  </a:schemeClr>
                </a:solidFill>
                <a:latin typeface="微软雅黑" pitchFamily="34" charset="-122"/>
                <a:ea typeface="微软雅黑" pitchFamily="34" charset="-122"/>
              </a:rPr>
              <a:t>词法</a:t>
            </a:r>
            <a:r>
              <a:rPr lang="zh-CN" altLang="en-US" dirty="0">
                <a:solidFill>
                  <a:schemeClr val="accent4">
                    <a:lumMod val="75000"/>
                  </a:schemeClr>
                </a:solidFill>
                <a:latin typeface="微软雅黑" pitchFamily="34" charset="-122"/>
                <a:ea typeface="微软雅黑" pitchFamily="34" charset="-122"/>
              </a:rPr>
              <a:t>记号</a:t>
            </a:r>
          </a:p>
        </p:txBody>
      </p:sp>
      <p:sp>
        <p:nvSpPr>
          <p:cNvPr id="3" name="内容占位符 2"/>
          <p:cNvSpPr>
            <a:spLocks noGrp="1"/>
          </p:cNvSpPr>
          <p:nvPr>
            <p:ph idx="1"/>
          </p:nvPr>
        </p:nvSpPr>
        <p:spPr>
          <a:xfrm>
            <a:off x="596900" y="2214563"/>
            <a:ext cx="10972800" cy="4094162"/>
          </a:xfrm>
        </p:spPr>
        <p:txBody>
          <a:bodyPr>
            <a:normAutofit/>
          </a:bodyPr>
          <a:lstStyle/>
          <a:p>
            <a:pPr marL="365760" indent="-256032" eaLnBrk="1" fontAlgn="auto" hangingPunct="1">
              <a:lnSpc>
                <a:spcPct val="90000"/>
              </a:lnSpc>
              <a:spcAft>
                <a:spcPts val="0"/>
              </a:spcAft>
              <a:buClr>
                <a:schemeClr val="accent3"/>
              </a:buClr>
              <a:buFont typeface="Georgia"/>
              <a:buChar char="•"/>
              <a:defRPr/>
            </a:pPr>
            <a:r>
              <a:rPr lang="zh-CN" altLang="en-US" sz="2400" dirty="0">
                <a:solidFill>
                  <a:schemeClr val="accent2">
                    <a:lumMod val="75000"/>
                  </a:schemeClr>
                </a:solidFill>
                <a:latin typeface="微软雅黑" pitchFamily="34" charset="-122"/>
                <a:ea typeface="微软雅黑" pitchFamily="34" charset="-122"/>
              </a:rPr>
              <a:t>关键字	</a:t>
            </a:r>
            <a:r>
              <a:rPr lang="en-US" altLang="zh-CN" sz="2400" dirty="0">
                <a:latin typeface="微软雅黑" pitchFamily="34" charset="-122"/>
                <a:ea typeface="微软雅黑" pitchFamily="34" charset="-122"/>
              </a:rPr>
              <a:t>C++</a:t>
            </a:r>
            <a:r>
              <a:rPr lang="zh-CN" altLang="en-US" sz="2400" dirty="0">
                <a:latin typeface="微软雅黑" pitchFamily="34" charset="-122"/>
                <a:ea typeface="微软雅黑" pitchFamily="34" charset="-122"/>
              </a:rPr>
              <a:t>预定义的单词</a:t>
            </a:r>
          </a:p>
          <a:p>
            <a:pPr marL="365760" indent="-256032" eaLnBrk="1" fontAlgn="auto" hangingPunct="1">
              <a:lnSpc>
                <a:spcPct val="90000"/>
              </a:lnSpc>
              <a:spcAft>
                <a:spcPts val="0"/>
              </a:spcAft>
              <a:buClr>
                <a:schemeClr val="accent3"/>
              </a:buClr>
              <a:buFont typeface="Georgia"/>
              <a:buChar char="•"/>
              <a:defRPr/>
            </a:pPr>
            <a:r>
              <a:rPr lang="zh-CN" altLang="en-US" sz="2400" dirty="0">
                <a:solidFill>
                  <a:schemeClr val="accent2">
                    <a:lumMod val="75000"/>
                  </a:schemeClr>
                </a:solidFill>
                <a:latin typeface="微软雅黑" pitchFamily="34" charset="-122"/>
                <a:ea typeface="微软雅黑" pitchFamily="34" charset="-122"/>
              </a:rPr>
              <a:t>标识符</a:t>
            </a:r>
            <a:r>
              <a:rPr lang="zh-CN" altLang="en-US" sz="2400" dirty="0">
                <a:latin typeface="微软雅黑" pitchFamily="34" charset="-122"/>
                <a:ea typeface="微软雅黑" pitchFamily="34" charset="-122"/>
              </a:rPr>
              <a:t>	程序员声明的单词，它命名程序正文中的一些实体</a:t>
            </a:r>
          </a:p>
          <a:p>
            <a:pPr marL="365760" indent="-256032" eaLnBrk="1" fontAlgn="auto" hangingPunct="1">
              <a:lnSpc>
                <a:spcPct val="90000"/>
              </a:lnSpc>
              <a:spcAft>
                <a:spcPts val="0"/>
              </a:spcAft>
              <a:buClr>
                <a:schemeClr val="accent3"/>
              </a:buClr>
              <a:buFont typeface="Georgia"/>
              <a:buChar char="•"/>
              <a:defRPr/>
            </a:pPr>
            <a:r>
              <a:rPr lang="zh-CN" altLang="en-US" sz="2400" dirty="0">
                <a:solidFill>
                  <a:schemeClr val="accent2">
                    <a:lumMod val="75000"/>
                  </a:schemeClr>
                </a:solidFill>
                <a:latin typeface="微软雅黑" pitchFamily="34" charset="-122"/>
                <a:ea typeface="微软雅黑" pitchFamily="34" charset="-122"/>
              </a:rPr>
              <a:t>文字	</a:t>
            </a:r>
            <a:r>
              <a:rPr lang="zh-CN" altLang="en-US" sz="2400" dirty="0">
                <a:latin typeface="微软雅黑" pitchFamily="34" charset="-122"/>
                <a:ea typeface="微软雅黑" pitchFamily="34" charset="-122"/>
              </a:rPr>
              <a:t>在程序中直接使用符号表示的数据</a:t>
            </a:r>
          </a:p>
          <a:p>
            <a:pPr marL="365760" indent="-256032" eaLnBrk="1" fontAlgn="auto" hangingPunct="1">
              <a:lnSpc>
                <a:spcPct val="90000"/>
              </a:lnSpc>
              <a:spcAft>
                <a:spcPts val="0"/>
              </a:spcAft>
              <a:buClr>
                <a:schemeClr val="accent3"/>
              </a:buClr>
              <a:buFont typeface="Georgia"/>
              <a:buChar char="•"/>
              <a:defRPr/>
            </a:pPr>
            <a:r>
              <a:rPr lang="zh-CN" altLang="en-US" sz="2400" dirty="0">
                <a:solidFill>
                  <a:schemeClr val="accent2">
                    <a:lumMod val="75000"/>
                  </a:schemeClr>
                </a:solidFill>
                <a:latin typeface="微软雅黑" pitchFamily="34" charset="-122"/>
                <a:ea typeface="微软雅黑" pitchFamily="34" charset="-122"/>
              </a:rPr>
              <a:t>操作符	</a:t>
            </a:r>
            <a:r>
              <a:rPr lang="zh-CN" altLang="en-US" sz="2400" dirty="0">
                <a:latin typeface="微软雅黑" pitchFamily="34" charset="-122"/>
                <a:ea typeface="微软雅黑" pitchFamily="34" charset="-122"/>
              </a:rPr>
              <a:t>用于实现各种运算的符号</a:t>
            </a:r>
          </a:p>
          <a:p>
            <a:pPr marL="365760" indent="-256032" eaLnBrk="1" fontAlgn="auto" hangingPunct="1">
              <a:lnSpc>
                <a:spcPct val="90000"/>
              </a:lnSpc>
              <a:spcAft>
                <a:spcPts val="0"/>
              </a:spcAft>
              <a:buClr>
                <a:schemeClr val="accent3"/>
              </a:buClr>
              <a:buFont typeface="Georgia"/>
              <a:buChar char="•"/>
              <a:defRPr/>
            </a:pPr>
            <a:r>
              <a:rPr lang="zh-CN" altLang="en-US" sz="2400" dirty="0">
                <a:solidFill>
                  <a:schemeClr val="accent2">
                    <a:lumMod val="75000"/>
                  </a:schemeClr>
                </a:solidFill>
                <a:latin typeface="微软雅黑" pitchFamily="34" charset="-122"/>
                <a:ea typeface="微软雅黑" pitchFamily="34" charset="-122"/>
              </a:rPr>
              <a:t>分隔符 </a:t>
            </a:r>
            <a:r>
              <a:rPr lang="en-US" altLang="zh-CN" sz="2400" dirty="0">
                <a:solidFill>
                  <a:schemeClr val="accent2">
                    <a:lumMod val="75000"/>
                  </a:schemeClr>
                </a:solidFill>
                <a:latin typeface="微软雅黑" pitchFamily="34" charset="-122"/>
                <a:ea typeface="微软雅黑" pitchFamily="34" charset="-122"/>
              </a:rPr>
              <a:t>()   {}   ,    :    ;  </a:t>
            </a:r>
            <a:br>
              <a:rPr lang="en-US" altLang="zh-CN" sz="2400" dirty="0">
                <a:latin typeface="微软雅黑" pitchFamily="34" charset="-122"/>
                <a:ea typeface="微软雅黑" pitchFamily="34" charset="-122"/>
              </a:rPr>
            </a:br>
            <a:r>
              <a:rPr lang="en-US" altLang="zh-CN" sz="2400" dirty="0">
                <a:latin typeface="微软雅黑" pitchFamily="34" charset="-122"/>
                <a:ea typeface="微软雅黑" pitchFamily="34" charset="-122"/>
              </a:rPr>
              <a:t>		</a:t>
            </a:r>
            <a:r>
              <a:rPr lang="zh-CN" altLang="en-US" sz="2400" dirty="0">
                <a:latin typeface="微软雅黑" pitchFamily="34" charset="-122"/>
                <a:ea typeface="微软雅黑" pitchFamily="34" charset="-122"/>
              </a:rPr>
              <a:t>用于分隔各个词法记号或程序正文</a:t>
            </a:r>
          </a:p>
          <a:p>
            <a:pPr marL="365760" indent="-256032" eaLnBrk="1" fontAlgn="auto" hangingPunct="1">
              <a:lnSpc>
                <a:spcPct val="90000"/>
              </a:lnSpc>
              <a:spcAft>
                <a:spcPts val="0"/>
              </a:spcAft>
              <a:buClr>
                <a:schemeClr val="accent3"/>
              </a:buClr>
              <a:buFont typeface="Georgia"/>
              <a:buChar char="•"/>
              <a:defRPr/>
            </a:pPr>
            <a:r>
              <a:rPr lang="zh-CN" altLang="en-US" sz="2400" dirty="0">
                <a:solidFill>
                  <a:schemeClr val="accent2">
                    <a:lumMod val="75000"/>
                  </a:schemeClr>
                </a:solidFill>
                <a:latin typeface="微软雅黑" pitchFamily="34" charset="-122"/>
                <a:ea typeface="微软雅黑" pitchFamily="34" charset="-122"/>
              </a:rPr>
              <a:t>空白符	</a:t>
            </a:r>
            <a:r>
              <a:rPr lang="zh-CN" altLang="en-US" sz="2400" dirty="0">
                <a:latin typeface="微软雅黑" pitchFamily="34" charset="-122"/>
                <a:ea typeface="微软雅黑" pitchFamily="34" charset="-122"/>
              </a:rPr>
              <a:t>空格、制表符（</a:t>
            </a:r>
            <a:r>
              <a:rPr lang="en-US" altLang="zh-CN" sz="2400" dirty="0">
                <a:latin typeface="微软雅黑" pitchFamily="34" charset="-122"/>
                <a:ea typeface="微软雅黑" pitchFamily="34" charset="-122"/>
              </a:rPr>
              <a:t>TAB</a:t>
            </a:r>
            <a:r>
              <a:rPr lang="zh-CN" altLang="en-US" sz="2400" dirty="0">
                <a:latin typeface="微软雅黑" pitchFamily="34" charset="-122"/>
                <a:ea typeface="微软雅黑" pitchFamily="34" charset="-122"/>
              </a:rPr>
              <a:t>键产生的字符）、垂直制表符、换行符、回车符和注释的总称</a:t>
            </a:r>
          </a:p>
        </p:txBody>
      </p:sp>
      <p:sp>
        <p:nvSpPr>
          <p:cNvPr id="2" name="灯片编号占位符 1"/>
          <p:cNvSpPr>
            <a:spLocks noGrp="1"/>
          </p:cNvSpPr>
          <p:nvPr>
            <p:ph type="sldNum" sz="quarter" idx="4"/>
          </p:nvPr>
        </p:nvSpPr>
        <p:spPr/>
        <p:txBody>
          <a:bodyPr/>
          <a:lstStyle/>
          <a:p>
            <a:fld id="{DEA904C8-CD7B-4714-BAE1-F1A91095C3EA}" type="slidenum">
              <a:rPr lang="zh-CN" altLang="en-US" smtClean="0"/>
              <a:pPr/>
              <a:t>9</a:t>
            </a:fld>
            <a:endParaRPr lang="zh-CN" altLang="en-US"/>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09600" y="44624"/>
            <a:ext cx="10975975" cy="1066800"/>
          </a:xfrm>
        </p:spPr>
        <p:txBody>
          <a:bodyPr/>
          <a:lstStyle/>
          <a:p>
            <a:pPr eaLnBrk="1" hangingPunct="1">
              <a:defRPr/>
            </a:pPr>
            <a:r>
              <a:rPr lang="zh-CN" altLang="en-US">
                <a:solidFill>
                  <a:schemeClr val="bg1"/>
                </a:solidFill>
                <a:latin typeface="微软雅黑" pitchFamily="34" charset="-122"/>
                <a:ea typeface="微软雅黑" pitchFamily="34" charset="-122"/>
              </a:rPr>
              <a:t>关键字</a:t>
            </a:r>
          </a:p>
        </p:txBody>
      </p:sp>
      <p:sp>
        <p:nvSpPr>
          <p:cNvPr id="3" name="内容占位符 2"/>
          <p:cNvSpPr>
            <a:spLocks noGrp="1"/>
          </p:cNvSpPr>
          <p:nvPr>
            <p:ph idx="1"/>
          </p:nvPr>
        </p:nvSpPr>
        <p:spPr>
          <a:xfrm>
            <a:off x="609600" y="1268760"/>
            <a:ext cx="11392643" cy="5305078"/>
          </a:xfrm>
        </p:spPr>
        <p:txBody>
          <a:bodyPr/>
          <a:lstStyle/>
          <a:p>
            <a:pPr marL="109537" indent="0">
              <a:buNone/>
            </a:pPr>
            <a:r>
              <a:rPr lang="en-US" altLang="zh-CN" sz="2400" dirty="0" err="1">
                <a:latin typeface="+mn-ea"/>
              </a:rPr>
              <a:t>alignas</a:t>
            </a:r>
            <a:r>
              <a:rPr lang="en-US" altLang="zh-CN" sz="2400" dirty="0">
                <a:latin typeface="+mn-ea"/>
              </a:rPr>
              <a:t>	</a:t>
            </a:r>
            <a:r>
              <a:rPr lang="en-US" altLang="zh-CN" sz="2400" dirty="0" err="1">
                <a:latin typeface="+mn-ea"/>
              </a:rPr>
              <a:t>alignof</a:t>
            </a:r>
            <a:r>
              <a:rPr lang="en-US" altLang="zh-CN" sz="2400" dirty="0">
                <a:latin typeface="+mn-ea"/>
              </a:rPr>
              <a:t>	</a:t>
            </a:r>
            <a:r>
              <a:rPr lang="en-US" altLang="zh-CN" sz="2400" dirty="0" err="1">
                <a:latin typeface="+mn-ea"/>
              </a:rPr>
              <a:t>asm</a:t>
            </a:r>
            <a:r>
              <a:rPr lang="en-US" altLang="zh-CN" sz="2400" dirty="0">
                <a:latin typeface="+mn-ea"/>
              </a:rPr>
              <a:t>	auto	bool	break	case</a:t>
            </a:r>
            <a:endParaRPr lang="zh-CN" altLang="zh-CN" sz="2400" dirty="0">
              <a:latin typeface="+mn-ea"/>
            </a:endParaRPr>
          </a:p>
          <a:p>
            <a:pPr marL="109537" indent="0">
              <a:buNone/>
            </a:pPr>
            <a:r>
              <a:rPr lang="en-US" altLang="zh-CN" sz="2400" dirty="0">
                <a:latin typeface="+mn-ea"/>
              </a:rPr>
              <a:t>catch	char	char16_t	char32_t	class	const	</a:t>
            </a:r>
            <a:r>
              <a:rPr lang="en-US" altLang="zh-CN" sz="2400" dirty="0" err="1">
                <a:latin typeface="+mn-ea"/>
              </a:rPr>
              <a:t>constexpr</a:t>
            </a:r>
            <a:endParaRPr lang="zh-CN" altLang="zh-CN" sz="2400" dirty="0">
              <a:latin typeface="+mn-ea"/>
            </a:endParaRPr>
          </a:p>
          <a:p>
            <a:pPr marL="109537" indent="0">
              <a:buNone/>
            </a:pPr>
            <a:r>
              <a:rPr lang="en-US" altLang="zh-CN" sz="2400" dirty="0" err="1">
                <a:latin typeface="+mn-ea"/>
              </a:rPr>
              <a:t>const_cast</a:t>
            </a:r>
            <a:r>
              <a:rPr lang="en-US" altLang="zh-CN" sz="2400" dirty="0">
                <a:latin typeface="+mn-ea"/>
              </a:rPr>
              <a:t>	continue	</a:t>
            </a:r>
            <a:r>
              <a:rPr lang="en-US" altLang="zh-CN" sz="2400" dirty="0" err="1">
                <a:latin typeface="+mn-ea"/>
              </a:rPr>
              <a:t>decltype</a:t>
            </a:r>
            <a:r>
              <a:rPr lang="en-US" altLang="zh-CN" sz="2400" dirty="0">
                <a:latin typeface="+mn-ea"/>
              </a:rPr>
              <a:t>	default	delete	do	double</a:t>
            </a:r>
            <a:endParaRPr lang="zh-CN" altLang="zh-CN" sz="2400" dirty="0">
              <a:latin typeface="+mn-ea"/>
            </a:endParaRPr>
          </a:p>
          <a:p>
            <a:pPr marL="109537" indent="0">
              <a:buNone/>
            </a:pPr>
            <a:r>
              <a:rPr lang="en-US" altLang="zh-CN" sz="2400" dirty="0" err="1">
                <a:latin typeface="+mn-ea"/>
              </a:rPr>
              <a:t>dynamic_cast</a:t>
            </a:r>
            <a:r>
              <a:rPr lang="en-US" altLang="zh-CN" sz="2400" dirty="0">
                <a:latin typeface="+mn-ea"/>
              </a:rPr>
              <a:t>	else	</a:t>
            </a:r>
            <a:r>
              <a:rPr lang="en-US" altLang="zh-CN" sz="2400" dirty="0" err="1">
                <a:latin typeface="+mn-ea"/>
              </a:rPr>
              <a:t>enum</a:t>
            </a:r>
            <a:r>
              <a:rPr lang="en-US" altLang="zh-CN" sz="2400" dirty="0">
                <a:latin typeface="+mn-ea"/>
              </a:rPr>
              <a:t>	explicit	export	extern	false</a:t>
            </a:r>
            <a:endParaRPr lang="zh-CN" altLang="zh-CN" sz="2400" dirty="0">
              <a:latin typeface="+mn-ea"/>
            </a:endParaRPr>
          </a:p>
          <a:p>
            <a:pPr marL="109537" indent="0">
              <a:buNone/>
            </a:pPr>
            <a:r>
              <a:rPr lang="en-US" altLang="zh-CN" sz="2400" dirty="0">
                <a:latin typeface="+mn-ea"/>
              </a:rPr>
              <a:t>float	for	friend	</a:t>
            </a:r>
            <a:r>
              <a:rPr lang="en-US" altLang="zh-CN" sz="2400" dirty="0" err="1">
                <a:latin typeface="+mn-ea"/>
              </a:rPr>
              <a:t>goto</a:t>
            </a:r>
            <a:r>
              <a:rPr lang="en-US" altLang="zh-CN" sz="2400" dirty="0">
                <a:latin typeface="+mn-ea"/>
              </a:rPr>
              <a:t>	if	inline	int</a:t>
            </a:r>
            <a:endParaRPr lang="zh-CN" altLang="zh-CN" sz="2400" dirty="0">
              <a:latin typeface="+mn-ea"/>
            </a:endParaRPr>
          </a:p>
          <a:p>
            <a:pPr marL="109537" indent="0">
              <a:buNone/>
            </a:pPr>
            <a:r>
              <a:rPr lang="en-US" altLang="zh-CN" sz="2400" dirty="0">
                <a:latin typeface="+mn-ea"/>
              </a:rPr>
              <a:t>long	mutable	namespace	new	</a:t>
            </a:r>
            <a:r>
              <a:rPr lang="en-US" altLang="zh-CN" sz="2400" dirty="0" err="1">
                <a:latin typeface="+mn-ea"/>
              </a:rPr>
              <a:t>noexcept</a:t>
            </a:r>
            <a:r>
              <a:rPr lang="en-US" altLang="zh-CN" sz="2400" dirty="0">
                <a:latin typeface="+mn-ea"/>
              </a:rPr>
              <a:t>	</a:t>
            </a:r>
            <a:r>
              <a:rPr lang="en-US" altLang="zh-CN" sz="2400" dirty="0" err="1">
                <a:latin typeface="+mn-ea"/>
              </a:rPr>
              <a:t>nullptr</a:t>
            </a:r>
            <a:r>
              <a:rPr lang="en-US" altLang="zh-CN" sz="2400" dirty="0">
                <a:latin typeface="+mn-ea"/>
              </a:rPr>
              <a:t>	operator</a:t>
            </a:r>
            <a:endParaRPr lang="zh-CN" altLang="zh-CN" sz="2400" dirty="0">
              <a:latin typeface="+mn-ea"/>
            </a:endParaRPr>
          </a:p>
          <a:p>
            <a:pPr marL="109537" indent="0">
              <a:buNone/>
            </a:pPr>
            <a:r>
              <a:rPr lang="en-US" altLang="zh-CN" sz="2400" dirty="0">
                <a:latin typeface="+mn-ea"/>
              </a:rPr>
              <a:t>private	protected	public	</a:t>
            </a:r>
            <a:r>
              <a:rPr lang="en-US" altLang="zh-CN" sz="2400" dirty="0" err="1">
                <a:latin typeface="+mn-ea"/>
              </a:rPr>
              <a:t>reinterpret_cast</a:t>
            </a:r>
            <a:r>
              <a:rPr lang="en-US" altLang="zh-CN" sz="2400" dirty="0">
                <a:latin typeface="+mn-ea"/>
              </a:rPr>
              <a:t>	return</a:t>
            </a:r>
            <a:endParaRPr lang="zh-CN" altLang="zh-CN" sz="2400" dirty="0">
              <a:latin typeface="+mn-ea"/>
            </a:endParaRPr>
          </a:p>
          <a:p>
            <a:pPr marL="109537" indent="0">
              <a:buNone/>
            </a:pPr>
            <a:r>
              <a:rPr lang="en-US" altLang="zh-CN" sz="2400" dirty="0">
                <a:latin typeface="+mn-ea"/>
              </a:rPr>
              <a:t>short	signed	</a:t>
            </a:r>
            <a:r>
              <a:rPr lang="en-US" altLang="zh-CN" sz="2400" dirty="0" err="1">
                <a:latin typeface="+mn-ea"/>
              </a:rPr>
              <a:t>sizeof</a:t>
            </a:r>
            <a:r>
              <a:rPr lang="en-US" altLang="zh-CN" sz="2400" dirty="0">
                <a:latin typeface="+mn-ea"/>
              </a:rPr>
              <a:t>	static	</a:t>
            </a:r>
            <a:r>
              <a:rPr lang="en-US" altLang="zh-CN" sz="2400" dirty="0" err="1">
                <a:latin typeface="+mn-ea"/>
              </a:rPr>
              <a:t>static_cast</a:t>
            </a:r>
            <a:r>
              <a:rPr lang="en-US" altLang="zh-CN" sz="2400" dirty="0">
                <a:latin typeface="+mn-ea"/>
              </a:rPr>
              <a:t>	struct	switch</a:t>
            </a:r>
            <a:endParaRPr lang="zh-CN" altLang="zh-CN" sz="2400" dirty="0">
              <a:latin typeface="+mn-ea"/>
            </a:endParaRPr>
          </a:p>
          <a:p>
            <a:pPr marL="109537" indent="0">
              <a:buNone/>
            </a:pPr>
            <a:r>
              <a:rPr lang="en-US" altLang="zh-CN" sz="2400" dirty="0">
                <a:latin typeface="+mn-ea"/>
              </a:rPr>
              <a:t>template	this	</a:t>
            </a:r>
            <a:r>
              <a:rPr lang="en-US" altLang="zh-CN" sz="2400" dirty="0" err="1">
                <a:latin typeface="+mn-ea"/>
              </a:rPr>
              <a:t>thread_local</a:t>
            </a:r>
            <a:r>
              <a:rPr lang="en-US" altLang="zh-CN" sz="2400" dirty="0">
                <a:latin typeface="+mn-ea"/>
              </a:rPr>
              <a:t>	throw	true	try	typedef</a:t>
            </a:r>
            <a:endParaRPr lang="zh-CN" altLang="zh-CN" sz="2400" dirty="0">
              <a:latin typeface="+mn-ea"/>
            </a:endParaRPr>
          </a:p>
          <a:p>
            <a:pPr marL="109537" indent="0">
              <a:buNone/>
            </a:pPr>
            <a:r>
              <a:rPr lang="en-US" altLang="zh-CN" sz="2400" dirty="0" err="1">
                <a:latin typeface="+mn-ea"/>
              </a:rPr>
              <a:t>typeid</a:t>
            </a:r>
            <a:r>
              <a:rPr lang="en-US" altLang="zh-CN" sz="2400" dirty="0">
                <a:latin typeface="+mn-ea"/>
              </a:rPr>
              <a:t>	</a:t>
            </a:r>
            <a:r>
              <a:rPr lang="en-US" altLang="zh-CN" sz="2400" dirty="0" err="1">
                <a:latin typeface="+mn-ea"/>
              </a:rPr>
              <a:t>typename</a:t>
            </a:r>
            <a:r>
              <a:rPr lang="en-US" altLang="zh-CN" sz="2400" dirty="0">
                <a:latin typeface="+mn-ea"/>
              </a:rPr>
              <a:t>	union	unsigned	using	virtual	void</a:t>
            </a:r>
            <a:endParaRPr lang="zh-CN" altLang="zh-CN" sz="2400" dirty="0">
              <a:latin typeface="+mn-ea"/>
            </a:endParaRPr>
          </a:p>
          <a:p>
            <a:pPr marL="109537" indent="0">
              <a:buNone/>
            </a:pPr>
            <a:r>
              <a:rPr lang="en-US" altLang="zh-CN" sz="2400" dirty="0">
                <a:latin typeface="+mn-ea"/>
              </a:rPr>
              <a:t>volatile	</a:t>
            </a:r>
            <a:r>
              <a:rPr lang="en-US" altLang="zh-CN" sz="2400" dirty="0" err="1">
                <a:latin typeface="+mn-ea"/>
              </a:rPr>
              <a:t>wchar_t</a:t>
            </a:r>
            <a:r>
              <a:rPr lang="en-US" altLang="zh-CN" sz="2400" dirty="0">
                <a:latin typeface="+mn-ea"/>
              </a:rPr>
              <a:t>	while</a:t>
            </a:r>
            <a:endParaRPr lang="zh-CN" altLang="zh-CN" sz="2400" dirty="0">
              <a:latin typeface="+mn-ea"/>
            </a:endParaRPr>
          </a:p>
          <a:p>
            <a:pPr marL="109537" indent="0">
              <a:buNone/>
            </a:pPr>
            <a:endParaRPr lang="zh-CN" altLang="en-US" sz="2400" dirty="0">
              <a:latin typeface="+mn-ea"/>
            </a:endParaRPr>
          </a:p>
        </p:txBody>
      </p:sp>
      <p:sp>
        <p:nvSpPr>
          <p:cNvPr id="4" name="灯片编号占位符 3"/>
          <p:cNvSpPr>
            <a:spLocks noGrp="1"/>
          </p:cNvSpPr>
          <p:nvPr>
            <p:ph type="sldNum" sz="quarter" idx="4"/>
          </p:nvPr>
        </p:nvSpPr>
        <p:spPr/>
        <p:txBody>
          <a:bodyPr/>
          <a:lstStyle/>
          <a:p>
            <a:fld id="{DEA904C8-CD7B-4714-BAE1-F1A91095C3EA}" type="slidenum">
              <a:rPr lang="zh-CN" altLang="en-US" smtClean="0"/>
              <a:pPr/>
              <a:t>10</a:t>
            </a:fld>
            <a:endParaRPr lang="zh-CN" altLang="en-US"/>
          </a:p>
        </p:txBody>
      </p:sp>
    </p:spTree>
    <p:extLst>
      <p:ext uri="{BB962C8B-B14F-4D97-AF65-F5344CB8AC3E}">
        <p14:creationId xmlns:p14="http://schemas.microsoft.com/office/powerpoint/2010/main" val="22859236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标题 1"/>
          <p:cNvSpPr>
            <a:spLocks noGrp="1"/>
          </p:cNvSpPr>
          <p:nvPr>
            <p:ph type="title"/>
          </p:nvPr>
        </p:nvSpPr>
        <p:spPr>
          <a:xfrm>
            <a:off x="609600" y="1076325"/>
            <a:ext cx="10975975" cy="1066800"/>
          </a:xfrm>
        </p:spPr>
        <p:txBody>
          <a:bodyPr/>
          <a:lstStyle/>
          <a:p>
            <a:pPr eaLnBrk="1" hangingPunct="1">
              <a:defRPr/>
            </a:pPr>
            <a:r>
              <a:rPr lang="zh-CN" altLang="en-US" dirty="0">
                <a:solidFill>
                  <a:schemeClr val="accent4">
                    <a:lumMod val="75000"/>
                  </a:schemeClr>
                </a:solidFill>
                <a:latin typeface="微软雅黑" pitchFamily="34" charset="-122"/>
                <a:ea typeface="微软雅黑" pitchFamily="34" charset="-122"/>
              </a:rPr>
              <a:t>标识符的构成规则</a:t>
            </a:r>
          </a:p>
        </p:txBody>
      </p:sp>
      <p:sp>
        <p:nvSpPr>
          <p:cNvPr id="19459" name="内容占位符 2"/>
          <p:cNvSpPr>
            <a:spLocks noGrp="1"/>
          </p:cNvSpPr>
          <p:nvPr>
            <p:ph idx="1"/>
          </p:nvPr>
        </p:nvSpPr>
        <p:spPr>
          <a:xfrm>
            <a:off x="609600" y="2428875"/>
            <a:ext cx="10601325" cy="3736975"/>
          </a:xfrm>
        </p:spPr>
        <p:txBody>
          <a:bodyPr/>
          <a:lstStyle/>
          <a:p>
            <a:pPr eaLnBrk="1" hangingPunct="1">
              <a:lnSpc>
                <a:spcPct val="120000"/>
              </a:lnSpc>
              <a:spcBef>
                <a:spcPts val="1200"/>
              </a:spcBef>
              <a:spcAft>
                <a:spcPts val="1200"/>
              </a:spcAft>
            </a:pPr>
            <a:r>
              <a:rPr lang="zh-CN" altLang="en-US" sz="2400">
                <a:latin typeface="微软雅黑" panose="020B0503020204020204" pitchFamily="34" charset="-122"/>
                <a:ea typeface="微软雅黑" panose="020B0503020204020204" pitchFamily="34" charset="-122"/>
              </a:rPr>
              <a:t>以大写字母、小写字母或下划线</a:t>
            </a:r>
            <a:r>
              <a:rPr lang="en-US" altLang="zh-CN" sz="2400">
                <a:latin typeface="微软雅黑" panose="020B0503020204020204" pitchFamily="34" charset="-122"/>
                <a:ea typeface="微软雅黑" panose="020B0503020204020204" pitchFamily="34" charset="-122"/>
              </a:rPr>
              <a:t>(_)</a:t>
            </a:r>
            <a:r>
              <a:rPr lang="zh-CN" altLang="en-US" sz="2400">
                <a:latin typeface="微软雅黑" panose="020B0503020204020204" pitchFamily="34" charset="-122"/>
                <a:ea typeface="微软雅黑" panose="020B0503020204020204" pitchFamily="34" charset="-122"/>
              </a:rPr>
              <a:t>开始。</a:t>
            </a:r>
          </a:p>
          <a:p>
            <a:pPr eaLnBrk="1" hangingPunct="1">
              <a:lnSpc>
                <a:spcPct val="120000"/>
              </a:lnSpc>
              <a:spcBef>
                <a:spcPts val="1200"/>
              </a:spcBef>
              <a:spcAft>
                <a:spcPts val="1200"/>
              </a:spcAft>
            </a:pPr>
            <a:r>
              <a:rPr lang="zh-CN" altLang="en-US" sz="2400">
                <a:latin typeface="微软雅黑" panose="020B0503020204020204" pitchFamily="34" charset="-122"/>
                <a:ea typeface="微软雅黑" panose="020B0503020204020204" pitchFamily="34" charset="-122"/>
              </a:rPr>
              <a:t>可以由以大写字母、小写字母、下划线</a:t>
            </a:r>
            <a:r>
              <a:rPr lang="en-US" altLang="zh-CN" sz="2400">
                <a:latin typeface="微软雅黑" panose="020B0503020204020204" pitchFamily="34" charset="-122"/>
                <a:ea typeface="微软雅黑" panose="020B0503020204020204" pitchFamily="34" charset="-122"/>
              </a:rPr>
              <a:t>(_)</a:t>
            </a:r>
            <a:r>
              <a:rPr lang="zh-CN" altLang="en-US" sz="2400">
                <a:latin typeface="微软雅黑" panose="020B0503020204020204" pitchFamily="34" charset="-122"/>
                <a:ea typeface="微软雅黑" panose="020B0503020204020204" pitchFamily="34" charset="-122"/>
              </a:rPr>
              <a:t>或数字</a:t>
            </a:r>
            <a:r>
              <a:rPr lang="en-US" altLang="zh-CN" sz="2400">
                <a:latin typeface="微软雅黑" panose="020B0503020204020204" pitchFamily="34" charset="-122"/>
                <a:ea typeface="微软雅黑" panose="020B0503020204020204" pitchFamily="34" charset="-122"/>
              </a:rPr>
              <a:t>0</a:t>
            </a:r>
            <a:r>
              <a:rPr lang="zh-CN" altLang="en-US" sz="2400">
                <a:latin typeface="微软雅黑" panose="020B0503020204020204" pitchFamily="34" charset="-122"/>
                <a:ea typeface="微软雅黑" panose="020B0503020204020204" pitchFamily="34" charset="-122"/>
              </a:rPr>
              <a:t>～</a:t>
            </a:r>
            <a:r>
              <a:rPr lang="en-US" altLang="zh-CN" sz="2400">
                <a:latin typeface="微软雅黑" panose="020B0503020204020204" pitchFamily="34" charset="-122"/>
                <a:ea typeface="微软雅黑" panose="020B0503020204020204" pitchFamily="34" charset="-122"/>
              </a:rPr>
              <a:t>9</a:t>
            </a:r>
            <a:r>
              <a:rPr lang="zh-CN" altLang="en-US" sz="2400">
                <a:latin typeface="微软雅黑" panose="020B0503020204020204" pitchFamily="34" charset="-122"/>
                <a:ea typeface="微软雅黑" panose="020B0503020204020204" pitchFamily="34" charset="-122"/>
              </a:rPr>
              <a:t>组成。</a:t>
            </a:r>
          </a:p>
          <a:p>
            <a:pPr eaLnBrk="1" hangingPunct="1">
              <a:lnSpc>
                <a:spcPct val="120000"/>
              </a:lnSpc>
              <a:spcBef>
                <a:spcPts val="1200"/>
              </a:spcBef>
              <a:spcAft>
                <a:spcPts val="1200"/>
              </a:spcAft>
            </a:pPr>
            <a:r>
              <a:rPr lang="zh-CN" altLang="en-US" sz="2400">
                <a:latin typeface="微软雅黑" panose="020B0503020204020204" pitchFamily="34" charset="-122"/>
                <a:ea typeface="微软雅黑" panose="020B0503020204020204" pitchFamily="34" charset="-122"/>
              </a:rPr>
              <a:t>大写字母和小写字母代表不同的标识符。</a:t>
            </a:r>
            <a:endParaRPr lang="en-US" altLang="zh-CN" sz="2400">
              <a:latin typeface="微软雅黑" panose="020B0503020204020204" pitchFamily="34" charset="-122"/>
              <a:ea typeface="微软雅黑" panose="020B0503020204020204" pitchFamily="34" charset="-122"/>
            </a:endParaRPr>
          </a:p>
          <a:p>
            <a:pPr eaLnBrk="1" hangingPunct="1">
              <a:lnSpc>
                <a:spcPct val="120000"/>
              </a:lnSpc>
              <a:spcBef>
                <a:spcPts val="1200"/>
              </a:spcBef>
              <a:spcAft>
                <a:spcPts val="1200"/>
              </a:spcAft>
            </a:pPr>
            <a:r>
              <a:rPr lang="zh-CN" altLang="en-US" sz="2400">
                <a:latin typeface="微软雅黑" panose="020B0503020204020204" pitchFamily="34" charset="-122"/>
                <a:ea typeface="微软雅黑" panose="020B0503020204020204" pitchFamily="34" charset="-122"/>
              </a:rPr>
              <a:t>不能是</a:t>
            </a:r>
            <a:r>
              <a:rPr lang="en-US" altLang="zh-CN" sz="2400">
                <a:latin typeface="微软雅黑" panose="020B0503020204020204" pitchFamily="34" charset="-122"/>
                <a:ea typeface="微软雅黑" panose="020B0503020204020204" pitchFamily="34" charset="-122"/>
              </a:rPr>
              <a:t>C++</a:t>
            </a:r>
            <a:r>
              <a:rPr lang="zh-CN" altLang="en-US" sz="2400">
                <a:latin typeface="微软雅黑" panose="020B0503020204020204" pitchFamily="34" charset="-122"/>
                <a:ea typeface="微软雅黑" panose="020B0503020204020204" pitchFamily="34" charset="-122"/>
              </a:rPr>
              <a:t>关键字或操作符。</a:t>
            </a:r>
          </a:p>
          <a:p>
            <a:pPr eaLnBrk="1" hangingPunct="1"/>
            <a:endParaRPr lang="zh-CN" altLang="en-US" sz="2400">
              <a:latin typeface="微软雅黑" panose="020B0503020204020204" pitchFamily="34" charset="-122"/>
              <a:ea typeface="微软雅黑" panose="020B0503020204020204" pitchFamily="34" charset="-122"/>
            </a:endParaRPr>
          </a:p>
        </p:txBody>
      </p:sp>
      <p:sp>
        <p:nvSpPr>
          <p:cNvPr id="2" name="灯片编号占位符 1"/>
          <p:cNvSpPr>
            <a:spLocks noGrp="1"/>
          </p:cNvSpPr>
          <p:nvPr>
            <p:ph type="sldNum" sz="quarter" idx="4"/>
          </p:nvPr>
        </p:nvSpPr>
        <p:spPr/>
        <p:txBody>
          <a:bodyPr/>
          <a:lstStyle/>
          <a:p>
            <a:fld id="{DEA904C8-CD7B-4714-BAE1-F1A91095C3EA}" type="slidenum">
              <a:rPr lang="zh-CN" altLang="en-US" smtClean="0"/>
              <a:pPr/>
              <a:t>11</a:t>
            </a:fld>
            <a:endParaRPr lang="zh-CN" altLang="en-US"/>
          </a:p>
        </p:txBody>
      </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标题 1"/>
          <p:cNvSpPr>
            <a:spLocks noGrp="1"/>
          </p:cNvSpPr>
          <p:nvPr>
            <p:ph type="title"/>
          </p:nvPr>
        </p:nvSpPr>
        <p:spPr>
          <a:xfrm>
            <a:off x="609600" y="1076325"/>
            <a:ext cx="10975975" cy="840507"/>
          </a:xfrm>
        </p:spPr>
        <p:txBody>
          <a:bodyPr/>
          <a:lstStyle/>
          <a:p>
            <a:pPr eaLnBrk="1" hangingPunct="1">
              <a:defRPr/>
            </a:pPr>
            <a:r>
              <a:rPr lang="zh-CN" altLang="en-US">
                <a:solidFill>
                  <a:schemeClr val="accent4">
                    <a:lumMod val="75000"/>
                  </a:schemeClr>
                </a:solidFill>
                <a:latin typeface="微软雅黑" pitchFamily="34" charset="-122"/>
                <a:ea typeface="微软雅黑" pitchFamily="34" charset="-122"/>
              </a:rPr>
              <a:t>基本</a:t>
            </a:r>
            <a:r>
              <a:rPr lang="zh-CN" altLang="en-US" dirty="0">
                <a:solidFill>
                  <a:schemeClr val="accent4">
                    <a:lumMod val="75000"/>
                  </a:schemeClr>
                </a:solidFill>
                <a:latin typeface="微软雅黑" pitchFamily="34" charset="-122"/>
                <a:ea typeface="微软雅黑" pitchFamily="34" charset="-122"/>
              </a:rPr>
              <a:t>数据类型</a:t>
            </a:r>
          </a:p>
        </p:txBody>
      </p:sp>
      <p:sp>
        <p:nvSpPr>
          <p:cNvPr id="25603" name="内容占位符 5"/>
          <p:cNvSpPr>
            <a:spLocks noGrp="1"/>
          </p:cNvSpPr>
          <p:nvPr>
            <p:ph idx="1"/>
          </p:nvPr>
        </p:nvSpPr>
        <p:spPr>
          <a:xfrm>
            <a:off x="609599" y="1916832"/>
            <a:ext cx="10975975" cy="4607793"/>
          </a:xfrm>
        </p:spPr>
        <p:txBody>
          <a:bodyPr/>
          <a:lstStyle/>
          <a:p>
            <a:pPr eaLnBrk="1" hangingPunct="1"/>
            <a:r>
              <a:rPr lang="en-US" altLang="zh-CN" sz="2400">
                <a:latin typeface="微软雅黑" panose="020B0503020204020204" pitchFamily="34" charset="-122"/>
                <a:ea typeface="微软雅黑" panose="020B0503020204020204" pitchFamily="34" charset="-122"/>
              </a:rPr>
              <a:t>C++</a:t>
            </a:r>
            <a:r>
              <a:rPr lang="zh-CN" altLang="en-US" sz="2400">
                <a:latin typeface="微软雅黑" panose="020B0503020204020204" pitchFamily="34" charset="-122"/>
                <a:ea typeface="微软雅黑" panose="020B0503020204020204" pitchFamily="34" charset="-122"/>
              </a:rPr>
              <a:t>能够处理的基本数据类型</a:t>
            </a:r>
            <a:endParaRPr lang="en-US" altLang="zh-CN" sz="2400">
              <a:latin typeface="微软雅黑" panose="020B0503020204020204" pitchFamily="34" charset="-122"/>
              <a:ea typeface="微软雅黑" panose="020B0503020204020204" pitchFamily="34" charset="-122"/>
            </a:endParaRPr>
          </a:p>
          <a:p>
            <a:pPr lvl="1" eaLnBrk="1" hangingPunct="1"/>
            <a:r>
              <a:rPr lang="zh-CN" altLang="en-US" sz="2400">
                <a:latin typeface="微软雅黑" panose="020B0503020204020204" pitchFamily="34" charset="-122"/>
                <a:ea typeface="微软雅黑" panose="020B0503020204020204" pitchFamily="34" charset="-122"/>
              </a:rPr>
              <a:t>整数类型</a:t>
            </a:r>
            <a:endParaRPr lang="en-US" altLang="zh-CN" sz="2400">
              <a:latin typeface="微软雅黑" panose="020B0503020204020204" pitchFamily="34" charset="-122"/>
              <a:ea typeface="微软雅黑" panose="020B0503020204020204" pitchFamily="34" charset="-122"/>
            </a:endParaRPr>
          </a:p>
          <a:p>
            <a:pPr lvl="1" eaLnBrk="1" hangingPunct="1"/>
            <a:r>
              <a:rPr lang="zh-CN" altLang="en-US" sz="2400">
                <a:latin typeface="微软雅黑" panose="020B0503020204020204" pitchFamily="34" charset="-122"/>
                <a:ea typeface="微软雅黑" panose="020B0503020204020204" pitchFamily="34" charset="-122"/>
              </a:rPr>
              <a:t>浮点数类型</a:t>
            </a:r>
            <a:endParaRPr lang="en-US" altLang="zh-CN" sz="2400">
              <a:latin typeface="微软雅黑" panose="020B0503020204020204" pitchFamily="34" charset="-122"/>
              <a:ea typeface="微软雅黑" panose="020B0503020204020204" pitchFamily="34" charset="-122"/>
            </a:endParaRPr>
          </a:p>
          <a:p>
            <a:pPr lvl="1" eaLnBrk="1" hangingPunct="1"/>
            <a:r>
              <a:rPr lang="zh-CN" altLang="en-US" sz="2400">
                <a:latin typeface="微软雅黑" panose="020B0503020204020204" pitchFamily="34" charset="-122"/>
                <a:ea typeface="微软雅黑" panose="020B0503020204020204" pitchFamily="34" charset="-122"/>
              </a:rPr>
              <a:t>字符类型</a:t>
            </a:r>
            <a:endParaRPr lang="en-US" altLang="zh-CN" sz="2400">
              <a:latin typeface="微软雅黑" panose="020B0503020204020204" pitchFamily="34" charset="-122"/>
              <a:ea typeface="微软雅黑" panose="020B0503020204020204" pitchFamily="34" charset="-122"/>
            </a:endParaRPr>
          </a:p>
          <a:p>
            <a:pPr lvl="1" eaLnBrk="1" hangingPunct="1"/>
            <a:r>
              <a:rPr lang="zh-CN" altLang="en-US" sz="2400">
                <a:latin typeface="微软雅黑" panose="020B0503020204020204" pitchFamily="34" charset="-122"/>
                <a:ea typeface="微软雅黑" panose="020B0503020204020204" pitchFamily="34" charset="-122"/>
              </a:rPr>
              <a:t>布尔类型</a:t>
            </a:r>
          </a:p>
          <a:p>
            <a:pPr eaLnBrk="1" hangingPunct="1"/>
            <a:r>
              <a:rPr lang="zh-CN" altLang="en-US" sz="2400">
                <a:latin typeface="微软雅黑" panose="020B0503020204020204" pitchFamily="34" charset="-122"/>
                <a:ea typeface="微软雅黑" panose="020B0503020204020204" pitchFamily="34" charset="-122"/>
              </a:rPr>
              <a:t>程序中的数据</a:t>
            </a:r>
          </a:p>
          <a:p>
            <a:pPr lvl="1" eaLnBrk="1" hangingPunct="1"/>
            <a:r>
              <a:rPr lang="zh-CN" altLang="en-US" sz="2400">
                <a:latin typeface="微软雅黑" panose="020B0503020204020204" pitchFamily="34" charset="-122"/>
                <a:ea typeface="微软雅黑" panose="020B0503020204020204" pitchFamily="34" charset="-122"/>
              </a:rPr>
              <a:t>常量</a:t>
            </a:r>
            <a:endParaRPr lang="en-US" altLang="zh-CN" sz="2400">
              <a:latin typeface="微软雅黑" panose="020B0503020204020204" pitchFamily="34" charset="-122"/>
              <a:ea typeface="微软雅黑" panose="020B0503020204020204" pitchFamily="34" charset="-122"/>
            </a:endParaRPr>
          </a:p>
          <a:p>
            <a:pPr lvl="2" eaLnBrk="1" hangingPunct="1"/>
            <a:r>
              <a:rPr lang="zh-CN" altLang="en-US">
                <a:latin typeface="微软雅黑" panose="020B0503020204020204" pitchFamily="34" charset="-122"/>
                <a:ea typeface="微软雅黑" panose="020B0503020204020204" pitchFamily="34" charset="-122"/>
              </a:rPr>
              <a:t>在源程序中直接写明的数据，其值在整个程序运行期间不可改变，这样的数据称为常量。</a:t>
            </a:r>
            <a:endParaRPr lang="en-US" altLang="zh-CN">
              <a:latin typeface="微软雅黑" panose="020B0503020204020204" pitchFamily="34" charset="-122"/>
              <a:ea typeface="微软雅黑" panose="020B0503020204020204" pitchFamily="34" charset="-122"/>
            </a:endParaRPr>
          </a:p>
          <a:p>
            <a:pPr lvl="1" eaLnBrk="1" hangingPunct="1"/>
            <a:r>
              <a:rPr lang="zh-CN" altLang="en-US" sz="2400">
                <a:latin typeface="微软雅黑" panose="020B0503020204020204" pitchFamily="34" charset="-122"/>
                <a:ea typeface="微软雅黑" panose="020B0503020204020204" pitchFamily="34" charset="-122"/>
              </a:rPr>
              <a:t>变量</a:t>
            </a:r>
            <a:endParaRPr lang="en-US" altLang="zh-CN" sz="2400">
              <a:latin typeface="微软雅黑" panose="020B0503020204020204" pitchFamily="34" charset="-122"/>
              <a:ea typeface="微软雅黑" panose="020B0503020204020204" pitchFamily="34" charset="-122"/>
            </a:endParaRPr>
          </a:p>
          <a:p>
            <a:pPr lvl="2" eaLnBrk="1" hangingPunct="1"/>
            <a:r>
              <a:rPr lang="zh-CN" altLang="en-US">
                <a:latin typeface="微软雅黑" panose="020B0503020204020204" pitchFamily="34" charset="-122"/>
                <a:ea typeface="微软雅黑" panose="020B0503020204020204" pitchFamily="34" charset="-122"/>
              </a:rPr>
              <a:t>在程序运行过程中允许改变的数据，称为变量。</a:t>
            </a:r>
          </a:p>
        </p:txBody>
      </p:sp>
      <p:sp>
        <p:nvSpPr>
          <p:cNvPr id="2" name="灯片编号占位符 1"/>
          <p:cNvSpPr>
            <a:spLocks noGrp="1"/>
          </p:cNvSpPr>
          <p:nvPr>
            <p:ph type="sldNum" sz="quarter" idx="4"/>
          </p:nvPr>
        </p:nvSpPr>
        <p:spPr/>
        <p:txBody>
          <a:bodyPr/>
          <a:lstStyle/>
          <a:p>
            <a:fld id="{DEA904C8-CD7B-4714-BAE1-F1A91095C3EA}" type="slidenum">
              <a:rPr lang="zh-CN" altLang="en-US" smtClean="0"/>
              <a:pPr/>
              <a:t>12</a:t>
            </a:fld>
            <a:endParaRPr lang="zh-CN" altLang="en-US"/>
          </a:p>
        </p:txBody>
      </p:sp>
    </p:spTree>
    <p:extLst>
      <p:ext uri="{BB962C8B-B14F-4D97-AF65-F5344CB8AC3E}">
        <p14:creationId xmlns:p14="http://schemas.microsoft.com/office/powerpoint/2010/main" val="2983755805"/>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25603">
                                            <p:txEl>
                                              <p:pRg st="1" end="1"/>
                                            </p:txEl>
                                          </p:spTgt>
                                        </p:tgtEl>
                                        <p:attrNameLst>
                                          <p:attrName>style.visibility</p:attrName>
                                        </p:attrNameLst>
                                      </p:cBhvr>
                                      <p:to>
                                        <p:strVal val="visible"/>
                                      </p:to>
                                    </p:set>
                                    <p:anim calcmode="lin" valueType="num">
                                      <p:cBhvr additive="base">
                                        <p:cTn id="7" dur="1000" fill="hold"/>
                                        <p:tgtEl>
                                          <p:spTgt spid="25603">
                                            <p:txEl>
                                              <p:pRg st="1" end="1"/>
                                            </p:txEl>
                                          </p:spTgt>
                                        </p:tgtEl>
                                        <p:attrNameLst>
                                          <p:attrName>ppt_x</p:attrName>
                                        </p:attrNameLst>
                                      </p:cBhvr>
                                      <p:tavLst>
                                        <p:tav tm="0">
                                          <p:val>
                                            <p:strVal val="0-#ppt_w/2"/>
                                          </p:val>
                                        </p:tav>
                                        <p:tav tm="100000">
                                          <p:val>
                                            <p:strVal val="#ppt_x"/>
                                          </p:val>
                                        </p:tav>
                                      </p:tavLst>
                                    </p:anim>
                                    <p:anim calcmode="lin" valueType="num">
                                      <p:cBhvr additive="base">
                                        <p:cTn id="8" dur="1000" fill="hold"/>
                                        <p:tgtEl>
                                          <p:spTgt spid="25603">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25603">
                                            <p:txEl>
                                              <p:pRg st="2" end="2"/>
                                            </p:txEl>
                                          </p:spTgt>
                                        </p:tgtEl>
                                        <p:attrNameLst>
                                          <p:attrName>style.visibility</p:attrName>
                                        </p:attrNameLst>
                                      </p:cBhvr>
                                      <p:to>
                                        <p:strVal val="visible"/>
                                      </p:to>
                                    </p:set>
                                    <p:anim calcmode="lin" valueType="num">
                                      <p:cBhvr additive="base">
                                        <p:cTn id="13" dur="1000" fill="hold"/>
                                        <p:tgtEl>
                                          <p:spTgt spid="25603">
                                            <p:txEl>
                                              <p:pRg st="2" end="2"/>
                                            </p:txEl>
                                          </p:spTgt>
                                        </p:tgtEl>
                                        <p:attrNameLst>
                                          <p:attrName>ppt_x</p:attrName>
                                        </p:attrNameLst>
                                      </p:cBhvr>
                                      <p:tavLst>
                                        <p:tav tm="0">
                                          <p:val>
                                            <p:strVal val="0-#ppt_w/2"/>
                                          </p:val>
                                        </p:tav>
                                        <p:tav tm="100000">
                                          <p:val>
                                            <p:strVal val="#ppt_x"/>
                                          </p:val>
                                        </p:tav>
                                      </p:tavLst>
                                    </p:anim>
                                    <p:anim calcmode="lin" valueType="num">
                                      <p:cBhvr additive="base">
                                        <p:cTn id="14" dur="1000" fill="hold"/>
                                        <p:tgtEl>
                                          <p:spTgt spid="25603">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nodeType="clickEffect">
                                  <p:stCondLst>
                                    <p:cond delay="0"/>
                                  </p:stCondLst>
                                  <p:childTnLst>
                                    <p:set>
                                      <p:cBhvr>
                                        <p:cTn id="18" dur="1" fill="hold">
                                          <p:stCondLst>
                                            <p:cond delay="0"/>
                                          </p:stCondLst>
                                        </p:cTn>
                                        <p:tgtEl>
                                          <p:spTgt spid="25603">
                                            <p:txEl>
                                              <p:pRg st="3" end="3"/>
                                            </p:txEl>
                                          </p:spTgt>
                                        </p:tgtEl>
                                        <p:attrNameLst>
                                          <p:attrName>style.visibility</p:attrName>
                                        </p:attrNameLst>
                                      </p:cBhvr>
                                      <p:to>
                                        <p:strVal val="visible"/>
                                      </p:to>
                                    </p:set>
                                    <p:anim calcmode="lin" valueType="num">
                                      <p:cBhvr additive="base">
                                        <p:cTn id="19" dur="1000" fill="hold"/>
                                        <p:tgtEl>
                                          <p:spTgt spid="25603">
                                            <p:txEl>
                                              <p:pRg st="3" end="3"/>
                                            </p:txEl>
                                          </p:spTgt>
                                        </p:tgtEl>
                                        <p:attrNameLst>
                                          <p:attrName>ppt_x</p:attrName>
                                        </p:attrNameLst>
                                      </p:cBhvr>
                                      <p:tavLst>
                                        <p:tav tm="0">
                                          <p:val>
                                            <p:strVal val="0-#ppt_w/2"/>
                                          </p:val>
                                        </p:tav>
                                        <p:tav tm="100000">
                                          <p:val>
                                            <p:strVal val="#ppt_x"/>
                                          </p:val>
                                        </p:tav>
                                      </p:tavLst>
                                    </p:anim>
                                    <p:anim calcmode="lin" valueType="num">
                                      <p:cBhvr additive="base">
                                        <p:cTn id="20" dur="1000" fill="hold"/>
                                        <p:tgtEl>
                                          <p:spTgt spid="25603">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nodeType="clickEffect">
                                  <p:stCondLst>
                                    <p:cond delay="0"/>
                                  </p:stCondLst>
                                  <p:childTnLst>
                                    <p:set>
                                      <p:cBhvr>
                                        <p:cTn id="24" dur="1" fill="hold">
                                          <p:stCondLst>
                                            <p:cond delay="0"/>
                                          </p:stCondLst>
                                        </p:cTn>
                                        <p:tgtEl>
                                          <p:spTgt spid="25603">
                                            <p:txEl>
                                              <p:pRg st="4" end="4"/>
                                            </p:txEl>
                                          </p:spTgt>
                                        </p:tgtEl>
                                        <p:attrNameLst>
                                          <p:attrName>style.visibility</p:attrName>
                                        </p:attrNameLst>
                                      </p:cBhvr>
                                      <p:to>
                                        <p:strVal val="visible"/>
                                      </p:to>
                                    </p:set>
                                    <p:anim calcmode="lin" valueType="num">
                                      <p:cBhvr additive="base">
                                        <p:cTn id="25" dur="1000" fill="hold"/>
                                        <p:tgtEl>
                                          <p:spTgt spid="25603">
                                            <p:txEl>
                                              <p:pRg st="4" end="4"/>
                                            </p:txEl>
                                          </p:spTgt>
                                        </p:tgtEl>
                                        <p:attrNameLst>
                                          <p:attrName>ppt_x</p:attrName>
                                        </p:attrNameLst>
                                      </p:cBhvr>
                                      <p:tavLst>
                                        <p:tav tm="0">
                                          <p:val>
                                            <p:strVal val="0-#ppt_w/2"/>
                                          </p:val>
                                        </p:tav>
                                        <p:tav tm="100000">
                                          <p:val>
                                            <p:strVal val="#ppt_x"/>
                                          </p:val>
                                        </p:tav>
                                      </p:tavLst>
                                    </p:anim>
                                    <p:anim calcmode="lin" valueType="num">
                                      <p:cBhvr additive="base">
                                        <p:cTn id="26" dur="1000" fill="hold"/>
                                        <p:tgtEl>
                                          <p:spTgt spid="25603">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nodeType="clickEffect">
                                  <p:stCondLst>
                                    <p:cond delay="0"/>
                                  </p:stCondLst>
                                  <p:childTnLst>
                                    <p:set>
                                      <p:cBhvr>
                                        <p:cTn id="30" dur="1" fill="hold">
                                          <p:stCondLst>
                                            <p:cond delay="0"/>
                                          </p:stCondLst>
                                        </p:cTn>
                                        <p:tgtEl>
                                          <p:spTgt spid="25603">
                                            <p:txEl>
                                              <p:pRg st="6" end="6"/>
                                            </p:txEl>
                                          </p:spTgt>
                                        </p:tgtEl>
                                        <p:attrNameLst>
                                          <p:attrName>style.visibility</p:attrName>
                                        </p:attrNameLst>
                                      </p:cBhvr>
                                      <p:to>
                                        <p:strVal val="visible"/>
                                      </p:to>
                                    </p:set>
                                    <p:anim calcmode="lin" valueType="num">
                                      <p:cBhvr additive="base">
                                        <p:cTn id="31" dur="1000" fill="hold"/>
                                        <p:tgtEl>
                                          <p:spTgt spid="25603">
                                            <p:txEl>
                                              <p:pRg st="6" end="6"/>
                                            </p:txEl>
                                          </p:spTgt>
                                        </p:tgtEl>
                                        <p:attrNameLst>
                                          <p:attrName>ppt_x</p:attrName>
                                        </p:attrNameLst>
                                      </p:cBhvr>
                                      <p:tavLst>
                                        <p:tav tm="0">
                                          <p:val>
                                            <p:strVal val="0-#ppt_w/2"/>
                                          </p:val>
                                        </p:tav>
                                        <p:tav tm="100000">
                                          <p:val>
                                            <p:strVal val="#ppt_x"/>
                                          </p:val>
                                        </p:tav>
                                      </p:tavLst>
                                    </p:anim>
                                    <p:anim calcmode="lin" valueType="num">
                                      <p:cBhvr additive="base">
                                        <p:cTn id="32" dur="1000" fill="hold"/>
                                        <p:tgtEl>
                                          <p:spTgt spid="25603">
                                            <p:txEl>
                                              <p:pRg st="6" end="6"/>
                                            </p:txEl>
                                          </p:spTgt>
                                        </p:tgtEl>
                                        <p:attrNameLst>
                                          <p:attrName>ppt_y</p:attrName>
                                        </p:attrNameLst>
                                      </p:cBhvr>
                                      <p:tavLst>
                                        <p:tav tm="0">
                                          <p:val>
                                            <p:strVal val="#ppt_y"/>
                                          </p:val>
                                        </p:tav>
                                        <p:tav tm="100000">
                                          <p:val>
                                            <p:strVal val="#ppt_y"/>
                                          </p:val>
                                        </p:tav>
                                      </p:tavLst>
                                    </p:anim>
                                  </p:childTnLst>
                                </p:cTn>
                              </p:par>
                              <p:par>
                                <p:cTn id="33" presetID="2" presetClass="entr" presetSubtype="8" fill="hold" nodeType="withEffect">
                                  <p:stCondLst>
                                    <p:cond delay="0"/>
                                  </p:stCondLst>
                                  <p:childTnLst>
                                    <p:set>
                                      <p:cBhvr>
                                        <p:cTn id="34" dur="1" fill="hold">
                                          <p:stCondLst>
                                            <p:cond delay="0"/>
                                          </p:stCondLst>
                                        </p:cTn>
                                        <p:tgtEl>
                                          <p:spTgt spid="25603">
                                            <p:txEl>
                                              <p:pRg st="7" end="7"/>
                                            </p:txEl>
                                          </p:spTgt>
                                        </p:tgtEl>
                                        <p:attrNameLst>
                                          <p:attrName>style.visibility</p:attrName>
                                        </p:attrNameLst>
                                      </p:cBhvr>
                                      <p:to>
                                        <p:strVal val="visible"/>
                                      </p:to>
                                    </p:set>
                                    <p:anim calcmode="lin" valueType="num">
                                      <p:cBhvr additive="base">
                                        <p:cTn id="35" dur="1000" fill="hold"/>
                                        <p:tgtEl>
                                          <p:spTgt spid="25603">
                                            <p:txEl>
                                              <p:pRg st="7" end="7"/>
                                            </p:txEl>
                                          </p:spTgt>
                                        </p:tgtEl>
                                        <p:attrNameLst>
                                          <p:attrName>ppt_x</p:attrName>
                                        </p:attrNameLst>
                                      </p:cBhvr>
                                      <p:tavLst>
                                        <p:tav tm="0">
                                          <p:val>
                                            <p:strVal val="0-#ppt_w/2"/>
                                          </p:val>
                                        </p:tav>
                                        <p:tav tm="100000">
                                          <p:val>
                                            <p:strVal val="#ppt_x"/>
                                          </p:val>
                                        </p:tav>
                                      </p:tavLst>
                                    </p:anim>
                                    <p:anim calcmode="lin" valueType="num">
                                      <p:cBhvr additive="base">
                                        <p:cTn id="36" dur="1000" fill="hold"/>
                                        <p:tgtEl>
                                          <p:spTgt spid="25603">
                                            <p:txEl>
                                              <p:pRg st="7" end="7"/>
                                            </p:txEl>
                                          </p:spTgt>
                                        </p:tgtEl>
                                        <p:attrNameLst>
                                          <p:attrName>ppt_y</p:attrName>
                                        </p:attrNameLst>
                                      </p:cBhvr>
                                      <p:tavLst>
                                        <p:tav tm="0">
                                          <p:val>
                                            <p:strVal val="#ppt_y"/>
                                          </p:val>
                                        </p:tav>
                                        <p:tav tm="100000">
                                          <p:val>
                                            <p:strVal val="#ppt_y"/>
                                          </p:val>
                                        </p:tav>
                                      </p:tavLst>
                                    </p:anim>
                                  </p:childTnLst>
                                </p:cTn>
                              </p:par>
                            </p:childTnLst>
                          </p:cTn>
                        </p:par>
                      </p:childTnLst>
                    </p:cTn>
                  </p:par>
                  <p:par>
                    <p:cTn id="37" fill="hold" nodeType="clickPar">
                      <p:stCondLst>
                        <p:cond delay="indefinite"/>
                      </p:stCondLst>
                      <p:childTnLst>
                        <p:par>
                          <p:cTn id="38" fill="hold" nodeType="withGroup">
                            <p:stCondLst>
                              <p:cond delay="0"/>
                            </p:stCondLst>
                            <p:childTnLst>
                              <p:par>
                                <p:cTn id="39" presetID="2" presetClass="entr" presetSubtype="8" fill="hold" nodeType="clickEffect">
                                  <p:stCondLst>
                                    <p:cond delay="0"/>
                                  </p:stCondLst>
                                  <p:childTnLst>
                                    <p:set>
                                      <p:cBhvr>
                                        <p:cTn id="40" dur="1" fill="hold">
                                          <p:stCondLst>
                                            <p:cond delay="0"/>
                                          </p:stCondLst>
                                        </p:cTn>
                                        <p:tgtEl>
                                          <p:spTgt spid="25603">
                                            <p:txEl>
                                              <p:pRg st="8" end="8"/>
                                            </p:txEl>
                                          </p:spTgt>
                                        </p:tgtEl>
                                        <p:attrNameLst>
                                          <p:attrName>style.visibility</p:attrName>
                                        </p:attrNameLst>
                                      </p:cBhvr>
                                      <p:to>
                                        <p:strVal val="visible"/>
                                      </p:to>
                                    </p:set>
                                    <p:anim calcmode="lin" valueType="num">
                                      <p:cBhvr additive="base">
                                        <p:cTn id="41" dur="1000" fill="hold"/>
                                        <p:tgtEl>
                                          <p:spTgt spid="25603">
                                            <p:txEl>
                                              <p:pRg st="8" end="8"/>
                                            </p:txEl>
                                          </p:spTgt>
                                        </p:tgtEl>
                                        <p:attrNameLst>
                                          <p:attrName>ppt_x</p:attrName>
                                        </p:attrNameLst>
                                      </p:cBhvr>
                                      <p:tavLst>
                                        <p:tav tm="0">
                                          <p:val>
                                            <p:strVal val="0-#ppt_w/2"/>
                                          </p:val>
                                        </p:tav>
                                        <p:tav tm="100000">
                                          <p:val>
                                            <p:strVal val="#ppt_x"/>
                                          </p:val>
                                        </p:tav>
                                      </p:tavLst>
                                    </p:anim>
                                    <p:anim calcmode="lin" valueType="num">
                                      <p:cBhvr additive="base">
                                        <p:cTn id="42" dur="1000" fill="hold"/>
                                        <p:tgtEl>
                                          <p:spTgt spid="25603">
                                            <p:txEl>
                                              <p:pRg st="8" end="8"/>
                                            </p:txEl>
                                          </p:spTgt>
                                        </p:tgtEl>
                                        <p:attrNameLst>
                                          <p:attrName>ppt_y</p:attrName>
                                        </p:attrNameLst>
                                      </p:cBhvr>
                                      <p:tavLst>
                                        <p:tav tm="0">
                                          <p:val>
                                            <p:strVal val="#ppt_y"/>
                                          </p:val>
                                        </p:tav>
                                        <p:tav tm="100000">
                                          <p:val>
                                            <p:strVal val="#ppt_y"/>
                                          </p:val>
                                        </p:tav>
                                      </p:tavLst>
                                    </p:anim>
                                  </p:childTnLst>
                                </p:cTn>
                              </p:par>
                              <p:par>
                                <p:cTn id="43" presetID="2" presetClass="entr" presetSubtype="8" fill="hold" nodeType="withEffect">
                                  <p:stCondLst>
                                    <p:cond delay="0"/>
                                  </p:stCondLst>
                                  <p:childTnLst>
                                    <p:set>
                                      <p:cBhvr>
                                        <p:cTn id="44" dur="1" fill="hold">
                                          <p:stCondLst>
                                            <p:cond delay="0"/>
                                          </p:stCondLst>
                                        </p:cTn>
                                        <p:tgtEl>
                                          <p:spTgt spid="25603">
                                            <p:txEl>
                                              <p:pRg st="9" end="9"/>
                                            </p:txEl>
                                          </p:spTgt>
                                        </p:tgtEl>
                                        <p:attrNameLst>
                                          <p:attrName>style.visibility</p:attrName>
                                        </p:attrNameLst>
                                      </p:cBhvr>
                                      <p:to>
                                        <p:strVal val="visible"/>
                                      </p:to>
                                    </p:set>
                                    <p:anim calcmode="lin" valueType="num">
                                      <p:cBhvr additive="base">
                                        <p:cTn id="45" dur="1000" fill="hold"/>
                                        <p:tgtEl>
                                          <p:spTgt spid="25603">
                                            <p:txEl>
                                              <p:pRg st="9" end="9"/>
                                            </p:txEl>
                                          </p:spTgt>
                                        </p:tgtEl>
                                        <p:attrNameLst>
                                          <p:attrName>ppt_x</p:attrName>
                                        </p:attrNameLst>
                                      </p:cBhvr>
                                      <p:tavLst>
                                        <p:tav tm="0">
                                          <p:val>
                                            <p:strVal val="0-#ppt_w/2"/>
                                          </p:val>
                                        </p:tav>
                                        <p:tav tm="100000">
                                          <p:val>
                                            <p:strVal val="#ppt_x"/>
                                          </p:val>
                                        </p:tav>
                                      </p:tavLst>
                                    </p:anim>
                                    <p:anim calcmode="lin" valueType="num">
                                      <p:cBhvr additive="base">
                                        <p:cTn id="46" dur="1000" fill="hold"/>
                                        <p:tgtEl>
                                          <p:spTgt spid="25603">
                                            <p:txEl>
                                              <p:pRg st="9" end="9"/>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标题 1"/>
          <p:cNvSpPr>
            <a:spLocks noGrp="1"/>
          </p:cNvSpPr>
          <p:nvPr>
            <p:ph type="title"/>
          </p:nvPr>
        </p:nvSpPr>
        <p:spPr>
          <a:xfrm>
            <a:off x="609600" y="1076325"/>
            <a:ext cx="10975975" cy="1066800"/>
          </a:xfrm>
        </p:spPr>
        <p:txBody>
          <a:bodyPr/>
          <a:lstStyle/>
          <a:p>
            <a:pPr>
              <a:defRPr/>
            </a:pPr>
            <a:r>
              <a:rPr lang="zh-CN" altLang="en-US">
                <a:solidFill>
                  <a:schemeClr val="accent4">
                    <a:lumMod val="75000"/>
                  </a:schemeClr>
                </a:solidFill>
                <a:latin typeface="微软雅黑" pitchFamily="34" charset="-122"/>
                <a:ea typeface="微软雅黑" pitchFamily="34" charset="-122"/>
              </a:rPr>
              <a:t>文字常量</a:t>
            </a:r>
            <a:endParaRPr lang="zh-CN" altLang="en-US" dirty="0">
              <a:solidFill>
                <a:schemeClr val="accent4">
                  <a:lumMod val="75000"/>
                </a:schemeClr>
              </a:solidFill>
              <a:latin typeface="微软雅黑" pitchFamily="34" charset="-122"/>
              <a:ea typeface="微软雅黑" pitchFamily="34" charset="-122"/>
            </a:endParaRPr>
          </a:p>
        </p:txBody>
      </p:sp>
      <p:sp>
        <p:nvSpPr>
          <p:cNvPr id="25603" name="内容占位符 2"/>
          <p:cNvSpPr>
            <a:spLocks noGrp="1"/>
          </p:cNvSpPr>
          <p:nvPr>
            <p:ph idx="1"/>
          </p:nvPr>
        </p:nvSpPr>
        <p:spPr>
          <a:xfrm>
            <a:off x="609600" y="2141538"/>
            <a:ext cx="11033125" cy="4311650"/>
          </a:xfrm>
        </p:spPr>
        <p:txBody>
          <a:bodyPr/>
          <a:lstStyle/>
          <a:p>
            <a:r>
              <a:rPr lang="zh-CN" altLang="en-US" sz="2400">
                <a:latin typeface="微软雅黑" panose="020B0503020204020204" pitchFamily="34" charset="-122"/>
                <a:ea typeface="微软雅黑" panose="020B0503020204020204" pitchFamily="34" charset="-122"/>
              </a:rPr>
              <a:t>所谓常量是指在程序运行的整个过程中其值始终不可改变的量，文字常量是直接使用符号（文字）表示的值。例如：</a:t>
            </a:r>
            <a:r>
              <a:rPr lang="en-US" altLang="zh-CN" sz="2400">
                <a:latin typeface="微软雅黑" panose="020B0503020204020204" pitchFamily="34" charset="-122"/>
                <a:ea typeface="微软雅黑" panose="020B0503020204020204" pitchFamily="34" charset="-122"/>
              </a:rPr>
              <a:t>12</a:t>
            </a:r>
            <a:r>
              <a:rPr lang="zh-CN" altLang="en-US" sz="2400">
                <a:latin typeface="微软雅黑" panose="020B0503020204020204" pitchFamily="34" charset="-122"/>
                <a:ea typeface="微软雅黑" panose="020B0503020204020204" pitchFamily="34" charset="-122"/>
              </a:rPr>
              <a:t>，</a:t>
            </a:r>
            <a:r>
              <a:rPr lang="en-US" altLang="zh-CN" sz="2400">
                <a:latin typeface="微软雅黑" panose="020B0503020204020204" pitchFamily="34" charset="-122"/>
                <a:ea typeface="微软雅黑" panose="020B0503020204020204" pitchFamily="34" charset="-122"/>
              </a:rPr>
              <a:t>3.5</a:t>
            </a:r>
            <a:r>
              <a:rPr lang="zh-CN" altLang="en-US" sz="2400">
                <a:latin typeface="微软雅黑" panose="020B0503020204020204" pitchFamily="34" charset="-122"/>
                <a:ea typeface="微软雅黑" panose="020B0503020204020204" pitchFamily="34" charset="-122"/>
              </a:rPr>
              <a:t>，</a:t>
            </a:r>
            <a:r>
              <a:rPr lang="en-US" altLang="zh-CN" sz="2400">
                <a:latin typeface="微软雅黑" panose="020B0503020204020204" pitchFamily="34" charset="-122"/>
                <a:ea typeface="微软雅黑" panose="020B0503020204020204" pitchFamily="34" charset="-122"/>
              </a:rPr>
              <a:t>’A’</a:t>
            </a:r>
            <a:r>
              <a:rPr lang="zh-CN" altLang="en-US" sz="2400">
                <a:latin typeface="微软雅黑" panose="020B0503020204020204" pitchFamily="34" charset="-122"/>
                <a:ea typeface="微软雅黑" panose="020B0503020204020204" pitchFamily="34" charset="-122"/>
              </a:rPr>
              <a:t>都是常量。</a:t>
            </a:r>
          </a:p>
        </p:txBody>
      </p:sp>
      <p:sp>
        <p:nvSpPr>
          <p:cNvPr id="2" name="灯片编号占位符 1"/>
          <p:cNvSpPr>
            <a:spLocks noGrp="1"/>
          </p:cNvSpPr>
          <p:nvPr>
            <p:ph type="sldNum" sz="quarter" idx="4"/>
          </p:nvPr>
        </p:nvSpPr>
        <p:spPr/>
        <p:txBody>
          <a:bodyPr/>
          <a:lstStyle/>
          <a:p>
            <a:fld id="{DEA904C8-CD7B-4714-BAE1-F1A91095C3EA}" type="slidenum">
              <a:rPr lang="zh-CN" altLang="en-US" smtClean="0"/>
              <a:pPr/>
              <a:t>13</a:t>
            </a:fld>
            <a:endParaRPr lang="zh-CN" altLang="en-US"/>
          </a:p>
        </p:txBody>
      </p:sp>
    </p:spTree>
    <p:extLst>
      <p:ext uri="{BB962C8B-B14F-4D97-AF65-F5344CB8AC3E}">
        <p14:creationId xmlns:p14="http://schemas.microsoft.com/office/powerpoint/2010/main" val="2938009006"/>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标题 1"/>
          <p:cNvSpPr>
            <a:spLocks noGrp="1"/>
          </p:cNvSpPr>
          <p:nvPr>
            <p:ph type="title"/>
          </p:nvPr>
        </p:nvSpPr>
        <p:spPr>
          <a:xfrm>
            <a:off x="668338" y="980728"/>
            <a:ext cx="10975975" cy="792088"/>
          </a:xfrm>
        </p:spPr>
        <p:txBody>
          <a:bodyPr/>
          <a:lstStyle/>
          <a:p>
            <a:pPr eaLnBrk="1" hangingPunct="1">
              <a:defRPr/>
            </a:pPr>
            <a:r>
              <a:rPr lang="zh-CN" altLang="en-US">
                <a:solidFill>
                  <a:schemeClr val="accent5"/>
                </a:solidFill>
                <a:latin typeface="微软雅黑" pitchFamily="34" charset="-122"/>
                <a:ea typeface="微软雅黑" pitchFamily="34" charset="-122"/>
              </a:rPr>
              <a:t>变量</a:t>
            </a:r>
            <a:endParaRPr lang="zh-CN" altLang="en-US" dirty="0">
              <a:solidFill>
                <a:schemeClr val="accent5"/>
              </a:solidFill>
              <a:latin typeface="微软雅黑" pitchFamily="34" charset="-122"/>
              <a:ea typeface="微软雅黑" pitchFamily="34" charset="-122"/>
            </a:endParaRPr>
          </a:p>
        </p:txBody>
      </p:sp>
      <p:sp>
        <p:nvSpPr>
          <p:cNvPr id="3" name="内容占位符 2"/>
          <p:cNvSpPr>
            <a:spLocks noGrp="1"/>
          </p:cNvSpPr>
          <p:nvPr>
            <p:ph idx="1"/>
          </p:nvPr>
        </p:nvSpPr>
        <p:spPr>
          <a:xfrm>
            <a:off x="668338" y="1700809"/>
            <a:ext cx="10901857" cy="4896543"/>
          </a:xfrm>
        </p:spPr>
        <p:txBody>
          <a:bodyPr>
            <a:noAutofit/>
          </a:bodyPr>
          <a:lstStyle/>
          <a:p>
            <a:pPr marL="366268" indent="-246888" eaLnBrk="1" fontAlgn="auto" hangingPunct="1">
              <a:spcAft>
                <a:spcPts val="0"/>
              </a:spcAft>
              <a:buFont typeface="Georgia"/>
              <a:buChar char="▫"/>
              <a:defRPr/>
            </a:pPr>
            <a:r>
              <a:rPr lang="zh-CN" altLang="en-US">
                <a:latin typeface="微软雅黑" pitchFamily="34" charset="-122"/>
                <a:ea typeface="微软雅黑" pitchFamily="34" charset="-122"/>
              </a:rPr>
              <a:t>变量定义：</a:t>
            </a:r>
            <a:endParaRPr lang="en-US" altLang="zh-CN" dirty="0">
              <a:latin typeface="微软雅黑" pitchFamily="34" charset="-122"/>
              <a:ea typeface="微软雅黑" pitchFamily="34" charset="-122"/>
            </a:endParaRPr>
          </a:p>
          <a:p>
            <a:pPr marL="658431" lvl="1" indent="-219456" eaLnBrk="1" fontAlgn="auto" hangingPunct="1">
              <a:spcAft>
                <a:spcPts val="0"/>
              </a:spcAft>
              <a:buFont typeface="Wingdings 2"/>
              <a:buChar char=""/>
              <a:defRPr/>
            </a:pPr>
            <a:r>
              <a:rPr lang="zh-CN" altLang="en-US" dirty="0">
                <a:solidFill>
                  <a:schemeClr val="accent6"/>
                </a:solidFill>
                <a:latin typeface="微软雅黑" pitchFamily="34" charset="-122"/>
                <a:ea typeface="微软雅黑" pitchFamily="34" charset="-122"/>
              </a:rPr>
              <a:t>数据类型</a:t>
            </a:r>
            <a:r>
              <a:rPr lang="en-US" dirty="0">
                <a:solidFill>
                  <a:schemeClr val="accent6"/>
                </a:solidFill>
                <a:latin typeface="微软雅黑" pitchFamily="34" charset="-122"/>
                <a:ea typeface="微软雅黑" pitchFamily="34" charset="-122"/>
              </a:rPr>
              <a:t>    </a:t>
            </a:r>
            <a:r>
              <a:rPr lang="zh-CN" altLang="en-US" dirty="0">
                <a:solidFill>
                  <a:schemeClr val="accent6"/>
                </a:solidFill>
                <a:latin typeface="微软雅黑" pitchFamily="34" charset="-122"/>
                <a:ea typeface="微软雅黑" pitchFamily="34" charset="-122"/>
              </a:rPr>
              <a:t>变量名</a:t>
            </a:r>
            <a:r>
              <a:rPr lang="en-US" dirty="0">
                <a:solidFill>
                  <a:schemeClr val="accent6"/>
                </a:solidFill>
                <a:latin typeface="微软雅黑" pitchFamily="34" charset="-122"/>
                <a:ea typeface="微软雅黑" pitchFamily="34" charset="-122"/>
              </a:rPr>
              <a:t>1, </a:t>
            </a:r>
            <a:r>
              <a:rPr lang="zh-CN" altLang="en-US" dirty="0">
                <a:solidFill>
                  <a:schemeClr val="accent6"/>
                </a:solidFill>
                <a:latin typeface="微软雅黑" pitchFamily="34" charset="-122"/>
                <a:ea typeface="微软雅黑" pitchFamily="34" charset="-122"/>
              </a:rPr>
              <a:t>变量名</a:t>
            </a:r>
            <a:r>
              <a:rPr lang="en-US" dirty="0">
                <a:solidFill>
                  <a:schemeClr val="accent6"/>
                </a:solidFill>
                <a:latin typeface="微软雅黑" pitchFamily="34" charset="-122"/>
                <a:ea typeface="微软雅黑" pitchFamily="34" charset="-122"/>
              </a:rPr>
              <a:t>2, ..., </a:t>
            </a:r>
            <a:r>
              <a:rPr lang="zh-CN" altLang="en-US" dirty="0">
                <a:solidFill>
                  <a:schemeClr val="accent6"/>
                </a:solidFill>
                <a:latin typeface="微软雅黑" pitchFamily="34" charset="-122"/>
                <a:ea typeface="微软雅黑" pitchFamily="34" charset="-122"/>
              </a:rPr>
              <a:t>变量名</a:t>
            </a:r>
            <a:r>
              <a:rPr lang="en-US" dirty="0">
                <a:solidFill>
                  <a:schemeClr val="accent6"/>
                </a:solidFill>
                <a:latin typeface="微软雅黑" pitchFamily="34" charset="-122"/>
                <a:ea typeface="微软雅黑" pitchFamily="34" charset="-122"/>
              </a:rPr>
              <a:t>n;</a:t>
            </a:r>
            <a:endParaRPr lang="en-US" altLang="zh-CN" dirty="0">
              <a:solidFill>
                <a:schemeClr val="accent6"/>
              </a:solidFill>
              <a:latin typeface="微软雅黑" pitchFamily="34" charset="-122"/>
              <a:ea typeface="微软雅黑" pitchFamily="34" charset="-122"/>
            </a:endParaRPr>
          </a:p>
          <a:p>
            <a:pPr marL="366268" indent="-246888" eaLnBrk="1" fontAlgn="auto" hangingPunct="1">
              <a:spcAft>
                <a:spcPts val="0"/>
              </a:spcAft>
              <a:buFont typeface="Georgia"/>
              <a:buChar char="▫"/>
              <a:defRPr/>
            </a:pPr>
            <a:r>
              <a:rPr lang="zh-CN" altLang="en-US">
                <a:latin typeface="微软雅黑" pitchFamily="34" charset="-122"/>
                <a:ea typeface="微软雅黑" pitchFamily="34" charset="-122"/>
              </a:rPr>
              <a:t>在定义一个变量的同时，也可以对它初始化。</a:t>
            </a:r>
            <a:r>
              <a:rPr lang="en-US" altLang="zh-CN">
                <a:latin typeface="微软雅黑" pitchFamily="34" charset="-122"/>
                <a:ea typeface="微软雅黑" pitchFamily="34" charset="-122"/>
              </a:rPr>
              <a:t>C++</a:t>
            </a:r>
            <a:r>
              <a:rPr lang="zh-CN" altLang="en-US">
                <a:latin typeface="微软雅黑" pitchFamily="34" charset="-122"/>
                <a:ea typeface="微软雅黑" pitchFamily="34" charset="-122"/>
              </a:rPr>
              <a:t>语言中提供了多种初始化方式，例如：</a:t>
            </a:r>
          </a:p>
          <a:p>
            <a:pPr marL="658368" lvl="1" indent="-246888" eaLnBrk="1" fontAlgn="auto" hangingPunct="1">
              <a:spcAft>
                <a:spcPts val="0"/>
              </a:spcAft>
              <a:buFont typeface="Georgia"/>
              <a:buChar char="▫"/>
              <a:defRPr/>
            </a:pPr>
            <a:r>
              <a:rPr lang="en-US" altLang="zh-CN">
                <a:latin typeface="微软雅黑" pitchFamily="34" charset="-122"/>
                <a:ea typeface="微软雅黑" pitchFamily="34" charset="-122"/>
              </a:rPr>
              <a:t>int a = 0;</a:t>
            </a:r>
          </a:p>
          <a:p>
            <a:pPr marL="658368" lvl="1" indent="-246888" eaLnBrk="1" fontAlgn="auto" hangingPunct="1">
              <a:spcAft>
                <a:spcPts val="0"/>
              </a:spcAft>
              <a:buFont typeface="Georgia"/>
              <a:buChar char="▫"/>
              <a:defRPr/>
            </a:pPr>
            <a:r>
              <a:rPr lang="en-US" altLang="zh-CN">
                <a:latin typeface="微软雅黑" pitchFamily="34" charset="-122"/>
                <a:ea typeface="微软雅黑" pitchFamily="34" charset="-122"/>
              </a:rPr>
              <a:t>int a(0);</a:t>
            </a:r>
          </a:p>
          <a:p>
            <a:pPr marL="658368" lvl="1" indent="-246888" eaLnBrk="1" fontAlgn="auto" hangingPunct="1">
              <a:spcAft>
                <a:spcPts val="0"/>
              </a:spcAft>
              <a:buFont typeface="Georgia"/>
              <a:buChar char="▫"/>
              <a:defRPr/>
            </a:pPr>
            <a:r>
              <a:rPr lang="en-US" altLang="zh-CN">
                <a:latin typeface="微软雅黑" pitchFamily="34" charset="-122"/>
                <a:ea typeface="微软雅黑" pitchFamily="34" charset="-122"/>
              </a:rPr>
              <a:t>int a = {0};</a:t>
            </a:r>
          </a:p>
          <a:p>
            <a:pPr marL="658368" lvl="1" indent="-246888" eaLnBrk="1" fontAlgn="auto" hangingPunct="1">
              <a:spcAft>
                <a:spcPts val="0"/>
              </a:spcAft>
              <a:buFont typeface="Georgia"/>
              <a:buChar char="▫"/>
              <a:defRPr/>
            </a:pPr>
            <a:r>
              <a:rPr lang="en-US" altLang="zh-CN">
                <a:latin typeface="微软雅黑" pitchFamily="34" charset="-122"/>
                <a:ea typeface="微软雅黑" pitchFamily="34" charset="-122"/>
              </a:rPr>
              <a:t>int a{0};</a:t>
            </a:r>
          </a:p>
          <a:p>
            <a:pPr marL="658368" lvl="1" indent="-246888" eaLnBrk="1" fontAlgn="auto" hangingPunct="1">
              <a:spcAft>
                <a:spcPts val="0"/>
              </a:spcAft>
              <a:buFont typeface="Georgia"/>
              <a:buChar char="▫"/>
              <a:defRPr/>
            </a:pPr>
            <a:r>
              <a:rPr lang="zh-CN" altLang="en-US">
                <a:latin typeface="微软雅黑" pitchFamily="34" charset="-122"/>
                <a:ea typeface="微软雅黑" pitchFamily="34" charset="-122"/>
              </a:rPr>
              <a:t>其中使用大括号的初始化方式称为列表初始化，列表初始化时不允许信息的丢失。例如用</a:t>
            </a:r>
            <a:r>
              <a:rPr lang="en-US" altLang="zh-CN">
                <a:latin typeface="微软雅黑" pitchFamily="34" charset="-122"/>
                <a:ea typeface="微软雅黑" pitchFamily="34" charset="-122"/>
              </a:rPr>
              <a:t>double</a:t>
            </a:r>
            <a:r>
              <a:rPr lang="zh-CN" altLang="en-US">
                <a:latin typeface="微软雅黑" pitchFamily="34" charset="-122"/>
                <a:ea typeface="微软雅黑" pitchFamily="34" charset="-122"/>
              </a:rPr>
              <a:t>值初始化</a:t>
            </a:r>
            <a:r>
              <a:rPr lang="en-US" altLang="zh-CN">
                <a:latin typeface="微软雅黑" pitchFamily="34" charset="-122"/>
                <a:ea typeface="微软雅黑" pitchFamily="34" charset="-122"/>
              </a:rPr>
              <a:t>int</a:t>
            </a:r>
            <a:r>
              <a:rPr lang="zh-CN" altLang="en-US">
                <a:latin typeface="微软雅黑" pitchFamily="34" charset="-122"/>
                <a:ea typeface="微软雅黑" pitchFamily="34" charset="-122"/>
              </a:rPr>
              <a:t>变量，就会造成数据丢失。</a:t>
            </a:r>
          </a:p>
          <a:p>
            <a:pPr marL="366268" indent="-246888" eaLnBrk="1" fontAlgn="auto" hangingPunct="1">
              <a:spcAft>
                <a:spcPts val="0"/>
              </a:spcAft>
              <a:buFont typeface="Georgia"/>
              <a:buChar char="▫"/>
              <a:defRPr/>
            </a:pPr>
            <a:r>
              <a:rPr lang="en-US" altLang="zh-CN">
                <a:latin typeface="微软雅黑" pitchFamily="34" charset="-122"/>
                <a:ea typeface="微软雅黑" pitchFamily="34" charset="-122"/>
              </a:rPr>
              <a:t>C++</a:t>
            </a:r>
            <a:r>
              <a:rPr lang="zh-CN" altLang="en-US">
                <a:latin typeface="微软雅黑" pitchFamily="34" charset="-122"/>
                <a:ea typeface="微软雅黑" pitchFamily="34" charset="-122"/>
              </a:rPr>
              <a:t>基本数据类型没有字符串类型，</a:t>
            </a:r>
            <a:r>
              <a:rPr lang="en-US" altLang="zh-CN">
                <a:latin typeface="微软雅黑" pitchFamily="34" charset="-122"/>
                <a:ea typeface="微软雅黑" pitchFamily="34" charset="-122"/>
              </a:rPr>
              <a:t>C++</a:t>
            </a:r>
            <a:r>
              <a:rPr lang="zh-CN" altLang="en-US">
                <a:latin typeface="微软雅黑" pitchFamily="34" charset="-122"/>
                <a:ea typeface="微软雅黑" pitchFamily="34" charset="-122"/>
              </a:rPr>
              <a:t>标准库中有</a:t>
            </a:r>
            <a:r>
              <a:rPr lang="en-US" altLang="zh-CN">
                <a:latin typeface="微软雅黑" pitchFamily="34" charset="-122"/>
                <a:ea typeface="微软雅黑" pitchFamily="34" charset="-122"/>
              </a:rPr>
              <a:t>string</a:t>
            </a:r>
            <a:r>
              <a:rPr lang="zh-CN" altLang="en-US">
                <a:latin typeface="微软雅黑" pitchFamily="34" charset="-122"/>
                <a:ea typeface="微软雅黑" pitchFamily="34" charset="-122"/>
              </a:rPr>
              <a:t>类。</a:t>
            </a:r>
            <a:endParaRPr lang="en-US" altLang="zh-CN" dirty="0">
              <a:latin typeface="微软雅黑" pitchFamily="34" charset="-122"/>
              <a:ea typeface="微软雅黑" pitchFamily="34" charset="-122"/>
            </a:endParaRPr>
          </a:p>
        </p:txBody>
      </p:sp>
      <p:sp>
        <p:nvSpPr>
          <p:cNvPr id="2" name="灯片编号占位符 1"/>
          <p:cNvSpPr>
            <a:spLocks noGrp="1"/>
          </p:cNvSpPr>
          <p:nvPr>
            <p:ph type="sldNum" sz="quarter" idx="4"/>
          </p:nvPr>
        </p:nvSpPr>
        <p:spPr/>
        <p:txBody>
          <a:bodyPr/>
          <a:lstStyle/>
          <a:p>
            <a:fld id="{DEA904C8-CD7B-4714-BAE1-F1A91095C3EA}" type="slidenum">
              <a:rPr lang="zh-CN" altLang="en-US" smtClean="0"/>
              <a:pPr/>
              <a:t>14</a:t>
            </a:fld>
            <a:endParaRPr lang="zh-CN" altLang="en-US"/>
          </a:p>
        </p:txBody>
      </p:sp>
    </p:spTree>
    <p:extLst>
      <p:ext uri="{BB962C8B-B14F-4D97-AF65-F5344CB8AC3E}">
        <p14:creationId xmlns:p14="http://schemas.microsoft.com/office/powerpoint/2010/main" val="176068301"/>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1000" fill="hold"/>
                                        <p:tgtEl>
                                          <p:spTgt spid="3">
                                            <p:txEl>
                                              <p:pRg st="0" end="0"/>
                                            </p:txEl>
                                          </p:spTgt>
                                        </p:tgtEl>
                                        <p:attrNameLst>
                                          <p:attrName>ppt_x</p:attrName>
                                        </p:attrNameLst>
                                      </p:cBhvr>
                                      <p:tavLst>
                                        <p:tav tm="0">
                                          <p:val>
                                            <p:strVal val="0-#ppt_w/2"/>
                                          </p:val>
                                        </p:tav>
                                        <p:tav tm="100000">
                                          <p:val>
                                            <p:strVal val="#ppt_x"/>
                                          </p:val>
                                        </p:tav>
                                      </p:tavLst>
                                    </p:anim>
                                    <p:anim calcmode="lin" valueType="num">
                                      <p:cBhvr additive="base">
                                        <p:cTn id="8" dur="1000" fill="hold"/>
                                        <p:tgtEl>
                                          <p:spTgt spid="3">
                                            <p:txEl>
                                              <p:pRg st="0" end="0"/>
                                            </p:txEl>
                                          </p:spTgt>
                                        </p:tgtEl>
                                        <p:attrNameLst>
                                          <p:attrName>ppt_y</p:attrName>
                                        </p:attrNameLst>
                                      </p:cBhvr>
                                      <p:tavLst>
                                        <p:tav tm="0">
                                          <p:val>
                                            <p:strVal val="#ppt_y"/>
                                          </p:val>
                                        </p:tav>
                                        <p:tav tm="100000">
                                          <p:val>
                                            <p:strVal val="#ppt_y"/>
                                          </p:val>
                                        </p:tav>
                                      </p:tavLst>
                                    </p:anim>
                                  </p:childTnLst>
                                </p:cTn>
                              </p:par>
                              <p:par>
                                <p:cTn id="9" presetID="2" presetClass="entr" presetSubtype="8" fill="hold"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1000" fill="hold"/>
                                        <p:tgtEl>
                                          <p:spTgt spid="3">
                                            <p:txEl>
                                              <p:pRg st="1" end="1"/>
                                            </p:txEl>
                                          </p:spTgt>
                                        </p:tgtEl>
                                        <p:attrNameLst>
                                          <p:attrName>ppt_x</p:attrName>
                                        </p:attrNameLst>
                                      </p:cBhvr>
                                      <p:tavLst>
                                        <p:tav tm="0">
                                          <p:val>
                                            <p:strVal val="0-#ppt_w/2"/>
                                          </p:val>
                                        </p:tav>
                                        <p:tav tm="100000">
                                          <p:val>
                                            <p:strVal val="#ppt_x"/>
                                          </p:val>
                                        </p:tav>
                                      </p:tavLst>
                                    </p:anim>
                                    <p:anim calcmode="lin" valueType="num">
                                      <p:cBhvr additive="base">
                                        <p:cTn id="12" dur="1000" fill="hold"/>
                                        <p:tgtEl>
                                          <p:spTgt spid="3">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8"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1000" fill="hold"/>
                                        <p:tgtEl>
                                          <p:spTgt spid="3">
                                            <p:txEl>
                                              <p:pRg st="2" end="2"/>
                                            </p:txEl>
                                          </p:spTgt>
                                        </p:tgtEl>
                                        <p:attrNameLst>
                                          <p:attrName>ppt_x</p:attrName>
                                        </p:attrNameLst>
                                      </p:cBhvr>
                                      <p:tavLst>
                                        <p:tav tm="0">
                                          <p:val>
                                            <p:strVal val="0-#ppt_w/2"/>
                                          </p:val>
                                        </p:tav>
                                        <p:tav tm="100000">
                                          <p:val>
                                            <p:strVal val="#ppt_x"/>
                                          </p:val>
                                        </p:tav>
                                      </p:tavLst>
                                    </p:anim>
                                    <p:anim calcmode="lin" valueType="num">
                                      <p:cBhvr additive="base">
                                        <p:cTn id="18" dur="1000" fill="hold"/>
                                        <p:tgtEl>
                                          <p:spTgt spid="3">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8" fill="hold"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anim calcmode="lin" valueType="num">
                                      <p:cBhvr additive="base">
                                        <p:cTn id="23" dur="1000" fill="hold"/>
                                        <p:tgtEl>
                                          <p:spTgt spid="3">
                                            <p:txEl>
                                              <p:pRg st="3" end="3"/>
                                            </p:txEl>
                                          </p:spTgt>
                                        </p:tgtEl>
                                        <p:attrNameLst>
                                          <p:attrName>ppt_x</p:attrName>
                                        </p:attrNameLst>
                                      </p:cBhvr>
                                      <p:tavLst>
                                        <p:tav tm="0">
                                          <p:val>
                                            <p:strVal val="0-#ppt_w/2"/>
                                          </p:val>
                                        </p:tav>
                                        <p:tav tm="100000">
                                          <p:val>
                                            <p:strVal val="#ppt_x"/>
                                          </p:val>
                                        </p:tav>
                                      </p:tavLst>
                                    </p:anim>
                                    <p:anim calcmode="lin" valueType="num">
                                      <p:cBhvr additive="base">
                                        <p:cTn id="24" dur="1000" fill="hold"/>
                                        <p:tgtEl>
                                          <p:spTgt spid="3">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8" fill="hold" nodeType="clickEffect">
                                  <p:stCondLst>
                                    <p:cond delay="0"/>
                                  </p:stCondLst>
                                  <p:childTnLst>
                                    <p:set>
                                      <p:cBhvr>
                                        <p:cTn id="28" dur="1" fill="hold">
                                          <p:stCondLst>
                                            <p:cond delay="0"/>
                                          </p:stCondLst>
                                        </p:cTn>
                                        <p:tgtEl>
                                          <p:spTgt spid="3">
                                            <p:txEl>
                                              <p:pRg st="5" end="5"/>
                                            </p:txEl>
                                          </p:spTgt>
                                        </p:tgtEl>
                                        <p:attrNameLst>
                                          <p:attrName>style.visibility</p:attrName>
                                        </p:attrNameLst>
                                      </p:cBhvr>
                                      <p:to>
                                        <p:strVal val="visible"/>
                                      </p:to>
                                    </p:set>
                                    <p:anim calcmode="lin" valueType="num">
                                      <p:cBhvr additive="base">
                                        <p:cTn id="29" dur="1000" fill="hold"/>
                                        <p:tgtEl>
                                          <p:spTgt spid="3">
                                            <p:txEl>
                                              <p:pRg st="5" end="5"/>
                                            </p:txEl>
                                          </p:spTgt>
                                        </p:tgtEl>
                                        <p:attrNameLst>
                                          <p:attrName>ppt_x</p:attrName>
                                        </p:attrNameLst>
                                      </p:cBhvr>
                                      <p:tavLst>
                                        <p:tav tm="0">
                                          <p:val>
                                            <p:strVal val="0-#ppt_w/2"/>
                                          </p:val>
                                        </p:tav>
                                        <p:tav tm="100000">
                                          <p:val>
                                            <p:strVal val="#ppt_x"/>
                                          </p:val>
                                        </p:tav>
                                      </p:tavLst>
                                    </p:anim>
                                    <p:anim calcmode="lin" valueType="num">
                                      <p:cBhvr additive="base">
                                        <p:cTn id="30" dur="1000" fill="hold"/>
                                        <p:tgtEl>
                                          <p:spTgt spid="3">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8" fill="hold"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 calcmode="lin" valueType="num">
                                      <p:cBhvr additive="base">
                                        <p:cTn id="35" dur="1000" fill="hold"/>
                                        <p:tgtEl>
                                          <p:spTgt spid="3">
                                            <p:txEl>
                                              <p:pRg st="4" end="4"/>
                                            </p:txEl>
                                          </p:spTgt>
                                        </p:tgtEl>
                                        <p:attrNameLst>
                                          <p:attrName>ppt_x</p:attrName>
                                        </p:attrNameLst>
                                      </p:cBhvr>
                                      <p:tavLst>
                                        <p:tav tm="0">
                                          <p:val>
                                            <p:strVal val="0-#ppt_w/2"/>
                                          </p:val>
                                        </p:tav>
                                        <p:tav tm="100000">
                                          <p:val>
                                            <p:strVal val="#ppt_x"/>
                                          </p:val>
                                        </p:tav>
                                      </p:tavLst>
                                    </p:anim>
                                    <p:anim calcmode="lin" valueType="num">
                                      <p:cBhvr additive="base">
                                        <p:cTn id="36" dur="1000" fill="hold"/>
                                        <p:tgtEl>
                                          <p:spTgt spid="3">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8" fill="hold" nodeType="clickEffect">
                                  <p:stCondLst>
                                    <p:cond delay="0"/>
                                  </p:stCondLst>
                                  <p:childTnLst>
                                    <p:set>
                                      <p:cBhvr>
                                        <p:cTn id="40" dur="1" fill="hold">
                                          <p:stCondLst>
                                            <p:cond delay="0"/>
                                          </p:stCondLst>
                                        </p:cTn>
                                        <p:tgtEl>
                                          <p:spTgt spid="3">
                                            <p:txEl>
                                              <p:pRg st="6" end="6"/>
                                            </p:txEl>
                                          </p:spTgt>
                                        </p:tgtEl>
                                        <p:attrNameLst>
                                          <p:attrName>style.visibility</p:attrName>
                                        </p:attrNameLst>
                                      </p:cBhvr>
                                      <p:to>
                                        <p:strVal val="visible"/>
                                      </p:to>
                                    </p:set>
                                    <p:anim calcmode="lin" valueType="num">
                                      <p:cBhvr additive="base">
                                        <p:cTn id="41" dur="1000" fill="hold"/>
                                        <p:tgtEl>
                                          <p:spTgt spid="3">
                                            <p:txEl>
                                              <p:pRg st="6" end="6"/>
                                            </p:txEl>
                                          </p:spTgt>
                                        </p:tgtEl>
                                        <p:attrNameLst>
                                          <p:attrName>ppt_x</p:attrName>
                                        </p:attrNameLst>
                                      </p:cBhvr>
                                      <p:tavLst>
                                        <p:tav tm="0">
                                          <p:val>
                                            <p:strVal val="0-#ppt_w/2"/>
                                          </p:val>
                                        </p:tav>
                                        <p:tav tm="100000">
                                          <p:val>
                                            <p:strVal val="#ppt_x"/>
                                          </p:val>
                                        </p:tav>
                                      </p:tavLst>
                                    </p:anim>
                                    <p:anim calcmode="lin" valueType="num">
                                      <p:cBhvr additive="base">
                                        <p:cTn id="42" dur="1000" fill="hold"/>
                                        <p:tgtEl>
                                          <p:spTgt spid="3">
                                            <p:txEl>
                                              <p:pRg st="6" end="6"/>
                                            </p:txEl>
                                          </p:spTgt>
                                        </p:tgtEl>
                                        <p:attrNameLst>
                                          <p:attrName>ppt_y</p:attrName>
                                        </p:attrNameLst>
                                      </p:cBhvr>
                                      <p:tavLst>
                                        <p:tav tm="0">
                                          <p:val>
                                            <p:strVal val="#ppt_y"/>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8" fill="hold" nodeType="clickEffect">
                                  <p:stCondLst>
                                    <p:cond delay="0"/>
                                  </p:stCondLst>
                                  <p:childTnLst>
                                    <p:set>
                                      <p:cBhvr>
                                        <p:cTn id="46" dur="1" fill="hold">
                                          <p:stCondLst>
                                            <p:cond delay="0"/>
                                          </p:stCondLst>
                                        </p:cTn>
                                        <p:tgtEl>
                                          <p:spTgt spid="3">
                                            <p:txEl>
                                              <p:pRg st="7" end="7"/>
                                            </p:txEl>
                                          </p:spTgt>
                                        </p:tgtEl>
                                        <p:attrNameLst>
                                          <p:attrName>style.visibility</p:attrName>
                                        </p:attrNameLst>
                                      </p:cBhvr>
                                      <p:to>
                                        <p:strVal val="visible"/>
                                      </p:to>
                                    </p:set>
                                    <p:anim calcmode="lin" valueType="num">
                                      <p:cBhvr additive="base">
                                        <p:cTn id="47" dur="1000" fill="hold"/>
                                        <p:tgtEl>
                                          <p:spTgt spid="3">
                                            <p:txEl>
                                              <p:pRg st="7" end="7"/>
                                            </p:txEl>
                                          </p:spTgt>
                                        </p:tgtEl>
                                        <p:attrNameLst>
                                          <p:attrName>ppt_x</p:attrName>
                                        </p:attrNameLst>
                                      </p:cBhvr>
                                      <p:tavLst>
                                        <p:tav tm="0">
                                          <p:val>
                                            <p:strVal val="0-#ppt_w/2"/>
                                          </p:val>
                                        </p:tav>
                                        <p:tav tm="100000">
                                          <p:val>
                                            <p:strVal val="#ppt_x"/>
                                          </p:val>
                                        </p:tav>
                                      </p:tavLst>
                                    </p:anim>
                                    <p:anim calcmode="lin" valueType="num">
                                      <p:cBhvr additive="base">
                                        <p:cTn id="48" dur="1000" fill="hold"/>
                                        <p:tgtEl>
                                          <p:spTgt spid="3">
                                            <p:txEl>
                                              <p:pRg st="7" end="7"/>
                                            </p:txEl>
                                          </p:spTgt>
                                        </p:tgtEl>
                                        <p:attrNameLst>
                                          <p:attrName>ppt_y</p:attrName>
                                        </p:attrNameLst>
                                      </p:cBhvr>
                                      <p:tavLst>
                                        <p:tav tm="0">
                                          <p:val>
                                            <p:strVal val="#ppt_y"/>
                                          </p:val>
                                        </p:tav>
                                        <p:tav tm="100000">
                                          <p:val>
                                            <p:strVal val="#ppt_y"/>
                                          </p:val>
                                        </p:tav>
                                      </p:tavLst>
                                    </p:anim>
                                  </p:childTnLst>
                                </p:cTn>
                              </p:par>
                              <p:par>
                                <p:cTn id="49" presetID="2" presetClass="entr" presetSubtype="8" fill="hold" nodeType="withEffect">
                                  <p:stCondLst>
                                    <p:cond delay="0"/>
                                  </p:stCondLst>
                                  <p:childTnLst>
                                    <p:set>
                                      <p:cBhvr>
                                        <p:cTn id="50" dur="1" fill="hold">
                                          <p:stCondLst>
                                            <p:cond delay="0"/>
                                          </p:stCondLst>
                                        </p:cTn>
                                        <p:tgtEl>
                                          <p:spTgt spid="3">
                                            <p:txEl>
                                              <p:pRg st="8" end="8"/>
                                            </p:txEl>
                                          </p:spTgt>
                                        </p:tgtEl>
                                        <p:attrNameLst>
                                          <p:attrName>style.visibility</p:attrName>
                                        </p:attrNameLst>
                                      </p:cBhvr>
                                      <p:to>
                                        <p:strVal val="visible"/>
                                      </p:to>
                                    </p:set>
                                    <p:anim calcmode="lin" valueType="num">
                                      <p:cBhvr additive="base">
                                        <p:cTn id="51" dur="1000" fill="hold"/>
                                        <p:tgtEl>
                                          <p:spTgt spid="3">
                                            <p:txEl>
                                              <p:pRg st="8" end="8"/>
                                            </p:txEl>
                                          </p:spTgt>
                                        </p:tgtEl>
                                        <p:attrNameLst>
                                          <p:attrName>ppt_x</p:attrName>
                                        </p:attrNameLst>
                                      </p:cBhvr>
                                      <p:tavLst>
                                        <p:tav tm="0">
                                          <p:val>
                                            <p:strVal val="0-#ppt_w/2"/>
                                          </p:val>
                                        </p:tav>
                                        <p:tav tm="100000">
                                          <p:val>
                                            <p:strVal val="#ppt_x"/>
                                          </p:val>
                                        </p:tav>
                                      </p:tavLst>
                                    </p:anim>
                                    <p:anim calcmode="lin" valueType="num">
                                      <p:cBhvr additive="base">
                                        <p:cTn id="52" dur="1000" fill="hold"/>
                                        <p:tgtEl>
                                          <p:spTgt spid="3">
                                            <p:txEl>
                                              <p:pRg st="8" end="8"/>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标题 1"/>
          <p:cNvSpPr>
            <a:spLocks noGrp="1"/>
          </p:cNvSpPr>
          <p:nvPr>
            <p:ph type="title"/>
          </p:nvPr>
        </p:nvSpPr>
        <p:spPr>
          <a:xfrm>
            <a:off x="609600" y="1076325"/>
            <a:ext cx="10975975" cy="768499"/>
          </a:xfrm>
        </p:spPr>
        <p:txBody>
          <a:bodyPr/>
          <a:lstStyle/>
          <a:p>
            <a:pPr eaLnBrk="1" hangingPunct="1">
              <a:defRPr/>
            </a:pPr>
            <a:r>
              <a:rPr lang="zh-CN" altLang="en-US">
                <a:solidFill>
                  <a:schemeClr val="accent5"/>
                </a:solidFill>
                <a:latin typeface="微软雅黑" pitchFamily="34" charset="-122"/>
                <a:ea typeface="微软雅黑" pitchFamily="34" charset="-122"/>
              </a:rPr>
              <a:t>符号常量（由</a:t>
            </a:r>
            <a:r>
              <a:rPr lang="en-US" altLang="zh-CN">
                <a:solidFill>
                  <a:schemeClr val="accent5"/>
                </a:solidFill>
                <a:latin typeface="微软雅黑" pitchFamily="34" charset="-122"/>
                <a:ea typeface="微软雅黑" pitchFamily="34" charset="-122"/>
              </a:rPr>
              <a:t>const</a:t>
            </a:r>
            <a:r>
              <a:rPr lang="zh-CN" altLang="en-US">
                <a:solidFill>
                  <a:schemeClr val="accent5"/>
                </a:solidFill>
                <a:latin typeface="微软雅黑" pitchFamily="34" charset="-122"/>
                <a:ea typeface="微软雅黑" pitchFamily="34" charset="-122"/>
              </a:rPr>
              <a:t>修饰的对象）</a:t>
            </a:r>
            <a:endParaRPr lang="zh-CN" altLang="en-US" dirty="0">
              <a:solidFill>
                <a:schemeClr val="accent5"/>
              </a:solidFill>
              <a:latin typeface="微软雅黑" pitchFamily="34" charset="-122"/>
              <a:ea typeface="微软雅黑" pitchFamily="34" charset="-122"/>
            </a:endParaRPr>
          </a:p>
        </p:txBody>
      </p:sp>
      <p:sp>
        <p:nvSpPr>
          <p:cNvPr id="35843" name="内容占位符 2"/>
          <p:cNvSpPr>
            <a:spLocks noGrp="1"/>
          </p:cNvSpPr>
          <p:nvPr>
            <p:ph idx="1"/>
          </p:nvPr>
        </p:nvSpPr>
        <p:spPr>
          <a:xfrm>
            <a:off x="609600" y="1916833"/>
            <a:ext cx="11104563" cy="4464496"/>
          </a:xfrm>
        </p:spPr>
        <p:txBody>
          <a:bodyPr/>
          <a:lstStyle/>
          <a:p>
            <a:r>
              <a:rPr lang="zh-CN" altLang="en-US" sz="2400" dirty="0">
                <a:latin typeface="微软雅黑" panose="020B0503020204020204" pitchFamily="34" charset="-122"/>
                <a:ea typeface="微软雅黑" panose="020B0503020204020204" pitchFamily="34" charset="-122"/>
              </a:rPr>
              <a:t>常量定义语句的形式为：</a:t>
            </a:r>
          </a:p>
          <a:p>
            <a:pPr lvl="1"/>
            <a:r>
              <a:rPr lang="en-US" altLang="zh-CN" sz="2200" dirty="0">
                <a:latin typeface="微软雅黑" panose="020B0503020204020204" pitchFamily="34" charset="-122"/>
                <a:ea typeface="微软雅黑" panose="020B0503020204020204" pitchFamily="34" charset="-122"/>
              </a:rPr>
              <a:t>const  </a:t>
            </a:r>
            <a:r>
              <a:rPr lang="zh-CN" altLang="en-US" sz="2200" dirty="0">
                <a:latin typeface="微软雅黑" panose="020B0503020204020204" pitchFamily="34" charset="-122"/>
                <a:ea typeface="微软雅黑" panose="020B0503020204020204" pitchFamily="34" charset="-122"/>
              </a:rPr>
              <a:t>数据类型说明符  常量名</a:t>
            </a:r>
            <a:r>
              <a:rPr lang="en-US" altLang="zh-CN" sz="2200" dirty="0">
                <a:latin typeface="微软雅黑" panose="020B0503020204020204" pitchFamily="34" charset="-122"/>
                <a:ea typeface="微软雅黑" panose="020B0503020204020204" pitchFamily="34" charset="-122"/>
              </a:rPr>
              <a:t>=</a:t>
            </a:r>
            <a:r>
              <a:rPr lang="zh-CN" altLang="en-US" sz="2200" dirty="0">
                <a:latin typeface="微软雅黑" panose="020B0503020204020204" pitchFamily="34" charset="-122"/>
                <a:ea typeface="微软雅黑" panose="020B0503020204020204" pitchFamily="34" charset="-122"/>
              </a:rPr>
              <a:t>常量值；</a:t>
            </a:r>
          </a:p>
          <a:p>
            <a:pPr lvl="1"/>
            <a:r>
              <a:rPr lang="zh-CN" altLang="en-US" sz="2200" dirty="0">
                <a:latin typeface="微软雅黑" panose="020B0503020204020204" pitchFamily="34" charset="-122"/>
                <a:ea typeface="微软雅黑" panose="020B0503020204020204" pitchFamily="34" charset="-122"/>
              </a:rPr>
              <a:t>数据类型说明符  </a:t>
            </a:r>
            <a:r>
              <a:rPr lang="en-US" altLang="zh-CN" sz="2200" dirty="0">
                <a:latin typeface="微软雅黑" panose="020B0503020204020204" pitchFamily="34" charset="-122"/>
                <a:ea typeface="微软雅黑" panose="020B0503020204020204" pitchFamily="34" charset="-122"/>
              </a:rPr>
              <a:t>const  </a:t>
            </a:r>
            <a:r>
              <a:rPr lang="zh-CN" altLang="en-US" sz="2200" dirty="0">
                <a:latin typeface="微软雅黑" panose="020B0503020204020204" pitchFamily="34" charset="-122"/>
                <a:ea typeface="微软雅黑" panose="020B0503020204020204" pitchFamily="34" charset="-122"/>
              </a:rPr>
              <a:t>常量名</a:t>
            </a:r>
            <a:r>
              <a:rPr lang="en-US" altLang="zh-CN" sz="2200" dirty="0">
                <a:latin typeface="微软雅黑" panose="020B0503020204020204" pitchFamily="34" charset="-122"/>
                <a:ea typeface="微软雅黑" panose="020B0503020204020204" pitchFamily="34" charset="-122"/>
              </a:rPr>
              <a:t>=</a:t>
            </a:r>
            <a:r>
              <a:rPr lang="zh-CN" altLang="en-US" sz="2200" dirty="0">
                <a:latin typeface="微软雅黑" panose="020B0503020204020204" pitchFamily="34" charset="-122"/>
                <a:ea typeface="微软雅黑" panose="020B0503020204020204" pitchFamily="34" charset="-122"/>
              </a:rPr>
              <a:t>常量值；</a:t>
            </a:r>
            <a:endParaRPr lang="en-US" altLang="zh-CN" sz="2200" dirty="0">
              <a:latin typeface="微软雅黑" panose="020B0503020204020204" pitchFamily="34" charset="-122"/>
              <a:ea typeface="微软雅黑" panose="020B0503020204020204" pitchFamily="34" charset="-122"/>
            </a:endParaRPr>
          </a:p>
          <a:p>
            <a:pPr lvl="1"/>
            <a:r>
              <a:rPr lang="en-US" altLang="zh-CN" sz="2200" dirty="0" err="1">
                <a:latin typeface="微软雅黑" panose="020B0503020204020204" pitchFamily="34" charset="-122"/>
                <a:ea typeface="微软雅黑" panose="020B0503020204020204" pitchFamily="34" charset="-122"/>
              </a:rPr>
              <a:t>constexpr</a:t>
            </a:r>
            <a:r>
              <a:rPr lang="zh-CN" altLang="en-US" sz="2200" dirty="0">
                <a:latin typeface="微软雅黑" panose="020B0503020204020204" pitchFamily="34" charset="-122"/>
                <a:ea typeface="微软雅黑" panose="020B0503020204020204" pitchFamily="34" charset="-122"/>
              </a:rPr>
              <a:t> 数据类型说明符 常量名</a:t>
            </a:r>
            <a:r>
              <a:rPr lang="en-US" altLang="zh-CN" sz="2200" dirty="0">
                <a:latin typeface="微软雅黑" panose="020B0503020204020204" pitchFamily="34" charset="-122"/>
                <a:ea typeface="微软雅黑" panose="020B0503020204020204" pitchFamily="34" charset="-122"/>
              </a:rPr>
              <a:t>=</a:t>
            </a:r>
            <a:r>
              <a:rPr lang="zh-CN" altLang="en-US" sz="2200" dirty="0">
                <a:latin typeface="微软雅黑" panose="020B0503020204020204" pitchFamily="34" charset="-122"/>
                <a:ea typeface="微软雅黑" panose="020B0503020204020204" pitchFamily="34" charset="-122"/>
              </a:rPr>
              <a:t>常量</a:t>
            </a:r>
            <a:r>
              <a:rPr lang="zh-CN" altLang="en-US" sz="2200">
                <a:latin typeface="微软雅黑" panose="020B0503020204020204" pitchFamily="34" charset="-122"/>
                <a:ea typeface="微软雅黑" panose="020B0503020204020204" pitchFamily="34" charset="-122"/>
              </a:rPr>
              <a:t>表达式</a:t>
            </a:r>
            <a:r>
              <a:rPr lang="en-US" altLang="zh-CN" sz="2200">
                <a:latin typeface="微软雅黑" panose="020B0503020204020204" pitchFamily="34" charset="-122"/>
                <a:ea typeface="微软雅黑" panose="020B0503020204020204" pitchFamily="34" charset="-122"/>
              </a:rPr>
              <a:t>;</a:t>
            </a:r>
          </a:p>
          <a:p>
            <a:pPr marL="703263" lvl="2" indent="0">
              <a:buNone/>
            </a:pPr>
            <a:r>
              <a:rPr lang="en-US" altLang="zh-CN" sz="2000">
                <a:latin typeface="微软雅黑" panose="020B0503020204020204" pitchFamily="34" charset="-122"/>
                <a:ea typeface="微软雅黑" panose="020B0503020204020204" pitchFamily="34" charset="-122"/>
              </a:rPr>
              <a:t>// constexpr</a:t>
            </a:r>
            <a:r>
              <a:rPr lang="zh-CN" altLang="en-US" sz="2000">
                <a:latin typeface="微软雅黑" panose="020B0503020204020204" pitchFamily="34" charset="-122"/>
                <a:ea typeface="微软雅黑" panose="020B0503020204020204" pitchFamily="34" charset="-122"/>
              </a:rPr>
              <a:t>修饰的对象暗含了</a:t>
            </a:r>
            <a:r>
              <a:rPr lang="en-US" altLang="zh-CN" sz="2000">
                <a:latin typeface="微软雅黑" panose="020B0503020204020204" pitchFamily="34" charset="-122"/>
                <a:ea typeface="微软雅黑" panose="020B0503020204020204" pitchFamily="34" charset="-122"/>
              </a:rPr>
              <a:t>const</a:t>
            </a:r>
            <a:r>
              <a:rPr lang="zh-CN" altLang="en-US" sz="2000">
                <a:latin typeface="微软雅黑" panose="020B0503020204020204" pitchFamily="34" charset="-122"/>
                <a:ea typeface="微软雅黑" panose="020B0503020204020204" pitchFamily="34" charset="-122"/>
              </a:rPr>
              <a:t>属性，并且必须由常量表达式初始化。</a:t>
            </a:r>
            <a:endParaRPr lang="zh-CN" altLang="en-US" sz="2000" dirty="0">
              <a:latin typeface="微软雅黑" panose="020B0503020204020204" pitchFamily="34" charset="-122"/>
              <a:ea typeface="微软雅黑" panose="020B0503020204020204" pitchFamily="34" charset="-122"/>
            </a:endParaRPr>
          </a:p>
          <a:p>
            <a:r>
              <a:rPr lang="zh-CN" altLang="en-US" sz="2400" dirty="0">
                <a:latin typeface="微软雅黑" panose="020B0503020204020204" pitchFamily="34" charset="-122"/>
                <a:ea typeface="微软雅黑" panose="020B0503020204020204" pitchFamily="34" charset="-122"/>
              </a:rPr>
              <a:t>例如，我们可以定义一个代表圆周率的符号常量：</a:t>
            </a:r>
          </a:p>
          <a:p>
            <a:pPr lvl="1"/>
            <a:r>
              <a:rPr lang="en-US" altLang="zh-CN" sz="2200" dirty="0">
                <a:latin typeface="微软雅黑" panose="020B0503020204020204" pitchFamily="34" charset="-122"/>
                <a:ea typeface="微软雅黑" panose="020B0503020204020204" pitchFamily="34" charset="-122"/>
              </a:rPr>
              <a:t>const float PI = 3.1415926</a:t>
            </a:r>
            <a:r>
              <a:rPr lang="zh-CN" altLang="en-US" sz="2200" dirty="0">
                <a:latin typeface="微软雅黑" panose="020B0503020204020204" pitchFamily="34" charset="-122"/>
                <a:ea typeface="微软雅黑" panose="020B0503020204020204" pitchFamily="34" charset="-122"/>
              </a:rPr>
              <a:t>；</a:t>
            </a:r>
            <a:endParaRPr lang="en-US" altLang="zh-CN" sz="2200" dirty="0">
              <a:latin typeface="微软雅黑" panose="020B0503020204020204" pitchFamily="34" charset="-122"/>
              <a:ea typeface="微软雅黑" panose="020B0503020204020204" pitchFamily="34" charset="-122"/>
            </a:endParaRPr>
          </a:p>
          <a:p>
            <a:pPr lvl="1"/>
            <a:r>
              <a:rPr lang="en-US" altLang="zh-CN" sz="2200" dirty="0" err="1">
                <a:latin typeface="微软雅黑" panose="020B0503020204020204" pitchFamily="34" charset="-122"/>
                <a:ea typeface="微软雅黑" panose="020B0503020204020204" pitchFamily="34" charset="-122"/>
              </a:rPr>
              <a:t>constexpr</a:t>
            </a:r>
            <a:r>
              <a:rPr lang="zh-CN" altLang="en-US" sz="2200" dirty="0">
                <a:latin typeface="微软雅黑" panose="020B0503020204020204" pitchFamily="34" charset="-122"/>
                <a:ea typeface="微软雅黑" panose="020B0503020204020204" pitchFamily="34" charset="-122"/>
              </a:rPr>
              <a:t> </a:t>
            </a:r>
            <a:r>
              <a:rPr lang="en-US" altLang="zh-CN" sz="2200" dirty="0">
                <a:latin typeface="微软雅黑" panose="020B0503020204020204" pitchFamily="34" charset="-122"/>
                <a:ea typeface="微软雅黑" panose="020B0503020204020204" pitchFamily="34" charset="-122"/>
              </a:rPr>
              <a:t>int</a:t>
            </a:r>
            <a:r>
              <a:rPr lang="zh-CN" altLang="en-US" sz="2200" dirty="0">
                <a:latin typeface="微软雅黑" panose="020B0503020204020204" pitchFamily="34" charset="-122"/>
                <a:ea typeface="微软雅黑" panose="020B0503020204020204" pitchFamily="34" charset="-122"/>
              </a:rPr>
              <a:t> </a:t>
            </a:r>
            <a:r>
              <a:rPr lang="en-US" altLang="zh-CN" sz="2200" dirty="0">
                <a:latin typeface="微软雅黑" panose="020B0503020204020204" pitchFamily="34" charset="-122"/>
                <a:ea typeface="微软雅黑" panose="020B0503020204020204" pitchFamily="34" charset="-122"/>
              </a:rPr>
              <a:t>size</a:t>
            </a:r>
            <a:r>
              <a:rPr lang="zh-CN" altLang="en-US" sz="2200" dirty="0">
                <a:latin typeface="微软雅黑" panose="020B0503020204020204" pitchFamily="34" charset="-122"/>
                <a:ea typeface="微软雅黑" panose="020B0503020204020204" pitchFamily="34" charset="-122"/>
              </a:rPr>
              <a:t> </a:t>
            </a:r>
            <a:r>
              <a:rPr lang="en-US" altLang="zh-CN" sz="2200" dirty="0">
                <a:latin typeface="微软雅黑" panose="020B0503020204020204" pitchFamily="34" charset="-122"/>
                <a:ea typeface="微软雅黑" panose="020B0503020204020204" pitchFamily="34" charset="-122"/>
              </a:rPr>
              <a:t>=</a:t>
            </a:r>
            <a:r>
              <a:rPr lang="zh-CN" altLang="en-US" sz="2200" dirty="0">
                <a:latin typeface="微软雅黑" panose="020B0503020204020204" pitchFamily="34" charset="-122"/>
                <a:ea typeface="微软雅黑" panose="020B0503020204020204" pitchFamily="34" charset="-122"/>
              </a:rPr>
              <a:t> </a:t>
            </a:r>
            <a:r>
              <a:rPr lang="en-US" altLang="zh-CN" sz="2200" dirty="0" err="1">
                <a:latin typeface="微软雅黑" panose="020B0503020204020204" pitchFamily="34" charset="-122"/>
                <a:ea typeface="微软雅黑" panose="020B0503020204020204" pitchFamily="34" charset="-122"/>
              </a:rPr>
              <a:t>get_size</a:t>
            </a:r>
            <a:r>
              <a:rPr lang="en-US" altLang="zh-CN" sz="2200">
                <a:latin typeface="微软雅黑" panose="020B0503020204020204" pitchFamily="34" charset="-122"/>
                <a:ea typeface="微软雅黑" panose="020B0503020204020204" pitchFamily="34" charset="-122"/>
              </a:rPr>
              <a:t>();</a:t>
            </a:r>
            <a:r>
              <a:rPr lang="zh-CN" altLang="en-US" sz="2200">
                <a:latin typeface="微软雅黑" panose="020B0503020204020204" pitchFamily="34" charset="-122"/>
                <a:ea typeface="微软雅黑" panose="020B0503020204020204" pitchFamily="34" charset="-122"/>
              </a:rPr>
              <a:t> </a:t>
            </a:r>
            <a:endParaRPr lang="en-US" altLang="zh-CN" sz="2200">
              <a:latin typeface="微软雅黑" panose="020B0503020204020204" pitchFamily="34" charset="-122"/>
              <a:ea typeface="微软雅黑" panose="020B0503020204020204" pitchFamily="34" charset="-122"/>
            </a:endParaRPr>
          </a:p>
          <a:p>
            <a:pPr marL="703263" lvl="2" indent="0">
              <a:buNone/>
            </a:pPr>
            <a:r>
              <a:rPr lang="en-US" altLang="zh-CN" sz="2000">
                <a:latin typeface="微软雅黑" panose="020B0503020204020204" pitchFamily="34" charset="-122"/>
                <a:ea typeface="微软雅黑" panose="020B0503020204020204" pitchFamily="34" charset="-122"/>
              </a:rPr>
              <a:t>//</a:t>
            </a:r>
            <a:r>
              <a:rPr lang="zh-CN" altLang="en-US" sz="2000">
                <a:latin typeface="微软雅黑" panose="020B0503020204020204" pitchFamily="34" charset="-122"/>
                <a:ea typeface="微软雅黑" panose="020B0503020204020204" pitchFamily="34" charset="-122"/>
              </a:rPr>
              <a:t>要求</a:t>
            </a:r>
            <a:r>
              <a:rPr lang="en-US" altLang="zh-CN" sz="2000">
                <a:latin typeface="微软雅黑" panose="020B0503020204020204" pitchFamily="34" charset="-122"/>
                <a:ea typeface="微软雅黑" panose="020B0503020204020204" pitchFamily="34" charset="-122"/>
              </a:rPr>
              <a:t>get_size()</a:t>
            </a:r>
            <a:r>
              <a:rPr lang="zh-CN" altLang="en-US" sz="2000">
                <a:latin typeface="微软雅黑" panose="020B0503020204020204" pitchFamily="34" charset="-122"/>
                <a:ea typeface="微软雅黑" panose="020B0503020204020204" pitchFamily="34" charset="-122"/>
              </a:rPr>
              <a:t>为常量表达式，即函数</a:t>
            </a:r>
            <a:r>
              <a:rPr lang="zh-CN" altLang="en-US" sz="2000" dirty="0">
                <a:latin typeface="微软雅黑" panose="020B0503020204020204" pitchFamily="34" charset="-122"/>
                <a:ea typeface="微软雅黑" panose="020B0503020204020204" pitchFamily="34" charset="-122"/>
              </a:rPr>
              <a:t>返回</a:t>
            </a:r>
            <a:r>
              <a:rPr lang="zh-CN" altLang="en-US" sz="2000">
                <a:latin typeface="微软雅黑" panose="020B0503020204020204" pitchFamily="34" charset="-122"/>
                <a:ea typeface="微软雅黑" panose="020B0503020204020204" pitchFamily="34" charset="-122"/>
              </a:rPr>
              <a:t>常量表达式。</a:t>
            </a:r>
            <a:endParaRPr lang="zh-CN" altLang="en-US" sz="2000" dirty="0">
              <a:latin typeface="微软雅黑" panose="020B0503020204020204" pitchFamily="34" charset="-122"/>
              <a:ea typeface="微软雅黑" panose="020B0503020204020204" pitchFamily="34" charset="-122"/>
            </a:endParaRPr>
          </a:p>
          <a:p>
            <a:r>
              <a:rPr lang="zh-CN" altLang="en-US" sz="2400" dirty="0">
                <a:latin typeface="微软雅黑" panose="020B0503020204020204" pitchFamily="34" charset="-122"/>
                <a:ea typeface="微软雅黑" panose="020B0503020204020204" pitchFamily="34" charset="-122"/>
              </a:rPr>
              <a:t>符号常量在定义时</a:t>
            </a:r>
            <a:r>
              <a:rPr lang="zh-CN" altLang="en-US" sz="2400">
                <a:latin typeface="微软雅黑" panose="020B0503020204020204" pitchFamily="34" charset="-122"/>
                <a:ea typeface="微软雅黑" panose="020B0503020204020204" pitchFamily="34" charset="-122"/>
              </a:rPr>
              <a:t>一定要初始化，</a:t>
            </a:r>
            <a:r>
              <a:rPr lang="zh-CN" altLang="en-US" sz="2400" dirty="0">
                <a:latin typeface="微软雅黑" panose="020B0503020204020204" pitchFamily="34" charset="-122"/>
                <a:ea typeface="微软雅黑" panose="020B0503020204020204" pitchFamily="34" charset="-122"/>
              </a:rPr>
              <a:t>而在程序中间不能改变其值。</a:t>
            </a:r>
            <a:endParaRPr lang="en-US" altLang="zh-CN" sz="2400" dirty="0">
              <a:latin typeface="微软雅黑" panose="020B0503020204020204" pitchFamily="34" charset="-122"/>
              <a:ea typeface="微软雅黑" panose="020B0503020204020204" pitchFamily="34" charset="-122"/>
            </a:endParaRPr>
          </a:p>
          <a:p>
            <a:r>
              <a:rPr lang="zh-CN" altLang="en-US" sz="2400" dirty="0">
                <a:latin typeface="微软雅黑" panose="020B0503020204020204" pitchFamily="34" charset="-122"/>
                <a:ea typeface="微软雅黑" panose="020B0503020204020204" pitchFamily="34" charset="-122"/>
              </a:rPr>
              <a:t>引入</a:t>
            </a:r>
            <a:r>
              <a:rPr lang="en-US" altLang="zh-CN" sz="2400" err="1">
                <a:latin typeface="微软雅黑" panose="020B0503020204020204" pitchFamily="34" charset="-122"/>
                <a:ea typeface="微软雅黑" panose="020B0503020204020204" pitchFamily="34" charset="-122"/>
              </a:rPr>
              <a:t>constexpr</a:t>
            </a:r>
            <a:r>
              <a:rPr lang="zh-CN" altLang="en-US" sz="2400">
                <a:latin typeface="微软雅黑" panose="020B0503020204020204" pitchFamily="34" charset="-122"/>
                <a:ea typeface="微软雅黑" panose="020B0503020204020204" pitchFamily="34" charset="-122"/>
              </a:rPr>
              <a:t>关键字要求编译器会验证初始值</a:t>
            </a:r>
            <a:r>
              <a:rPr lang="zh-CN" altLang="en-US" sz="2400" dirty="0">
                <a:latin typeface="微软雅黑" panose="020B0503020204020204" pitchFamily="34" charset="-122"/>
                <a:ea typeface="微软雅黑" panose="020B0503020204020204" pitchFamily="34" charset="-122"/>
              </a:rPr>
              <a:t>是否为</a:t>
            </a:r>
            <a:r>
              <a:rPr lang="zh-CN" altLang="en-US" sz="2400">
                <a:latin typeface="微软雅黑" panose="020B0503020204020204" pitchFamily="34" charset="-122"/>
                <a:ea typeface="微软雅黑" panose="020B0503020204020204" pitchFamily="34" charset="-122"/>
              </a:rPr>
              <a:t>常量表达式。</a:t>
            </a:r>
            <a:endParaRPr lang="zh-CN" altLang="en-US" sz="2400" dirty="0">
              <a:latin typeface="微软雅黑" panose="020B0503020204020204" pitchFamily="34" charset="-122"/>
              <a:ea typeface="微软雅黑" panose="020B0503020204020204" pitchFamily="34" charset="-122"/>
            </a:endParaRPr>
          </a:p>
        </p:txBody>
      </p:sp>
      <p:sp>
        <p:nvSpPr>
          <p:cNvPr id="2" name="灯片编号占位符 1"/>
          <p:cNvSpPr>
            <a:spLocks noGrp="1"/>
          </p:cNvSpPr>
          <p:nvPr>
            <p:ph type="sldNum" sz="quarter" idx="4"/>
          </p:nvPr>
        </p:nvSpPr>
        <p:spPr/>
        <p:txBody>
          <a:bodyPr/>
          <a:lstStyle/>
          <a:p>
            <a:fld id="{DEA904C8-CD7B-4714-BAE1-F1A91095C3EA}" type="slidenum">
              <a:rPr lang="zh-CN" altLang="en-US" smtClean="0"/>
              <a:pPr/>
              <a:t>15</a:t>
            </a:fld>
            <a:endParaRPr lang="zh-CN" altLang="en-US"/>
          </a:p>
        </p:txBody>
      </p:sp>
    </p:spTree>
    <p:extLst>
      <p:ext uri="{BB962C8B-B14F-4D97-AF65-F5344CB8AC3E}">
        <p14:creationId xmlns:p14="http://schemas.microsoft.com/office/powerpoint/2010/main" val="389211569"/>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标题 1"/>
          <p:cNvSpPr>
            <a:spLocks noGrp="1"/>
          </p:cNvSpPr>
          <p:nvPr>
            <p:ph type="title"/>
          </p:nvPr>
        </p:nvSpPr>
        <p:spPr>
          <a:xfrm>
            <a:off x="668338" y="1138064"/>
            <a:ext cx="10975975" cy="706760"/>
          </a:xfrm>
        </p:spPr>
        <p:txBody>
          <a:bodyPr/>
          <a:lstStyle/>
          <a:p>
            <a:pPr eaLnBrk="1" hangingPunct="1">
              <a:defRPr/>
            </a:pPr>
            <a:r>
              <a:rPr lang="zh-CN" altLang="en-US">
                <a:solidFill>
                  <a:schemeClr val="accent5"/>
                </a:solidFill>
                <a:latin typeface="微软雅黑" pitchFamily="34" charset="-122"/>
                <a:ea typeface="微软雅黑" pitchFamily="34" charset="-122"/>
              </a:rPr>
              <a:t>常量表达式</a:t>
            </a:r>
            <a:endParaRPr lang="zh-CN" altLang="en-US" dirty="0">
              <a:solidFill>
                <a:schemeClr val="accent5"/>
              </a:solidFill>
              <a:latin typeface="微软雅黑" pitchFamily="34" charset="-122"/>
              <a:ea typeface="微软雅黑" pitchFamily="34" charset="-122"/>
            </a:endParaRPr>
          </a:p>
        </p:txBody>
      </p:sp>
      <p:sp>
        <p:nvSpPr>
          <p:cNvPr id="3" name="内容占位符 2"/>
          <p:cNvSpPr>
            <a:spLocks noGrp="1"/>
          </p:cNvSpPr>
          <p:nvPr>
            <p:ph idx="1"/>
          </p:nvPr>
        </p:nvSpPr>
        <p:spPr>
          <a:xfrm>
            <a:off x="696989" y="1988840"/>
            <a:ext cx="10801198" cy="4464495"/>
          </a:xfrm>
        </p:spPr>
        <p:txBody>
          <a:bodyPr>
            <a:noAutofit/>
          </a:bodyPr>
          <a:lstStyle/>
          <a:p>
            <a:pPr marL="576580" indent="-457200" eaLnBrk="1" fontAlgn="auto" hangingPunct="1">
              <a:spcAft>
                <a:spcPts val="0"/>
              </a:spcAft>
              <a:defRPr/>
            </a:pPr>
            <a:r>
              <a:rPr lang="zh-CN" altLang="en-US">
                <a:latin typeface="微软雅黑" pitchFamily="34" charset="-122"/>
                <a:ea typeface="微软雅黑" pitchFamily="34" charset="-122"/>
              </a:rPr>
              <a:t>常量表达式是一类</a:t>
            </a:r>
            <a:r>
              <a:rPr lang="zh-CN" altLang="en-US" b="1">
                <a:solidFill>
                  <a:srgbClr val="0070C0"/>
                </a:solidFill>
                <a:latin typeface="微软雅黑" pitchFamily="34" charset="-122"/>
                <a:ea typeface="微软雅黑" pitchFamily="34" charset="-122"/>
              </a:rPr>
              <a:t>值不能发生改变</a:t>
            </a:r>
            <a:r>
              <a:rPr lang="zh-CN" altLang="en-US">
                <a:latin typeface="微软雅黑" pitchFamily="34" charset="-122"/>
                <a:ea typeface="微软雅黑" pitchFamily="34" charset="-122"/>
              </a:rPr>
              <a:t>的表达式，其值在编译阶段确定，便于程序优化。文字常量是常量表达式，由常量表达式初始化的</a:t>
            </a:r>
            <a:r>
              <a:rPr lang="en-US" altLang="zh-CN">
                <a:latin typeface="微软雅黑" pitchFamily="34" charset="-122"/>
                <a:ea typeface="微软雅黑" pitchFamily="34" charset="-122"/>
              </a:rPr>
              <a:t>const</a:t>
            </a:r>
            <a:r>
              <a:rPr lang="zh-CN" altLang="en-US">
                <a:latin typeface="微软雅黑" pitchFamily="34" charset="-122"/>
                <a:ea typeface="微软雅黑" pitchFamily="34" charset="-122"/>
              </a:rPr>
              <a:t>对象也是常量表达式。一个对象或表达式是否为常量表达式取决于它的类型与初始值，例如：</a:t>
            </a:r>
          </a:p>
          <a:p>
            <a:pPr marL="576580" indent="-457200" eaLnBrk="1" fontAlgn="auto" hangingPunct="1">
              <a:spcAft>
                <a:spcPts val="0"/>
              </a:spcAft>
              <a:defRPr/>
            </a:pPr>
            <a:r>
              <a:rPr lang="en-US" altLang="zh-CN">
                <a:latin typeface="微软雅黑" pitchFamily="34" charset="-122"/>
                <a:ea typeface="微软雅黑" pitchFamily="34" charset="-122"/>
              </a:rPr>
              <a:t>const int max_size = 100;      // max_size</a:t>
            </a:r>
            <a:r>
              <a:rPr lang="zh-CN" altLang="en-US">
                <a:latin typeface="微软雅黑" pitchFamily="34" charset="-122"/>
                <a:ea typeface="微软雅黑" pitchFamily="34" charset="-122"/>
              </a:rPr>
              <a:t>是常量表达式</a:t>
            </a:r>
          </a:p>
          <a:p>
            <a:pPr marL="576580" indent="-457200" eaLnBrk="1" fontAlgn="auto" hangingPunct="1">
              <a:spcAft>
                <a:spcPts val="0"/>
              </a:spcAft>
              <a:defRPr/>
            </a:pPr>
            <a:r>
              <a:rPr lang="en-US" altLang="zh-CN">
                <a:latin typeface="微软雅黑" pitchFamily="34" charset="-122"/>
                <a:ea typeface="微软雅黑" pitchFamily="34" charset="-122"/>
              </a:rPr>
              <a:t>const int limit = max_size + 1;  // limit</a:t>
            </a:r>
            <a:r>
              <a:rPr lang="zh-CN" altLang="en-US">
                <a:latin typeface="微软雅黑" pitchFamily="34" charset="-122"/>
                <a:ea typeface="微软雅黑" pitchFamily="34" charset="-122"/>
              </a:rPr>
              <a:t>是常量表达式</a:t>
            </a:r>
          </a:p>
          <a:p>
            <a:pPr marL="576580" indent="-457200" eaLnBrk="1" fontAlgn="auto" hangingPunct="1">
              <a:spcAft>
                <a:spcPts val="0"/>
              </a:spcAft>
              <a:defRPr/>
            </a:pPr>
            <a:r>
              <a:rPr lang="en-US" altLang="zh-CN">
                <a:latin typeface="微软雅黑" pitchFamily="34" charset="-122"/>
                <a:ea typeface="微软雅黑" pitchFamily="34" charset="-122"/>
              </a:rPr>
              <a:t>int student_size = 30;         // studemt_size</a:t>
            </a:r>
            <a:r>
              <a:rPr lang="zh-CN" altLang="en-US">
                <a:latin typeface="微软雅黑" pitchFamily="34" charset="-122"/>
                <a:ea typeface="微软雅黑" pitchFamily="34" charset="-122"/>
              </a:rPr>
              <a:t>不是常量表达式</a:t>
            </a:r>
          </a:p>
          <a:p>
            <a:pPr marL="576580" indent="-457200" eaLnBrk="1" fontAlgn="auto" hangingPunct="1">
              <a:spcAft>
                <a:spcPts val="0"/>
              </a:spcAft>
              <a:defRPr/>
            </a:pPr>
            <a:r>
              <a:rPr lang="en-US" altLang="zh-CN">
                <a:latin typeface="微软雅黑" pitchFamily="34" charset="-122"/>
                <a:ea typeface="微软雅黑" pitchFamily="34" charset="-122"/>
              </a:rPr>
              <a:t>const int size = get_size();  // size</a:t>
            </a:r>
            <a:r>
              <a:rPr lang="zh-CN" altLang="en-US">
                <a:latin typeface="微软雅黑" pitchFamily="34" charset="-122"/>
                <a:ea typeface="微软雅黑" pitchFamily="34" charset="-122"/>
              </a:rPr>
              <a:t>不是常量表达式</a:t>
            </a:r>
          </a:p>
        </p:txBody>
      </p:sp>
      <p:sp>
        <p:nvSpPr>
          <p:cNvPr id="2" name="灯片编号占位符 1"/>
          <p:cNvSpPr>
            <a:spLocks noGrp="1"/>
          </p:cNvSpPr>
          <p:nvPr>
            <p:ph type="sldNum" sz="quarter" idx="4"/>
          </p:nvPr>
        </p:nvSpPr>
        <p:spPr/>
        <p:txBody>
          <a:bodyPr/>
          <a:lstStyle/>
          <a:p>
            <a:fld id="{DEA904C8-CD7B-4714-BAE1-F1A91095C3EA}" type="slidenum">
              <a:rPr lang="zh-CN" altLang="en-US" smtClean="0"/>
              <a:pPr/>
              <a:t>16</a:t>
            </a:fld>
            <a:endParaRPr lang="zh-CN" altLang="en-US"/>
          </a:p>
        </p:txBody>
      </p:sp>
    </p:spTree>
    <p:extLst>
      <p:ext uri="{BB962C8B-B14F-4D97-AF65-F5344CB8AC3E}">
        <p14:creationId xmlns:p14="http://schemas.microsoft.com/office/powerpoint/2010/main" val="709521569"/>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1000" fill="hold"/>
                                        <p:tgtEl>
                                          <p:spTgt spid="3">
                                            <p:txEl>
                                              <p:pRg st="0" end="0"/>
                                            </p:txEl>
                                          </p:spTgt>
                                        </p:tgtEl>
                                        <p:attrNameLst>
                                          <p:attrName>ppt_x</p:attrName>
                                        </p:attrNameLst>
                                      </p:cBhvr>
                                      <p:tavLst>
                                        <p:tav tm="0">
                                          <p:val>
                                            <p:strVal val="0-#ppt_w/2"/>
                                          </p:val>
                                        </p:tav>
                                        <p:tav tm="100000">
                                          <p:val>
                                            <p:strVal val="#ppt_x"/>
                                          </p:val>
                                        </p:tav>
                                      </p:tavLst>
                                    </p:anim>
                                    <p:anim calcmode="lin" valueType="num">
                                      <p:cBhvr additive="base">
                                        <p:cTn id="8" dur="1000" fill="hold"/>
                                        <p:tgtEl>
                                          <p:spTgt spid="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1000" fill="hold"/>
                                        <p:tgtEl>
                                          <p:spTgt spid="3">
                                            <p:txEl>
                                              <p:pRg st="1" end="1"/>
                                            </p:txEl>
                                          </p:spTgt>
                                        </p:tgtEl>
                                        <p:attrNameLst>
                                          <p:attrName>ppt_x</p:attrName>
                                        </p:attrNameLst>
                                      </p:cBhvr>
                                      <p:tavLst>
                                        <p:tav tm="0">
                                          <p:val>
                                            <p:strVal val="0-#ppt_w/2"/>
                                          </p:val>
                                        </p:tav>
                                        <p:tav tm="100000">
                                          <p:val>
                                            <p:strVal val="#ppt_x"/>
                                          </p:val>
                                        </p:tav>
                                      </p:tavLst>
                                    </p:anim>
                                    <p:anim calcmode="lin" valueType="num">
                                      <p:cBhvr additive="base">
                                        <p:cTn id="14" dur="1000" fill="hold"/>
                                        <p:tgtEl>
                                          <p:spTgt spid="3">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1000" fill="hold"/>
                                        <p:tgtEl>
                                          <p:spTgt spid="3">
                                            <p:txEl>
                                              <p:pRg st="2" end="2"/>
                                            </p:txEl>
                                          </p:spTgt>
                                        </p:tgtEl>
                                        <p:attrNameLst>
                                          <p:attrName>ppt_x</p:attrName>
                                        </p:attrNameLst>
                                      </p:cBhvr>
                                      <p:tavLst>
                                        <p:tav tm="0">
                                          <p:val>
                                            <p:strVal val="0-#ppt_w/2"/>
                                          </p:val>
                                        </p:tav>
                                        <p:tav tm="100000">
                                          <p:val>
                                            <p:strVal val="#ppt_x"/>
                                          </p:val>
                                        </p:tav>
                                      </p:tavLst>
                                    </p:anim>
                                    <p:anim calcmode="lin" valueType="num">
                                      <p:cBhvr additive="base">
                                        <p:cTn id="20" dur="1000" fill="hold"/>
                                        <p:tgtEl>
                                          <p:spTgt spid="3">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1000" fill="hold"/>
                                        <p:tgtEl>
                                          <p:spTgt spid="3">
                                            <p:txEl>
                                              <p:pRg st="3" end="3"/>
                                            </p:txEl>
                                          </p:spTgt>
                                        </p:tgtEl>
                                        <p:attrNameLst>
                                          <p:attrName>ppt_x</p:attrName>
                                        </p:attrNameLst>
                                      </p:cBhvr>
                                      <p:tavLst>
                                        <p:tav tm="0">
                                          <p:val>
                                            <p:strVal val="0-#ppt_w/2"/>
                                          </p:val>
                                        </p:tav>
                                        <p:tav tm="100000">
                                          <p:val>
                                            <p:strVal val="#ppt_x"/>
                                          </p:val>
                                        </p:tav>
                                      </p:tavLst>
                                    </p:anim>
                                    <p:anim calcmode="lin" valueType="num">
                                      <p:cBhvr additive="base">
                                        <p:cTn id="26" dur="1000" fill="hold"/>
                                        <p:tgtEl>
                                          <p:spTgt spid="3">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1000" fill="hold"/>
                                        <p:tgtEl>
                                          <p:spTgt spid="3">
                                            <p:txEl>
                                              <p:pRg st="4" end="4"/>
                                            </p:txEl>
                                          </p:spTgt>
                                        </p:tgtEl>
                                        <p:attrNameLst>
                                          <p:attrName>ppt_x</p:attrName>
                                        </p:attrNameLst>
                                      </p:cBhvr>
                                      <p:tavLst>
                                        <p:tav tm="0">
                                          <p:val>
                                            <p:strVal val="0-#ppt_w/2"/>
                                          </p:val>
                                        </p:tav>
                                        <p:tav tm="100000">
                                          <p:val>
                                            <p:strVal val="#ppt_x"/>
                                          </p:val>
                                        </p:tav>
                                      </p:tavLst>
                                    </p:anim>
                                    <p:anim calcmode="lin" valueType="num">
                                      <p:cBhvr additive="base">
                                        <p:cTn id="32" dur="1000" fill="hold"/>
                                        <p:tgtEl>
                                          <p:spTgt spid="3">
                                            <p:txEl>
                                              <p:pRg st="4" end="4"/>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标题 1"/>
          <p:cNvSpPr>
            <a:spLocks noGrp="1"/>
          </p:cNvSpPr>
          <p:nvPr>
            <p:ph type="title"/>
          </p:nvPr>
        </p:nvSpPr>
        <p:spPr>
          <a:xfrm>
            <a:off x="609600" y="1076325"/>
            <a:ext cx="10975975" cy="1066800"/>
          </a:xfrm>
        </p:spPr>
        <p:txBody>
          <a:bodyPr/>
          <a:lstStyle/>
          <a:p>
            <a:pPr>
              <a:defRPr/>
            </a:pPr>
            <a:r>
              <a:rPr lang="zh-CN" altLang="en-US">
                <a:solidFill>
                  <a:schemeClr val="accent4">
                    <a:lumMod val="75000"/>
                  </a:schemeClr>
                </a:solidFill>
                <a:latin typeface="微软雅黑" pitchFamily="34" charset="-122"/>
                <a:ea typeface="微软雅黑" pitchFamily="34" charset="-122"/>
              </a:rPr>
              <a:t>基本</a:t>
            </a:r>
            <a:r>
              <a:rPr lang="zh-CN" altLang="en-US" dirty="0">
                <a:solidFill>
                  <a:schemeClr val="accent4">
                    <a:lumMod val="75000"/>
                  </a:schemeClr>
                </a:solidFill>
                <a:latin typeface="微软雅黑" pitchFamily="34" charset="-122"/>
                <a:ea typeface="微软雅黑" pitchFamily="34" charset="-122"/>
              </a:rPr>
              <a:t>数据类型</a:t>
            </a:r>
          </a:p>
        </p:txBody>
      </p:sp>
      <p:sp>
        <p:nvSpPr>
          <p:cNvPr id="26627" name="内容占位符 2"/>
          <p:cNvSpPr>
            <a:spLocks noGrp="1"/>
          </p:cNvSpPr>
          <p:nvPr>
            <p:ph idx="1"/>
          </p:nvPr>
        </p:nvSpPr>
        <p:spPr>
          <a:xfrm>
            <a:off x="609600" y="2070100"/>
            <a:ext cx="10817225" cy="4383088"/>
          </a:xfrm>
        </p:spPr>
        <p:txBody>
          <a:bodyPr/>
          <a:lstStyle/>
          <a:p>
            <a:pPr eaLnBrk="1" hangingPunct="1"/>
            <a:r>
              <a:rPr lang="zh-CN" altLang="en-US" sz="2400">
                <a:latin typeface="微软雅黑" panose="020B0503020204020204" pitchFamily="34" charset="-122"/>
                <a:ea typeface="微软雅黑" panose="020B0503020204020204" pitchFamily="34" charset="-122"/>
              </a:rPr>
              <a:t>整数类型</a:t>
            </a:r>
            <a:endParaRPr lang="en-US" altLang="zh-CN" sz="2400">
              <a:latin typeface="微软雅黑" panose="020B0503020204020204" pitchFamily="34" charset="-122"/>
              <a:ea typeface="微软雅黑" panose="020B0503020204020204" pitchFamily="34" charset="-122"/>
            </a:endParaRPr>
          </a:p>
          <a:p>
            <a:pPr lvl="1" eaLnBrk="1" hangingPunct="1"/>
            <a:r>
              <a:rPr lang="zh-CN" altLang="en-US" sz="2400">
                <a:latin typeface="微软雅黑" panose="020B0503020204020204" pitchFamily="34" charset="-122"/>
                <a:ea typeface="微软雅黑" panose="020B0503020204020204" pitchFamily="34" charset="-122"/>
              </a:rPr>
              <a:t>基本的整数类型</a:t>
            </a:r>
            <a:r>
              <a:rPr lang="en-US" altLang="zh-CN" sz="2400">
                <a:latin typeface="微软雅黑" panose="020B0503020204020204" pitchFamily="34" charset="-122"/>
                <a:ea typeface="微软雅黑" panose="020B0503020204020204" pitchFamily="34" charset="-122"/>
              </a:rPr>
              <a:t> </a:t>
            </a:r>
          </a:p>
          <a:p>
            <a:pPr lvl="2" eaLnBrk="1" hangingPunct="1"/>
            <a:r>
              <a:rPr lang="en-US" altLang="zh-CN">
                <a:latin typeface="微软雅黑" panose="020B0503020204020204" pitchFamily="34" charset="-122"/>
                <a:ea typeface="微软雅黑" panose="020B0503020204020204" pitchFamily="34" charset="-122"/>
              </a:rPr>
              <a:t>int</a:t>
            </a:r>
          </a:p>
          <a:p>
            <a:pPr lvl="1" eaLnBrk="1" hangingPunct="1"/>
            <a:r>
              <a:rPr lang="zh-CN" altLang="en-US" sz="2400">
                <a:latin typeface="微软雅黑" panose="020B0503020204020204" pitchFamily="34" charset="-122"/>
                <a:ea typeface="微软雅黑" panose="020B0503020204020204" pitchFamily="34" charset="-122"/>
              </a:rPr>
              <a:t>按符号分</a:t>
            </a:r>
            <a:endParaRPr lang="en-US" altLang="zh-CN" sz="2400">
              <a:latin typeface="微软雅黑" panose="020B0503020204020204" pitchFamily="34" charset="-122"/>
              <a:ea typeface="微软雅黑" panose="020B0503020204020204" pitchFamily="34" charset="-122"/>
            </a:endParaRPr>
          </a:p>
          <a:p>
            <a:pPr lvl="2" eaLnBrk="1" hangingPunct="1"/>
            <a:r>
              <a:rPr lang="zh-CN" altLang="en-US">
                <a:latin typeface="微软雅黑" panose="020B0503020204020204" pitchFamily="34" charset="-122"/>
                <a:ea typeface="微软雅黑" panose="020B0503020204020204" pitchFamily="34" charset="-122"/>
              </a:rPr>
              <a:t>符号的（</a:t>
            </a:r>
            <a:r>
              <a:rPr lang="en-US" altLang="zh-CN">
                <a:latin typeface="微软雅黑" panose="020B0503020204020204" pitchFamily="34" charset="-122"/>
                <a:ea typeface="微软雅黑" panose="020B0503020204020204" pitchFamily="34" charset="-122"/>
              </a:rPr>
              <a:t>signed</a:t>
            </a:r>
            <a:r>
              <a:rPr lang="zh-CN" altLang="en-US">
                <a:latin typeface="微软雅黑" panose="020B0503020204020204" pitchFamily="34" charset="-122"/>
                <a:ea typeface="微软雅黑" panose="020B0503020204020204" pitchFamily="34" charset="-122"/>
              </a:rPr>
              <a:t>）和无符号的（</a:t>
            </a:r>
            <a:r>
              <a:rPr lang="en-US" altLang="zh-CN">
                <a:latin typeface="微软雅黑" panose="020B0503020204020204" pitchFamily="34" charset="-122"/>
                <a:ea typeface="微软雅黑" panose="020B0503020204020204" pitchFamily="34" charset="-122"/>
              </a:rPr>
              <a:t>unsigned</a:t>
            </a:r>
            <a:r>
              <a:rPr lang="zh-CN" altLang="en-US">
                <a:latin typeface="微软雅黑" panose="020B0503020204020204" pitchFamily="34" charset="-122"/>
                <a:ea typeface="微软雅黑" panose="020B0503020204020204" pitchFamily="34" charset="-122"/>
              </a:rPr>
              <a:t>）</a:t>
            </a:r>
            <a:endParaRPr lang="en-US" altLang="zh-CN">
              <a:latin typeface="微软雅黑" panose="020B0503020204020204" pitchFamily="34" charset="-122"/>
              <a:ea typeface="微软雅黑" panose="020B0503020204020204" pitchFamily="34" charset="-122"/>
            </a:endParaRPr>
          </a:p>
          <a:p>
            <a:pPr lvl="1" eaLnBrk="1" hangingPunct="1"/>
            <a:r>
              <a:rPr lang="zh-CN" altLang="en-US" sz="2400">
                <a:latin typeface="微软雅黑" panose="020B0503020204020204" pitchFamily="34" charset="-122"/>
                <a:ea typeface="微软雅黑" panose="020B0503020204020204" pitchFamily="34" charset="-122"/>
              </a:rPr>
              <a:t>按照数据范围分</a:t>
            </a:r>
            <a:r>
              <a:rPr lang="zh-CN" altLang="en-US" sz="2400">
                <a:solidFill>
                  <a:srgbClr val="99FFCC"/>
                </a:solidFill>
                <a:latin typeface="微软雅黑" panose="020B0503020204020204" pitchFamily="34" charset="-122"/>
                <a:ea typeface="微软雅黑" panose="020B0503020204020204" pitchFamily="34" charset="-122"/>
              </a:rPr>
              <a:t>     </a:t>
            </a:r>
            <a:endParaRPr lang="en-US" altLang="zh-CN" sz="2400">
              <a:latin typeface="微软雅黑" panose="020B0503020204020204" pitchFamily="34" charset="-122"/>
              <a:ea typeface="微软雅黑" panose="020B0503020204020204" pitchFamily="34" charset="-122"/>
            </a:endParaRPr>
          </a:p>
          <a:p>
            <a:pPr lvl="2" eaLnBrk="1" hangingPunct="1"/>
            <a:r>
              <a:rPr lang="zh-CN" altLang="en-US">
                <a:latin typeface="微软雅黑" panose="020B0503020204020204" pitchFamily="34" charset="-122"/>
                <a:ea typeface="微软雅黑" panose="020B0503020204020204" pitchFamily="34" charset="-122"/>
              </a:rPr>
              <a:t>短整数（</a:t>
            </a:r>
            <a:r>
              <a:rPr lang="en-US" altLang="zh-CN">
                <a:latin typeface="微软雅黑" panose="020B0503020204020204" pitchFamily="34" charset="-122"/>
                <a:ea typeface="微软雅黑" panose="020B0503020204020204" pitchFamily="34" charset="-122"/>
              </a:rPr>
              <a:t>short</a:t>
            </a:r>
            <a:r>
              <a:rPr lang="zh-CN" altLang="en-US">
                <a:latin typeface="微软雅黑" panose="020B0503020204020204" pitchFamily="34" charset="-122"/>
                <a:ea typeface="微软雅黑" panose="020B0503020204020204" pitchFamily="34" charset="-122"/>
              </a:rPr>
              <a:t>）和长整数（</a:t>
            </a:r>
            <a:r>
              <a:rPr lang="en-US" altLang="zh-CN">
                <a:latin typeface="微软雅黑" panose="020B0503020204020204" pitchFamily="34" charset="-122"/>
                <a:ea typeface="微软雅黑" panose="020B0503020204020204" pitchFamily="34" charset="-122"/>
              </a:rPr>
              <a:t>long</a:t>
            </a:r>
            <a:r>
              <a:rPr lang="zh-CN" altLang="en-US">
                <a:latin typeface="微软雅黑" panose="020B0503020204020204" pitchFamily="34" charset="-122"/>
                <a:ea typeface="微软雅黑" panose="020B0503020204020204" pitchFamily="34" charset="-122"/>
              </a:rPr>
              <a:t>）、长长整数（</a:t>
            </a:r>
            <a:r>
              <a:rPr lang="en-US" altLang="zh-CN">
                <a:latin typeface="微软雅黑" panose="020B0503020204020204" pitchFamily="34" charset="-122"/>
                <a:ea typeface="微软雅黑" panose="020B0503020204020204" pitchFamily="34" charset="-122"/>
              </a:rPr>
              <a:t> long long </a:t>
            </a:r>
            <a:r>
              <a:rPr lang="zh-CN" altLang="en-US">
                <a:latin typeface="微软雅黑" panose="020B0503020204020204" pitchFamily="34" charset="-122"/>
                <a:ea typeface="微软雅黑" panose="020B0503020204020204" pitchFamily="34" charset="-122"/>
              </a:rPr>
              <a:t>）</a:t>
            </a:r>
            <a:endParaRPr lang="en-US" altLang="zh-CN">
              <a:latin typeface="微软雅黑" panose="020B0503020204020204" pitchFamily="34" charset="-122"/>
              <a:ea typeface="微软雅黑" panose="020B0503020204020204" pitchFamily="34" charset="-122"/>
            </a:endParaRPr>
          </a:p>
          <a:p>
            <a:pPr lvl="1" eaLnBrk="1" hangingPunct="1"/>
            <a:r>
              <a:rPr lang="en-US" altLang="zh-CN" sz="2400">
                <a:latin typeface="微软雅黑" panose="020B0503020204020204" pitchFamily="34" charset="-122"/>
                <a:ea typeface="微软雅黑" panose="020B0503020204020204" pitchFamily="34" charset="-122"/>
              </a:rPr>
              <a:t>char</a:t>
            </a:r>
            <a:r>
              <a:rPr lang="zh-CN" altLang="en-US" sz="2400">
                <a:latin typeface="微软雅黑" panose="020B0503020204020204" pitchFamily="34" charset="-122"/>
                <a:ea typeface="微软雅黑" panose="020B0503020204020204" pitchFamily="34" charset="-122"/>
              </a:rPr>
              <a:t>类型</a:t>
            </a:r>
            <a:endParaRPr lang="en-US" altLang="zh-CN" sz="2400">
              <a:latin typeface="微软雅黑" panose="020B0503020204020204" pitchFamily="34" charset="-122"/>
              <a:ea typeface="微软雅黑" panose="020B0503020204020204" pitchFamily="34" charset="-122"/>
            </a:endParaRPr>
          </a:p>
          <a:p>
            <a:pPr lvl="2" eaLnBrk="1" hangingPunct="1"/>
            <a:r>
              <a:rPr lang="zh-CN" altLang="en-US">
                <a:latin typeface="微软雅黑" panose="020B0503020204020204" pitchFamily="34" charset="-122"/>
                <a:ea typeface="微软雅黑" panose="020B0503020204020204" pitchFamily="34" charset="-122"/>
              </a:rPr>
              <a:t>字符型，实质上存储的也是整数（详见字符类型）</a:t>
            </a:r>
          </a:p>
        </p:txBody>
      </p:sp>
      <p:sp>
        <p:nvSpPr>
          <p:cNvPr id="2" name="灯片编号占位符 1"/>
          <p:cNvSpPr>
            <a:spLocks noGrp="1"/>
          </p:cNvSpPr>
          <p:nvPr>
            <p:ph type="sldNum" sz="quarter" idx="4"/>
          </p:nvPr>
        </p:nvSpPr>
        <p:spPr/>
        <p:txBody>
          <a:bodyPr/>
          <a:lstStyle/>
          <a:p>
            <a:fld id="{DEA904C8-CD7B-4714-BAE1-F1A91095C3EA}" type="slidenum">
              <a:rPr lang="zh-CN" altLang="en-US" smtClean="0"/>
              <a:pPr/>
              <a:t>17</a:t>
            </a:fld>
            <a:endParaRPr lang="zh-CN" altLang="en-US"/>
          </a:p>
        </p:txBody>
      </p:sp>
    </p:spTree>
    <p:extLst>
      <p:ext uri="{BB962C8B-B14F-4D97-AF65-F5344CB8AC3E}">
        <p14:creationId xmlns:p14="http://schemas.microsoft.com/office/powerpoint/2010/main" val="4007891625"/>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26627">
                                            <p:txEl>
                                              <p:pRg st="1" end="1"/>
                                            </p:txEl>
                                          </p:spTgt>
                                        </p:tgtEl>
                                        <p:attrNameLst>
                                          <p:attrName>style.visibility</p:attrName>
                                        </p:attrNameLst>
                                      </p:cBhvr>
                                      <p:to>
                                        <p:strVal val="visible"/>
                                      </p:to>
                                    </p:set>
                                    <p:anim calcmode="lin" valueType="num">
                                      <p:cBhvr additive="base">
                                        <p:cTn id="7" dur="1000" fill="hold"/>
                                        <p:tgtEl>
                                          <p:spTgt spid="26627">
                                            <p:txEl>
                                              <p:pRg st="1" end="1"/>
                                            </p:txEl>
                                          </p:spTgt>
                                        </p:tgtEl>
                                        <p:attrNameLst>
                                          <p:attrName>ppt_x</p:attrName>
                                        </p:attrNameLst>
                                      </p:cBhvr>
                                      <p:tavLst>
                                        <p:tav tm="0">
                                          <p:val>
                                            <p:strVal val="0-#ppt_w/2"/>
                                          </p:val>
                                        </p:tav>
                                        <p:tav tm="100000">
                                          <p:val>
                                            <p:strVal val="#ppt_x"/>
                                          </p:val>
                                        </p:tav>
                                      </p:tavLst>
                                    </p:anim>
                                    <p:anim calcmode="lin" valueType="num">
                                      <p:cBhvr additive="base">
                                        <p:cTn id="8" dur="1000" fill="hold"/>
                                        <p:tgtEl>
                                          <p:spTgt spid="26627">
                                            <p:txEl>
                                              <p:pRg st="1" end="1"/>
                                            </p:txEl>
                                          </p:spTgt>
                                        </p:tgtEl>
                                        <p:attrNameLst>
                                          <p:attrName>ppt_y</p:attrName>
                                        </p:attrNameLst>
                                      </p:cBhvr>
                                      <p:tavLst>
                                        <p:tav tm="0">
                                          <p:val>
                                            <p:strVal val="#ppt_y"/>
                                          </p:val>
                                        </p:tav>
                                        <p:tav tm="100000">
                                          <p:val>
                                            <p:strVal val="#ppt_y"/>
                                          </p:val>
                                        </p:tav>
                                      </p:tavLst>
                                    </p:anim>
                                  </p:childTnLst>
                                </p:cTn>
                              </p:par>
                              <p:par>
                                <p:cTn id="9" presetID="2" presetClass="entr" presetSubtype="8" fill="hold" nodeType="withEffect">
                                  <p:stCondLst>
                                    <p:cond delay="0"/>
                                  </p:stCondLst>
                                  <p:childTnLst>
                                    <p:set>
                                      <p:cBhvr>
                                        <p:cTn id="10" dur="1" fill="hold">
                                          <p:stCondLst>
                                            <p:cond delay="0"/>
                                          </p:stCondLst>
                                        </p:cTn>
                                        <p:tgtEl>
                                          <p:spTgt spid="26627">
                                            <p:txEl>
                                              <p:pRg st="2" end="2"/>
                                            </p:txEl>
                                          </p:spTgt>
                                        </p:tgtEl>
                                        <p:attrNameLst>
                                          <p:attrName>style.visibility</p:attrName>
                                        </p:attrNameLst>
                                      </p:cBhvr>
                                      <p:to>
                                        <p:strVal val="visible"/>
                                      </p:to>
                                    </p:set>
                                    <p:anim calcmode="lin" valueType="num">
                                      <p:cBhvr additive="base">
                                        <p:cTn id="11" dur="1000" fill="hold"/>
                                        <p:tgtEl>
                                          <p:spTgt spid="26627">
                                            <p:txEl>
                                              <p:pRg st="2" end="2"/>
                                            </p:txEl>
                                          </p:spTgt>
                                        </p:tgtEl>
                                        <p:attrNameLst>
                                          <p:attrName>ppt_x</p:attrName>
                                        </p:attrNameLst>
                                      </p:cBhvr>
                                      <p:tavLst>
                                        <p:tav tm="0">
                                          <p:val>
                                            <p:strVal val="0-#ppt_w/2"/>
                                          </p:val>
                                        </p:tav>
                                        <p:tav tm="100000">
                                          <p:val>
                                            <p:strVal val="#ppt_x"/>
                                          </p:val>
                                        </p:tav>
                                      </p:tavLst>
                                    </p:anim>
                                    <p:anim calcmode="lin" valueType="num">
                                      <p:cBhvr additive="base">
                                        <p:cTn id="12" dur="1000" fill="hold"/>
                                        <p:tgtEl>
                                          <p:spTgt spid="26627">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8" fill="hold" nodeType="clickEffect">
                                  <p:stCondLst>
                                    <p:cond delay="0"/>
                                  </p:stCondLst>
                                  <p:childTnLst>
                                    <p:set>
                                      <p:cBhvr>
                                        <p:cTn id="16" dur="1" fill="hold">
                                          <p:stCondLst>
                                            <p:cond delay="0"/>
                                          </p:stCondLst>
                                        </p:cTn>
                                        <p:tgtEl>
                                          <p:spTgt spid="26627">
                                            <p:txEl>
                                              <p:pRg st="3" end="3"/>
                                            </p:txEl>
                                          </p:spTgt>
                                        </p:tgtEl>
                                        <p:attrNameLst>
                                          <p:attrName>style.visibility</p:attrName>
                                        </p:attrNameLst>
                                      </p:cBhvr>
                                      <p:to>
                                        <p:strVal val="visible"/>
                                      </p:to>
                                    </p:set>
                                    <p:anim calcmode="lin" valueType="num">
                                      <p:cBhvr additive="base">
                                        <p:cTn id="17" dur="1000" fill="hold"/>
                                        <p:tgtEl>
                                          <p:spTgt spid="26627">
                                            <p:txEl>
                                              <p:pRg st="3" end="3"/>
                                            </p:txEl>
                                          </p:spTgt>
                                        </p:tgtEl>
                                        <p:attrNameLst>
                                          <p:attrName>ppt_x</p:attrName>
                                        </p:attrNameLst>
                                      </p:cBhvr>
                                      <p:tavLst>
                                        <p:tav tm="0">
                                          <p:val>
                                            <p:strVal val="0-#ppt_w/2"/>
                                          </p:val>
                                        </p:tav>
                                        <p:tav tm="100000">
                                          <p:val>
                                            <p:strVal val="#ppt_x"/>
                                          </p:val>
                                        </p:tav>
                                      </p:tavLst>
                                    </p:anim>
                                    <p:anim calcmode="lin" valueType="num">
                                      <p:cBhvr additive="base">
                                        <p:cTn id="18" dur="1000" fill="hold"/>
                                        <p:tgtEl>
                                          <p:spTgt spid="26627">
                                            <p:txEl>
                                              <p:pRg st="3" end="3"/>
                                            </p:txEl>
                                          </p:spTgt>
                                        </p:tgtEl>
                                        <p:attrNameLst>
                                          <p:attrName>ppt_y</p:attrName>
                                        </p:attrNameLst>
                                      </p:cBhvr>
                                      <p:tavLst>
                                        <p:tav tm="0">
                                          <p:val>
                                            <p:strVal val="#ppt_y"/>
                                          </p:val>
                                        </p:tav>
                                        <p:tav tm="100000">
                                          <p:val>
                                            <p:strVal val="#ppt_y"/>
                                          </p:val>
                                        </p:tav>
                                      </p:tavLst>
                                    </p:anim>
                                  </p:childTnLst>
                                </p:cTn>
                              </p:par>
                              <p:par>
                                <p:cTn id="19" presetID="2" presetClass="entr" presetSubtype="8" fill="hold" nodeType="withEffect">
                                  <p:stCondLst>
                                    <p:cond delay="0"/>
                                  </p:stCondLst>
                                  <p:childTnLst>
                                    <p:set>
                                      <p:cBhvr>
                                        <p:cTn id="20" dur="1" fill="hold">
                                          <p:stCondLst>
                                            <p:cond delay="0"/>
                                          </p:stCondLst>
                                        </p:cTn>
                                        <p:tgtEl>
                                          <p:spTgt spid="26627">
                                            <p:txEl>
                                              <p:pRg st="4" end="4"/>
                                            </p:txEl>
                                          </p:spTgt>
                                        </p:tgtEl>
                                        <p:attrNameLst>
                                          <p:attrName>style.visibility</p:attrName>
                                        </p:attrNameLst>
                                      </p:cBhvr>
                                      <p:to>
                                        <p:strVal val="visible"/>
                                      </p:to>
                                    </p:set>
                                    <p:anim calcmode="lin" valueType="num">
                                      <p:cBhvr additive="base">
                                        <p:cTn id="21" dur="1000" fill="hold"/>
                                        <p:tgtEl>
                                          <p:spTgt spid="26627">
                                            <p:txEl>
                                              <p:pRg st="4" end="4"/>
                                            </p:txEl>
                                          </p:spTgt>
                                        </p:tgtEl>
                                        <p:attrNameLst>
                                          <p:attrName>ppt_x</p:attrName>
                                        </p:attrNameLst>
                                      </p:cBhvr>
                                      <p:tavLst>
                                        <p:tav tm="0">
                                          <p:val>
                                            <p:strVal val="0-#ppt_w/2"/>
                                          </p:val>
                                        </p:tav>
                                        <p:tav tm="100000">
                                          <p:val>
                                            <p:strVal val="#ppt_x"/>
                                          </p:val>
                                        </p:tav>
                                      </p:tavLst>
                                    </p:anim>
                                    <p:anim calcmode="lin" valueType="num">
                                      <p:cBhvr additive="base">
                                        <p:cTn id="22" dur="1000" fill="hold"/>
                                        <p:tgtEl>
                                          <p:spTgt spid="26627">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23" fill="hold" nodeType="clickPar">
                      <p:stCondLst>
                        <p:cond delay="indefinite"/>
                      </p:stCondLst>
                      <p:childTnLst>
                        <p:par>
                          <p:cTn id="24" fill="hold" nodeType="withGroup">
                            <p:stCondLst>
                              <p:cond delay="0"/>
                            </p:stCondLst>
                            <p:childTnLst>
                              <p:par>
                                <p:cTn id="25" presetID="2" presetClass="entr" presetSubtype="8" fill="hold" nodeType="clickEffect">
                                  <p:stCondLst>
                                    <p:cond delay="0"/>
                                  </p:stCondLst>
                                  <p:childTnLst>
                                    <p:set>
                                      <p:cBhvr>
                                        <p:cTn id="26" dur="1" fill="hold">
                                          <p:stCondLst>
                                            <p:cond delay="0"/>
                                          </p:stCondLst>
                                        </p:cTn>
                                        <p:tgtEl>
                                          <p:spTgt spid="26627">
                                            <p:txEl>
                                              <p:pRg st="5" end="5"/>
                                            </p:txEl>
                                          </p:spTgt>
                                        </p:tgtEl>
                                        <p:attrNameLst>
                                          <p:attrName>style.visibility</p:attrName>
                                        </p:attrNameLst>
                                      </p:cBhvr>
                                      <p:to>
                                        <p:strVal val="visible"/>
                                      </p:to>
                                    </p:set>
                                    <p:anim calcmode="lin" valueType="num">
                                      <p:cBhvr additive="base">
                                        <p:cTn id="27" dur="1000" fill="hold"/>
                                        <p:tgtEl>
                                          <p:spTgt spid="26627">
                                            <p:txEl>
                                              <p:pRg st="5" end="5"/>
                                            </p:txEl>
                                          </p:spTgt>
                                        </p:tgtEl>
                                        <p:attrNameLst>
                                          <p:attrName>ppt_x</p:attrName>
                                        </p:attrNameLst>
                                      </p:cBhvr>
                                      <p:tavLst>
                                        <p:tav tm="0">
                                          <p:val>
                                            <p:strVal val="0-#ppt_w/2"/>
                                          </p:val>
                                        </p:tav>
                                        <p:tav tm="100000">
                                          <p:val>
                                            <p:strVal val="#ppt_x"/>
                                          </p:val>
                                        </p:tav>
                                      </p:tavLst>
                                    </p:anim>
                                    <p:anim calcmode="lin" valueType="num">
                                      <p:cBhvr additive="base">
                                        <p:cTn id="28" dur="1000" fill="hold"/>
                                        <p:tgtEl>
                                          <p:spTgt spid="26627">
                                            <p:txEl>
                                              <p:pRg st="5" end="5"/>
                                            </p:txEl>
                                          </p:spTgt>
                                        </p:tgtEl>
                                        <p:attrNameLst>
                                          <p:attrName>ppt_y</p:attrName>
                                        </p:attrNameLst>
                                      </p:cBhvr>
                                      <p:tavLst>
                                        <p:tav tm="0">
                                          <p:val>
                                            <p:strVal val="#ppt_y"/>
                                          </p:val>
                                        </p:tav>
                                        <p:tav tm="100000">
                                          <p:val>
                                            <p:strVal val="#ppt_y"/>
                                          </p:val>
                                        </p:tav>
                                      </p:tavLst>
                                    </p:anim>
                                  </p:childTnLst>
                                </p:cTn>
                              </p:par>
                              <p:par>
                                <p:cTn id="29" presetID="2" presetClass="entr" presetSubtype="8" fill="hold" nodeType="withEffect">
                                  <p:stCondLst>
                                    <p:cond delay="0"/>
                                  </p:stCondLst>
                                  <p:childTnLst>
                                    <p:set>
                                      <p:cBhvr>
                                        <p:cTn id="30" dur="1" fill="hold">
                                          <p:stCondLst>
                                            <p:cond delay="0"/>
                                          </p:stCondLst>
                                        </p:cTn>
                                        <p:tgtEl>
                                          <p:spTgt spid="26627">
                                            <p:txEl>
                                              <p:pRg st="6" end="6"/>
                                            </p:txEl>
                                          </p:spTgt>
                                        </p:tgtEl>
                                        <p:attrNameLst>
                                          <p:attrName>style.visibility</p:attrName>
                                        </p:attrNameLst>
                                      </p:cBhvr>
                                      <p:to>
                                        <p:strVal val="visible"/>
                                      </p:to>
                                    </p:set>
                                    <p:anim calcmode="lin" valueType="num">
                                      <p:cBhvr additive="base">
                                        <p:cTn id="31" dur="1000" fill="hold"/>
                                        <p:tgtEl>
                                          <p:spTgt spid="26627">
                                            <p:txEl>
                                              <p:pRg st="6" end="6"/>
                                            </p:txEl>
                                          </p:spTgt>
                                        </p:tgtEl>
                                        <p:attrNameLst>
                                          <p:attrName>ppt_x</p:attrName>
                                        </p:attrNameLst>
                                      </p:cBhvr>
                                      <p:tavLst>
                                        <p:tav tm="0">
                                          <p:val>
                                            <p:strVal val="0-#ppt_w/2"/>
                                          </p:val>
                                        </p:tav>
                                        <p:tav tm="100000">
                                          <p:val>
                                            <p:strVal val="#ppt_x"/>
                                          </p:val>
                                        </p:tav>
                                      </p:tavLst>
                                    </p:anim>
                                    <p:anim calcmode="lin" valueType="num">
                                      <p:cBhvr additive="base">
                                        <p:cTn id="32" dur="1000" fill="hold"/>
                                        <p:tgtEl>
                                          <p:spTgt spid="26627">
                                            <p:txEl>
                                              <p:pRg st="6" end="6"/>
                                            </p:txEl>
                                          </p:spTgt>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8" fill="hold" nodeType="clickEffect">
                                  <p:stCondLst>
                                    <p:cond delay="0"/>
                                  </p:stCondLst>
                                  <p:childTnLst>
                                    <p:set>
                                      <p:cBhvr>
                                        <p:cTn id="36" dur="1" fill="hold">
                                          <p:stCondLst>
                                            <p:cond delay="0"/>
                                          </p:stCondLst>
                                        </p:cTn>
                                        <p:tgtEl>
                                          <p:spTgt spid="26627">
                                            <p:txEl>
                                              <p:pRg st="7" end="7"/>
                                            </p:txEl>
                                          </p:spTgt>
                                        </p:tgtEl>
                                        <p:attrNameLst>
                                          <p:attrName>style.visibility</p:attrName>
                                        </p:attrNameLst>
                                      </p:cBhvr>
                                      <p:to>
                                        <p:strVal val="visible"/>
                                      </p:to>
                                    </p:set>
                                    <p:anim calcmode="lin" valueType="num">
                                      <p:cBhvr additive="base">
                                        <p:cTn id="37" dur="1000" fill="hold"/>
                                        <p:tgtEl>
                                          <p:spTgt spid="26627">
                                            <p:txEl>
                                              <p:pRg st="7" end="7"/>
                                            </p:txEl>
                                          </p:spTgt>
                                        </p:tgtEl>
                                        <p:attrNameLst>
                                          <p:attrName>ppt_x</p:attrName>
                                        </p:attrNameLst>
                                      </p:cBhvr>
                                      <p:tavLst>
                                        <p:tav tm="0">
                                          <p:val>
                                            <p:strVal val="0-#ppt_w/2"/>
                                          </p:val>
                                        </p:tav>
                                        <p:tav tm="100000">
                                          <p:val>
                                            <p:strVal val="#ppt_x"/>
                                          </p:val>
                                        </p:tav>
                                      </p:tavLst>
                                    </p:anim>
                                    <p:anim calcmode="lin" valueType="num">
                                      <p:cBhvr additive="base">
                                        <p:cTn id="38" dur="1000" fill="hold"/>
                                        <p:tgtEl>
                                          <p:spTgt spid="26627">
                                            <p:txEl>
                                              <p:pRg st="7" end="7"/>
                                            </p:txEl>
                                          </p:spTgt>
                                        </p:tgtEl>
                                        <p:attrNameLst>
                                          <p:attrName>ppt_y</p:attrName>
                                        </p:attrNameLst>
                                      </p:cBhvr>
                                      <p:tavLst>
                                        <p:tav tm="0">
                                          <p:val>
                                            <p:strVal val="#ppt_y"/>
                                          </p:val>
                                        </p:tav>
                                        <p:tav tm="100000">
                                          <p:val>
                                            <p:strVal val="#ppt_y"/>
                                          </p:val>
                                        </p:tav>
                                      </p:tavLst>
                                    </p:anim>
                                  </p:childTnLst>
                                </p:cTn>
                              </p:par>
                              <p:par>
                                <p:cTn id="39" presetID="2" presetClass="entr" presetSubtype="8" fill="hold" nodeType="withEffect">
                                  <p:stCondLst>
                                    <p:cond delay="0"/>
                                  </p:stCondLst>
                                  <p:childTnLst>
                                    <p:set>
                                      <p:cBhvr>
                                        <p:cTn id="40" dur="1" fill="hold">
                                          <p:stCondLst>
                                            <p:cond delay="0"/>
                                          </p:stCondLst>
                                        </p:cTn>
                                        <p:tgtEl>
                                          <p:spTgt spid="26627">
                                            <p:txEl>
                                              <p:pRg st="8" end="8"/>
                                            </p:txEl>
                                          </p:spTgt>
                                        </p:tgtEl>
                                        <p:attrNameLst>
                                          <p:attrName>style.visibility</p:attrName>
                                        </p:attrNameLst>
                                      </p:cBhvr>
                                      <p:to>
                                        <p:strVal val="visible"/>
                                      </p:to>
                                    </p:set>
                                    <p:anim calcmode="lin" valueType="num">
                                      <p:cBhvr additive="base">
                                        <p:cTn id="41" dur="1000" fill="hold"/>
                                        <p:tgtEl>
                                          <p:spTgt spid="26627">
                                            <p:txEl>
                                              <p:pRg st="8" end="8"/>
                                            </p:txEl>
                                          </p:spTgt>
                                        </p:tgtEl>
                                        <p:attrNameLst>
                                          <p:attrName>ppt_x</p:attrName>
                                        </p:attrNameLst>
                                      </p:cBhvr>
                                      <p:tavLst>
                                        <p:tav tm="0">
                                          <p:val>
                                            <p:strVal val="0-#ppt_w/2"/>
                                          </p:val>
                                        </p:tav>
                                        <p:tav tm="100000">
                                          <p:val>
                                            <p:strVal val="#ppt_x"/>
                                          </p:val>
                                        </p:tav>
                                      </p:tavLst>
                                    </p:anim>
                                    <p:anim calcmode="lin" valueType="num">
                                      <p:cBhvr additive="base">
                                        <p:cTn id="42" dur="1000" fill="hold"/>
                                        <p:tgtEl>
                                          <p:spTgt spid="26627">
                                            <p:txEl>
                                              <p:pRg st="8" end="8"/>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p:cNvSpPr>
            <a:spLocks noGrp="1"/>
          </p:cNvSpPr>
          <p:nvPr>
            <p:ph type="title"/>
          </p:nvPr>
        </p:nvSpPr>
        <p:spPr>
          <a:xfrm>
            <a:off x="609600" y="1076325"/>
            <a:ext cx="10975975" cy="1066800"/>
          </a:xfrm>
        </p:spPr>
        <p:txBody>
          <a:bodyPr/>
          <a:lstStyle/>
          <a:p>
            <a:pPr>
              <a:defRPr/>
            </a:pPr>
            <a:r>
              <a:rPr lang="zh-CN" altLang="en-US">
                <a:solidFill>
                  <a:schemeClr val="accent4">
                    <a:lumMod val="75000"/>
                  </a:schemeClr>
                </a:solidFill>
                <a:latin typeface="微软雅黑" pitchFamily="34" charset="-122"/>
                <a:ea typeface="微软雅黑" pitchFamily="34" charset="-122"/>
              </a:rPr>
              <a:t>整数文字常量</a:t>
            </a:r>
            <a:endParaRPr lang="zh-CN" altLang="en-US" dirty="0">
              <a:solidFill>
                <a:schemeClr val="accent4">
                  <a:lumMod val="75000"/>
                </a:schemeClr>
              </a:solidFill>
              <a:latin typeface="微软雅黑" pitchFamily="34" charset="-122"/>
              <a:ea typeface="微软雅黑" pitchFamily="34" charset="-122"/>
            </a:endParaRPr>
          </a:p>
        </p:txBody>
      </p:sp>
      <p:sp>
        <p:nvSpPr>
          <p:cNvPr id="32771" name="内容占位符 2"/>
          <p:cNvSpPr>
            <a:spLocks noGrp="1"/>
          </p:cNvSpPr>
          <p:nvPr>
            <p:ph idx="1"/>
          </p:nvPr>
        </p:nvSpPr>
        <p:spPr>
          <a:xfrm>
            <a:off x="334963" y="2214563"/>
            <a:ext cx="11091862" cy="4238625"/>
          </a:xfrm>
        </p:spPr>
        <p:txBody>
          <a:bodyPr/>
          <a:lstStyle/>
          <a:p>
            <a:r>
              <a:rPr lang="zh-CN" altLang="en-US" sz="2400">
                <a:latin typeface="微软雅黑" panose="020B0503020204020204" pitchFamily="34" charset="-122"/>
                <a:ea typeface="微软雅黑" panose="020B0503020204020204" pitchFamily="34" charset="-122"/>
              </a:rPr>
              <a:t>以文字形式出现的整数；</a:t>
            </a:r>
            <a:endParaRPr lang="en-US" altLang="zh-CN" sz="2400">
              <a:latin typeface="微软雅黑" panose="020B0503020204020204" pitchFamily="34" charset="-122"/>
              <a:ea typeface="微软雅黑" panose="020B0503020204020204" pitchFamily="34" charset="-122"/>
            </a:endParaRPr>
          </a:p>
          <a:p>
            <a:r>
              <a:rPr lang="zh-CN" altLang="en-US" sz="2400">
                <a:latin typeface="微软雅黑" panose="020B0503020204020204" pitchFamily="34" charset="-122"/>
                <a:ea typeface="微软雅黑" panose="020B0503020204020204" pitchFamily="34" charset="-122"/>
              </a:rPr>
              <a:t>十进制</a:t>
            </a:r>
            <a:endParaRPr lang="en-US" altLang="zh-CN" sz="2400">
              <a:latin typeface="微软雅黑" panose="020B0503020204020204" pitchFamily="34" charset="-122"/>
              <a:ea typeface="微软雅黑" panose="020B0503020204020204" pitchFamily="34" charset="-122"/>
            </a:endParaRPr>
          </a:p>
          <a:p>
            <a:pPr lvl="1" eaLnBrk="1" hangingPunct="1"/>
            <a:r>
              <a:rPr lang="zh-CN" altLang="en-US" sz="2400">
                <a:latin typeface="微软雅黑" panose="020B0503020204020204" pitchFamily="34" charset="-122"/>
                <a:ea typeface="微软雅黑" panose="020B0503020204020204" pitchFamily="34" charset="-122"/>
              </a:rPr>
              <a:t>若干个</a:t>
            </a:r>
            <a:r>
              <a:rPr lang="en-US" altLang="zh-CN" sz="2400">
                <a:latin typeface="微软雅黑" panose="020B0503020204020204" pitchFamily="34" charset="-122"/>
                <a:ea typeface="微软雅黑" panose="020B0503020204020204" pitchFamily="34" charset="-122"/>
              </a:rPr>
              <a:t>0~9</a:t>
            </a:r>
            <a:r>
              <a:rPr lang="zh-CN" altLang="en-US" sz="2400">
                <a:latin typeface="微软雅黑" panose="020B0503020204020204" pitchFamily="34" charset="-122"/>
                <a:ea typeface="微软雅黑" panose="020B0503020204020204" pitchFamily="34" charset="-122"/>
              </a:rPr>
              <a:t>的数字，但数字部分不能以</a:t>
            </a:r>
            <a:r>
              <a:rPr lang="en-US" altLang="zh-CN" sz="2400">
                <a:latin typeface="微软雅黑" panose="020B0503020204020204" pitchFamily="34" charset="-122"/>
                <a:ea typeface="微软雅黑" panose="020B0503020204020204" pitchFamily="34" charset="-122"/>
              </a:rPr>
              <a:t>0</a:t>
            </a:r>
            <a:r>
              <a:rPr lang="zh-CN" altLang="en-US" sz="2400">
                <a:latin typeface="微软雅黑" panose="020B0503020204020204" pitchFamily="34" charset="-122"/>
                <a:ea typeface="微软雅黑" panose="020B0503020204020204" pitchFamily="34" charset="-122"/>
              </a:rPr>
              <a:t>开头，正数前边的正号可以省略。</a:t>
            </a:r>
            <a:endParaRPr lang="en-US" altLang="zh-CN" sz="2400">
              <a:latin typeface="微软雅黑" panose="020B0503020204020204" pitchFamily="34" charset="-122"/>
              <a:ea typeface="微软雅黑" panose="020B0503020204020204" pitchFamily="34" charset="-122"/>
            </a:endParaRPr>
          </a:p>
          <a:p>
            <a:pPr eaLnBrk="1" hangingPunct="1"/>
            <a:r>
              <a:rPr lang="zh-CN" altLang="en-US" sz="2400">
                <a:latin typeface="微软雅黑" panose="020B0503020204020204" pitchFamily="34" charset="-122"/>
                <a:ea typeface="微软雅黑" panose="020B0503020204020204" pitchFamily="34" charset="-122"/>
              </a:rPr>
              <a:t>八进制</a:t>
            </a:r>
            <a:endParaRPr lang="en-US" altLang="zh-CN" sz="2400">
              <a:latin typeface="微软雅黑" panose="020B0503020204020204" pitchFamily="34" charset="-122"/>
              <a:ea typeface="微软雅黑" panose="020B0503020204020204" pitchFamily="34" charset="-122"/>
            </a:endParaRPr>
          </a:p>
          <a:p>
            <a:pPr lvl="1" eaLnBrk="1" hangingPunct="1"/>
            <a:r>
              <a:rPr lang="zh-CN" altLang="en-US" sz="2400">
                <a:latin typeface="微软雅黑" panose="020B0503020204020204" pitchFamily="34" charset="-122"/>
                <a:ea typeface="微软雅黑" panose="020B0503020204020204" pitchFamily="34" charset="-122"/>
              </a:rPr>
              <a:t> 前导</a:t>
            </a:r>
            <a:r>
              <a:rPr lang="en-US" altLang="zh-CN" sz="2400">
                <a:latin typeface="微软雅黑" panose="020B0503020204020204" pitchFamily="34" charset="-122"/>
                <a:ea typeface="微软雅黑" panose="020B0503020204020204" pitchFamily="34" charset="-122"/>
              </a:rPr>
              <a:t>0+</a:t>
            </a:r>
            <a:r>
              <a:rPr lang="zh-CN" altLang="en-US" sz="2400">
                <a:latin typeface="微软雅黑" panose="020B0503020204020204" pitchFamily="34" charset="-122"/>
                <a:ea typeface="微软雅黑" panose="020B0503020204020204" pitchFamily="34" charset="-122"/>
              </a:rPr>
              <a:t>若干个</a:t>
            </a:r>
            <a:r>
              <a:rPr lang="en-US" altLang="en-US" sz="2400">
                <a:latin typeface="微软雅黑" panose="020B0503020204020204" pitchFamily="34" charset="-122"/>
                <a:ea typeface="微软雅黑" panose="020B0503020204020204" pitchFamily="34" charset="-122"/>
              </a:rPr>
              <a:t>0~7</a:t>
            </a:r>
            <a:r>
              <a:rPr lang="zh-CN" altLang="en-US" sz="2400">
                <a:latin typeface="微软雅黑" panose="020B0503020204020204" pitchFamily="34" charset="-122"/>
                <a:ea typeface="微软雅黑" panose="020B0503020204020204" pitchFamily="34" charset="-122"/>
              </a:rPr>
              <a:t>的数字。</a:t>
            </a:r>
            <a:endParaRPr lang="en-US" altLang="zh-CN" sz="2400">
              <a:latin typeface="微软雅黑" panose="020B0503020204020204" pitchFamily="34" charset="-122"/>
              <a:ea typeface="微软雅黑" panose="020B0503020204020204" pitchFamily="34" charset="-122"/>
            </a:endParaRPr>
          </a:p>
          <a:p>
            <a:pPr eaLnBrk="1" hangingPunct="1"/>
            <a:r>
              <a:rPr lang="zh-CN" altLang="en-US" sz="2400">
                <a:latin typeface="微软雅黑" panose="020B0503020204020204" pitchFamily="34" charset="-122"/>
                <a:ea typeface="微软雅黑" panose="020B0503020204020204" pitchFamily="34" charset="-122"/>
              </a:rPr>
              <a:t>十六进制</a:t>
            </a:r>
            <a:endParaRPr lang="en-US" altLang="zh-CN" sz="2400">
              <a:latin typeface="微软雅黑" panose="020B0503020204020204" pitchFamily="34" charset="-122"/>
              <a:ea typeface="微软雅黑" panose="020B0503020204020204" pitchFamily="34" charset="-122"/>
            </a:endParaRPr>
          </a:p>
          <a:p>
            <a:pPr lvl="1" eaLnBrk="1" hangingPunct="1"/>
            <a:r>
              <a:rPr lang="zh-CN" altLang="en-US" sz="2400">
                <a:latin typeface="微软雅黑" panose="020B0503020204020204" pitchFamily="34" charset="-122"/>
                <a:ea typeface="微软雅黑" panose="020B0503020204020204" pitchFamily="34" charset="-122"/>
              </a:rPr>
              <a:t>前导</a:t>
            </a:r>
            <a:r>
              <a:rPr lang="en-US" altLang="en-US" sz="2400">
                <a:latin typeface="微软雅黑" panose="020B0503020204020204" pitchFamily="34" charset="-122"/>
                <a:ea typeface="微软雅黑" panose="020B0503020204020204" pitchFamily="34" charset="-122"/>
              </a:rPr>
              <a:t>0x</a:t>
            </a:r>
            <a:r>
              <a:rPr lang="en-US" altLang="zh-CN" sz="2400">
                <a:latin typeface="微软雅黑" panose="020B0503020204020204" pitchFamily="34" charset="-122"/>
                <a:ea typeface="微软雅黑" panose="020B0503020204020204" pitchFamily="34" charset="-122"/>
              </a:rPr>
              <a:t>+</a:t>
            </a:r>
            <a:r>
              <a:rPr lang="zh-CN" altLang="en-US" sz="2400">
                <a:latin typeface="微软雅黑" panose="020B0503020204020204" pitchFamily="34" charset="-122"/>
                <a:ea typeface="微软雅黑" panose="020B0503020204020204" pitchFamily="34" charset="-122"/>
              </a:rPr>
              <a:t>若干个</a:t>
            </a:r>
            <a:r>
              <a:rPr lang="en-US" altLang="en-US" sz="2400">
                <a:latin typeface="微软雅黑" panose="020B0503020204020204" pitchFamily="34" charset="-122"/>
                <a:ea typeface="微软雅黑" panose="020B0503020204020204" pitchFamily="34" charset="-122"/>
              </a:rPr>
              <a:t>0~9</a:t>
            </a:r>
            <a:r>
              <a:rPr lang="zh-CN" altLang="en-US" sz="2400">
                <a:latin typeface="微软雅黑" panose="020B0503020204020204" pitchFamily="34" charset="-122"/>
                <a:ea typeface="微软雅黑" panose="020B0503020204020204" pitchFamily="34" charset="-122"/>
              </a:rPr>
              <a:t>的数字及</a:t>
            </a:r>
            <a:r>
              <a:rPr lang="en-US" altLang="en-US" sz="2400">
                <a:latin typeface="微软雅黑" panose="020B0503020204020204" pitchFamily="34" charset="-122"/>
                <a:ea typeface="微软雅黑" panose="020B0503020204020204" pitchFamily="34" charset="-122"/>
              </a:rPr>
              <a:t>A~F</a:t>
            </a:r>
            <a:r>
              <a:rPr lang="zh-CN" altLang="en-US" sz="2400">
                <a:latin typeface="微软雅黑" panose="020B0503020204020204" pitchFamily="34" charset="-122"/>
                <a:ea typeface="微软雅黑" panose="020B0503020204020204" pitchFamily="34" charset="-122"/>
              </a:rPr>
              <a:t>的字母（大小写均可）。</a:t>
            </a:r>
          </a:p>
          <a:p>
            <a:r>
              <a:rPr lang="zh-CN" altLang="en-US" sz="2400">
                <a:latin typeface="微软雅黑" panose="020B0503020204020204" pitchFamily="34" charset="-122"/>
                <a:ea typeface="微软雅黑" panose="020B0503020204020204" pitchFamily="34" charset="-122"/>
              </a:rPr>
              <a:t>后缀</a:t>
            </a:r>
            <a:endParaRPr lang="en-US" altLang="zh-CN" sz="2400">
              <a:latin typeface="微软雅黑" panose="020B0503020204020204" pitchFamily="34" charset="-122"/>
              <a:ea typeface="微软雅黑" panose="020B0503020204020204" pitchFamily="34" charset="-122"/>
            </a:endParaRPr>
          </a:p>
          <a:p>
            <a:pPr lvl="1"/>
            <a:r>
              <a:rPr lang="zh-CN" altLang="en-US" sz="2400">
                <a:latin typeface="微软雅黑" panose="020B0503020204020204" pitchFamily="34" charset="-122"/>
                <a:ea typeface="微软雅黑" panose="020B0503020204020204" pitchFamily="34" charset="-122"/>
              </a:rPr>
              <a:t>后缀</a:t>
            </a:r>
            <a:r>
              <a:rPr lang="en-US" altLang="zh-CN" sz="2400">
                <a:latin typeface="微软雅黑" panose="020B0503020204020204" pitchFamily="34" charset="-122"/>
                <a:ea typeface="微软雅黑" panose="020B0503020204020204" pitchFamily="34" charset="-122"/>
              </a:rPr>
              <a:t>L</a:t>
            </a:r>
            <a:r>
              <a:rPr lang="zh-CN" altLang="en-US" sz="2400">
                <a:latin typeface="微软雅黑" panose="020B0503020204020204" pitchFamily="34" charset="-122"/>
                <a:ea typeface="微软雅黑" panose="020B0503020204020204" pitchFamily="34" charset="-122"/>
              </a:rPr>
              <a:t>（或</a:t>
            </a:r>
            <a:r>
              <a:rPr lang="en-US" altLang="zh-CN" sz="2400">
                <a:latin typeface="微软雅黑" panose="020B0503020204020204" pitchFamily="34" charset="-122"/>
                <a:ea typeface="微软雅黑" panose="020B0503020204020204" pitchFamily="34" charset="-122"/>
              </a:rPr>
              <a:t>l</a:t>
            </a:r>
            <a:r>
              <a:rPr lang="zh-CN" altLang="en-US" sz="2400">
                <a:latin typeface="微软雅黑" panose="020B0503020204020204" pitchFamily="34" charset="-122"/>
                <a:ea typeface="微软雅黑" panose="020B0503020204020204" pitchFamily="34" charset="-122"/>
              </a:rPr>
              <a:t>）表示类型至少是</a:t>
            </a:r>
            <a:r>
              <a:rPr lang="en-US" altLang="zh-CN" sz="2400">
                <a:latin typeface="微软雅黑" panose="020B0503020204020204" pitchFamily="34" charset="-122"/>
                <a:ea typeface="微软雅黑" panose="020B0503020204020204" pitchFamily="34" charset="-122"/>
              </a:rPr>
              <a:t>long</a:t>
            </a:r>
            <a:r>
              <a:rPr lang="zh-CN" altLang="en-US" sz="2400">
                <a:latin typeface="微软雅黑" panose="020B0503020204020204" pitchFamily="34" charset="-122"/>
                <a:ea typeface="微软雅黑" panose="020B0503020204020204" pitchFamily="34" charset="-122"/>
              </a:rPr>
              <a:t>，后缀</a:t>
            </a:r>
            <a:r>
              <a:rPr lang="en-US" altLang="zh-CN" sz="2400">
                <a:latin typeface="微软雅黑" panose="020B0503020204020204" pitchFamily="34" charset="-122"/>
                <a:ea typeface="微软雅黑" panose="020B0503020204020204" pitchFamily="34" charset="-122"/>
              </a:rPr>
              <a:t>LL</a:t>
            </a:r>
            <a:r>
              <a:rPr lang="zh-CN" altLang="en-US" sz="2400">
                <a:latin typeface="微软雅黑" panose="020B0503020204020204" pitchFamily="34" charset="-122"/>
                <a:ea typeface="微软雅黑" panose="020B0503020204020204" pitchFamily="34" charset="-122"/>
              </a:rPr>
              <a:t>（或</a:t>
            </a:r>
            <a:r>
              <a:rPr lang="en-US" altLang="zh-CN" sz="2400">
                <a:latin typeface="微软雅黑" panose="020B0503020204020204" pitchFamily="34" charset="-122"/>
                <a:ea typeface="微软雅黑" panose="020B0503020204020204" pitchFamily="34" charset="-122"/>
              </a:rPr>
              <a:t>ll</a:t>
            </a:r>
            <a:r>
              <a:rPr lang="zh-CN" altLang="en-US" sz="2400">
                <a:latin typeface="微软雅黑" panose="020B0503020204020204" pitchFamily="34" charset="-122"/>
                <a:ea typeface="微软雅黑" panose="020B0503020204020204" pitchFamily="34" charset="-122"/>
              </a:rPr>
              <a:t>）表示类型是</a:t>
            </a:r>
            <a:r>
              <a:rPr lang="en-US" altLang="zh-CN" sz="2400">
                <a:latin typeface="微软雅黑" panose="020B0503020204020204" pitchFamily="34" charset="-122"/>
                <a:ea typeface="微软雅黑" panose="020B0503020204020204" pitchFamily="34" charset="-122"/>
              </a:rPr>
              <a:t>long long</a:t>
            </a:r>
            <a:r>
              <a:rPr lang="zh-CN" altLang="en-US" sz="2400">
                <a:latin typeface="微软雅黑" panose="020B0503020204020204" pitchFamily="34" charset="-122"/>
                <a:ea typeface="微软雅黑" panose="020B0503020204020204" pitchFamily="34" charset="-122"/>
              </a:rPr>
              <a:t>，后缀</a:t>
            </a:r>
            <a:r>
              <a:rPr lang="en-US" altLang="zh-CN" sz="2400">
                <a:latin typeface="微软雅黑" panose="020B0503020204020204" pitchFamily="34" charset="-122"/>
                <a:ea typeface="微软雅黑" panose="020B0503020204020204" pitchFamily="34" charset="-122"/>
              </a:rPr>
              <a:t>U</a:t>
            </a:r>
            <a:r>
              <a:rPr lang="zh-CN" altLang="en-US" sz="2400">
                <a:latin typeface="微软雅黑" panose="020B0503020204020204" pitchFamily="34" charset="-122"/>
                <a:ea typeface="微软雅黑" panose="020B0503020204020204" pitchFamily="34" charset="-122"/>
              </a:rPr>
              <a:t>（或</a:t>
            </a:r>
            <a:r>
              <a:rPr lang="en-US" altLang="zh-CN" sz="2400">
                <a:latin typeface="微软雅黑" panose="020B0503020204020204" pitchFamily="34" charset="-122"/>
                <a:ea typeface="微软雅黑" panose="020B0503020204020204" pitchFamily="34" charset="-122"/>
              </a:rPr>
              <a:t>u</a:t>
            </a:r>
            <a:r>
              <a:rPr lang="zh-CN" altLang="en-US" sz="2400">
                <a:latin typeface="微软雅黑" panose="020B0503020204020204" pitchFamily="34" charset="-122"/>
                <a:ea typeface="微软雅黑" panose="020B0503020204020204" pitchFamily="34" charset="-122"/>
              </a:rPr>
              <a:t>）表示</a:t>
            </a:r>
            <a:r>
              <a:rPr lang="en-US" altLang="zh-CN" sz="2400">
                <a:latin typeface="微软雅黑" panose="020B0503020204020204" pitchFamily="34" charset="-122"/>
                <a:ea typeface="微软雅黑" panose="020B0503020204020204" pitchFamily="34" charset="-122"/>
              </a:rPr>
              <a:t>unsigned</a:t>
            </a:r>
            <a:r>
              <a:rPr lang="zh-CN" altLang="en-US" sz="2400">
                <a:latin typeface="微软雅黑" panose="020B0503020204020204" pitchFamily="34" charset="-122"/>
                <a:ea typeface="微软雅黑" panose="020B0503020204020204" pitchFamily="34" charset="-122"/>
              </a:rPr>
              <a:t>类型。</a:t>
            </a:r>
          </a:p>
        </p:txBody>
      </p:sp>
      <p:sp>
        <p:nvSpPr>
          <p:cNvPr id="2" name="灯片编号占位符 1"/>
          <p:cNvSpPr>
            <a:spLocks noGrp="1"/>
          </p:cNvSpPr>
          <p:nvPr>
            <p:ph type="sldNum" sz="quarter" idx="4"/>
          </p:nvPr>
        </p:nvSpPr>
        <p:spPr/>
        <p:txBody>
          <a:bodyPr/>
          <a:lstStyle/>
          <a:p>
            <a:fld id="{DEA904C8-CD7B-4714-BAE1-F1A91095C3EA}" type="slidenum">
              <a:rPr lang="zh-CN" altLang="en-US" smtClean="0"/>
              <a:pPr/>
              <a:t>18</a:t>
            </a:fld>
            <a:endParaRPr lang="zh-CN" altLang="en-US"/>
          </a:p>
        </p:txBody>
      </p:sp>
    </p:spTree>
    <p:extLst>
      <p:ext uri="{BB962C8B-B14F-4D97-AF65-F5344CB8AC3E}">
        <p14:creationId xmlns:p14="http://schemas.microsoft.com/office/powerpoint/2010/main" val="2638356803"/>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32771">
                                            <p:txEl>
                                              <p:pRg st="2" end="2"/>
                                            </p:txEl>
                                          </p:spTgt>
                                        </p:tgtEl>
                                        <p:attrNameLst>
                                          <p:attrName>style.visibility</p:attrName>
                                        </p:attrNameLst>
                                      </p:cBhvr>
                                      <p:to>
                                        <p:strVal val="visible"/>
                                      </p:to>
                                    </p:set>
                                    <p:anim calcmode="lin" valueType="num">
                                      <p:cBhvr additive="base">
                                        <p:cTn id="7" dur="1000" fill="hold"/>
                                        <p:tgtEl>
                                          <p:spTgt spid="32771">
                                            <p:txEl>
                                              <p:pRg st="2" end="2"/>
                                            </p:txEl>
                                          </p:spTgt>
                                        </p:tgtEl>
                                        <p:attrNameLst>
                                          <p:attrName>ppt_x</p:attrName>
                                        </p:attrNameLst>
                                      </p:cBhvr>
                                      <p:tavLst>
                                        <p:tav tm="0">
                                          <p:val>
                                            <p:strVal val="0-#ppt_w/2"/>
                                          </p:val>
                                        </p:tav>
                                        <p:tav tm="100000">
                                          <p:val>
                                            <p:strVal val="#ppt_x"/>
                                          </p:val>
                                        </p:tav>
                                      </p:tavLst>
                                    </p:anim>
                                    <p:anim calcmode="lin" valueType="num">
                                      <p:cBhvr additive="base">
                                        <p:cTn id="8" dur="1000" fill="hold"/>
                                        <p:tgtEl>
                                          <p:spTgt spid="32771">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32771">
                                            <p:txEl>
                                              <p:pRg st="4" end="4"/>
                                            </p:txEl>
                                          </p:spTgt>
                                        </p:tgtEl>
                                        <p:attrNameLst>
                                          <p:attrName>style.visibility</p:attrName>
                                        </p:attrNameLst>
                                      </p:cBhvr>
                                      <p:to>
                                        <p:strVal val="visible"/>
                                      </p:to>
                                    </p:set>
                                    <p:anim calcmode="lin" valueType="num">
                                      <p:cBhvr additive="base">
                                        <p:cTn id="13" dur="1000" fill="hold"/>
                                        <p:tgtEl>
                                          <p:spTgt spid="32771">
                                            <p:txEl>
                                              <p:pRg st="4" end="4"/>
                                            </p:txEl>
                                          </p:spTgt>
                                        </p:tgtEl>
                                        <p:attrNameLst>
                                          <p:attrName>ppt_x</p:attrName>
                                        </p:attrNameLst>
                                      </p:cBhvr>
                                      <p:tavLst>
                                        <p:tav tm="0">
                                          <p:val>
                                            <p:strVal val="0-#ppt_w/2"/>
                                          </p:val>
                                        </p:tav>
                                        <p:tav tm="100000">
                                          <p:val>
                                            <p:strVal val="#ppt_x"/>
                                          </p:val>
                                        </p:tav>
                                      </p:tavLst>
                                    </p:anim>
                                    <p:anim calcmode="lin" valueType="num">
                                      <p:cBhvr additive="base">
                                        <p:cTn id="14" dur="1000" fill="hold"/>
                                        <p:tgtEl>
                                          <p:spTgt spid="32771">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nodeType="clickEffect">
                                  <p:stCondLst>
                                    <p:cond delay="0"/>
                                  </p:stCondLst>
                                  <p:childTnLst>
                                    <p:set>
                                      <p:cBhvr>
                                        <p:cTn id="18" dur="1" fill="hold">
                                          <p:stCondLst>
                                            <p:cond delay="0"/>
                                          </p:stCondLst>
                                        </p:cTn>
                                        <p:tgtEl>
                                          <p:spTgt spid="32771">
                                            <p:txEl>
                                              <p:pRg st="6" end="6"/>
                                            </p:txEl>
                                          </p:spTgt>
                                        </p:tgtEl>
                                        <p:attrNameLst>
                                          <p:attrName>style.visibility</p:attrName>
                                        </p:attrNameLst>
                                      </p:cBhvr>
                                      <p:to>
                                        <p:strVal val="visible"/>
                                      </p:to>
                                    </p:set>
                                    <p:anim calcmode="lin" valueType="num">
                                      <p:cBhvr additive="base">
                                        <p:cTn id="19" dur="1000" fill="hold"/>
                                        <p:tgtEl>
                                          <p:spTgt spid="32771">
                                            <p:txEl>
                                              <p:pRg st="6" end="6"/>
                                            </p:txEl>
                                          </p:spTgt>
                                        </p:tgtEl>
                                        <p:attrNameLst>
                                          <p:attrName>ppt_x</p:attrName>
                                        </p:attrNameLst>
                                      </p:cBhvr>
                                      <p:tavLst>
                                        <p:tav tm="0">
                                          <p:val>
                                            <p:strVal val="0-#ppt_w/2"/>
                                          </p:val>
                                        </p:tav>
                                        <p:tav tm="100000">
                                          <p:val>
                                            <p:strVal val="#ppt_x"/>
                                          </p:val>
                                        </p:tav>
                                      </p:tavLst>
                                    </p:anim>
                                    <p:anim calcmode="lin" valueType="num">
                                      <p:cBhvr additive="base">
                                        <p:cTn id="20" dur="1000" fill="hold"/>
                                        <p:tgtEl>
                                          <p:spTgt spid="32771">
                                            <p:txEl>
                                              <p:pRg st="6" end="6"/>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nodeType="clickEffect">
                                  <p:stCondLst>
                                    <p:cond delay="0"/>
                                  </p:stCondLst>
                                  <p:childTnLst>
                                    <p:set>
                                      <p:cBhvr>
                                        <p:cTn id="24" dur="1" fill="hold">
                                          <p:stCondLst>
                                            <p:cond delay="0"/>
                                          </p:stCondLst>
                                        </p:cTn>
                                        <p:tgtEl>
                                          <p:spTgt spid="32771">
                                            <p:txEl>
                                              <p:pRg st="8" end="8"/>
                                            </p:txEl>
                                          </p:spTgt>
                                        </p:tgtEl>
                                        <p:attrNameLst>
                                          <p:attrName>style.visibility</p:attrName>
                                        </p:attrNameLst>
                                      </p:cBhvr>
                                      <p:to>
                                        <p:strVal val="visible"/>
                                      </p:to>
                                    </p:set>
                                    <p:anim calcmode="lin" valueType="num">
                                      <p:cBhvr additive="base">
                                        <p:cTn id="25" dur="1000" fill="hold"/>
                                        <p:tgtEl>
                                          <p:spTgt spid="32771">
                                            <p:txEl>
                                              <p:pRg st="8" end="8"/>
                                            </p:txEl>
                                          </p:spTgt>
                                        </p:tgtEl>
                                        <p:attrNameLst>
                                          <p:attrName>ppt_x</p:attrName>
                                        </p:attrNameLst>
                                      </p:cBhvr>
                                      <p:tavLst>
                                        <p:tav tm="0">
                                          <p:val>
                                            <p:strVal val="0-#ppt_w/2"/>
                                          </p:val>
                                        </p:tav>
                                        <p:tav tm="100000">
                                          <p:val>
                                            <p:strVal val="#ppt_x"/>
                                          </p:val>
                                        </p:tav>
                                      </p:tavLst>
                                    </p:anim>
                                    <p:anim calcmode="lin" valueType="num">
                                      <p:cBhvr additive="base">
                                        <p:cTn id="26" dur="1000" fill="hold"/>
                                        <p:tgtEl>
                                          <p:spTgt spid="32771">
                                            <p:txEl>
                                              <p:pRg st="8" end="8"/>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标题 1"/>
          <p:cNvSpPr>
            <a:spLocks noGrp="1"/>
          </p:cNvSpPr>
          <p:nvPr>
            <p:ph type="title"/>
          </p:nvPr>
        </p:nvSpPr>
        <p:spPr>
          <a:xfrm>
            <a:off x="609600" y="1076325"/>
            <a:ext cx="10975975" cy="1066800"/>
          </a:xfrm>
        </p:spPr>
        <p:txBody>
          <a:bodyPr/>
          <a:lstStyle/>
          <a:p>
            <a:pPr>
              <a:defRPr/>
            </a:pPr>
            <a:r>
              <a:rPr lang="zh-CN" altLang="en-US">
                <a:solidFill>
                  <a:schemeClr val="accent4">
                    <a:lumMod val="75000"/>
                  </a:schemeClr>
                </a:solidFill>
                <a:latin typeface="微软雅黑" pitchFamily="34" charset="-122"/>
                <a:ea typeface="微软雅黑" pitchFamily="34" charset="-122"/>
              </a:rPr>
              <a:t>基本</a:t>
            </a:r>
            <a:r>
              <a:rPr lang="zh-CN" altLang="en-US" dirty="0">
                <a:solidFill>
                  <a:schemeClr val="accent4">
                    <a:lumMod val="75000"/>
                  </a:schemeClr>
                </a:solidFill>
                <a:latin typeface="微软雅黑" pitchFamily="34" charset="-122"/>
                <a:ea typeface="微软雅黑" pitchFamily="34" charset="-122"/>
              </a:rPr>
              <a:t>数据类型</a:t>
            </a:r>
          </a:p>
        </p:txBody>
      </p:sp>
      <p:sp>
        <p:nvSpPr>
          <p:cNvPr id="27651" name="内容占位符 2"/>
          <p:cNvSpPr>
            <a:spLocks noGrp="1"/>
          </p:cNvSpPr>
          <p:nvPr>
            <p:ph idx="1"/>
          </p:nvPr>
        </p:nvSpPr>
        <p:spPr>
          <a:xfrm>
            <a:off x="609600" y="2284413"/>
            <a:ext cx="10960100" cy="4097337"/>
          </a:xfrm>
        </p:spPr>
        <p:txBody>
          <a:bodyPr/>
          <a:lstStyle/>
          <a:p>
            <a:r>
              <a:rPr lang="zh-CN" altLang="en-US" sz="2400">
                <a:latin typeface="微软雅黑" panose="020B0503020204020204" pitchFamily="34" charset="-122"/>
                <a:ea typeface="微软雅黑" panose="020B0503020204020204" pitchFamily="34" charset="-122"/>
              </a:rPr>
              <a:t>浮点数类型</a:t>
            </a:r>
            <a:endParaRPr lang="en-US" altLang="zh-CN" sz="2400">
              <a:latin typeface="微软雅黑" panose="020B0503020204020204" pitchFamily="34" charset="-122"/>
              <a:ea typeface="微软雅黑" panose="020B0503020204020204" pitchFamily="34" charset="-122"/>
            </a:endParaRPr>
          </a:p>
          <a:p>
            <a:pPr lvl="1" eaLnBrk="1" hangingPunct="1"/>
            <a:r>
              <a:rPr lang="zh-CN" altLang="en-US" sz="2400">
                <a:latin typeface="微软雅黑" panose="020B0503020204020204" pitchFamily="34" charset="-122"/>
                <a:ea typeface="微软雅黑" panose="020B0503020204020204" pitchFamily="34" charset="-122"/>
              </a:rPr>
              <a:t>单精度</a:t>
            </a:r>
            <a:endParaRPr lang="en-US" altLang="zh-CN" sz="2400">
              <a:latin typeface="微软雅黑" panose="020B0503020204020204" pitchFamily="34" charset="-122"/>
              <a:ea typeface="微软雅黑" panose="020B0503020204020204" pitchFamily="34" charset="-122"/>
            </a:endParaRPr>
          </a:p>
          <a:p>
            <a:pPr lvl="2" eaLnBrk="1" hangingPunct="1"/>
            <a:r>
              <a:rPr lang="en-US" altLang="zh-CN">
                <a:latin typeface="微软雅黑" panose="020B0503020204020204" pitchFamily="34" charset="-122"/>
                <a:ea typeface="微软雅黑" panose="020B0503020204020204" pitchFamily="34" charset="-122"/>
              </a:rPr>
              <a:t>float</a:t>
            </a:r>
          </a:p>
          <a:p>
            <a:pPr lvl="1" eaLnBrk="1" hangingPunct="1"/>
            <a:r>
              <a:rPr lang="zh-CN" altLang="en-US" sz="2400">
                <a:latin typeface="微软雅黑" panose="020B0503020204020204" pitchFamily="34" charset="-122"/>
                <a:ea typeface="微软雅黑" panose="020B0503020204020204" pitchFamily="34" charset="-122"/>
              </a:rPr>
              <a:t>双精度</a:t>
            </a:r>
            <a:endParaRPr lang="en-US" altLang="zh-CN" sz="2400">
              <a:latin typeface="微软雅黑" panose="020B0503020204020204" pitchFamily="34" charset="-122"/>
              <a:ea typeface="微软雅黑" panose="020B0503020204020204" pitchFamily="34" charset="-122"/>
            </a:endParaRPr>
          </a:p>
          <a:p>
            <a:pPr lvl="2" eaLnBrk="1" hangingPunct="1">
              <a:buSzPct val="80000"/>
            </a:pPr>
            <a:r>
              <a:rPr lang="en-US" altLang="zh-CN">
                <a:latin typeface="微软雅黑" panose="020B0503020204020204" pitchFamily="34" charset="-122"/>
                <a:ea typeface="微软雅黑" panose="020B0503020204020204" pitchFamily="34" charset="-122"/>
              </a:rPr>
              <a:t>double</a:t>
            </a:r>
          </a:p>
          <a:p>
            <a:pPr lvl="1" eaLnBrk="1" hangingPunct="1"/>
            <a:r>
              <a:rPr lang="zh-CN" altLang="en-US" sz="2400">
                <a:latin typeface="微软雅黑" panose="020B0503020204020204" pitchFamily="34" charset="-122"/>
                <a:ea typeface="微软雅黑" panose="020B0503020204020204" pitchFamily="34" charset="-122"/>
              </a:rPr>
              <a:t>扩展精度</a:t>
            </a:r>
            <a:endParaRPr lang="en-US" altLang="zh-CN" sz="2400">
              <a:latin typeface="微软雅黑" panose="020B0503020204020204" pitchFamily="34" charset="-122"/>
              <a:ea typeface="微软雅黑" panose="020B0503020204020204" pitchFamily="34" charset="-122"/>
            </a:endParaRPr>
          </a:p>
          <a:p>
            <a:pPr lvl="2" eaLnBrk="1" hangingPunct="1"/>
            <a:r>
              <a:rPr lang="en-US" altLang="zh-CN">
                <a:latin typeface="微软雅黑" panose="020B0503020204020204" pitchFamily="34" charset="-122"/>
                <a:ea typeface="微软雅黑" panose="020B0503020204020204" pitchFamily="34" charset="-122"/>
              </a:rPr>
              <a:t>long  double</a:t>
            </a:r>
          </a:p>
        </p:txBody>
      </p:sp>
      <p:sp>
        <p:nvSpPr>
          <p:cNvPr id="2" name="灯片编号占位符 1"/>
          <p:cNvSpPr>
            <a:spLocks noGrp="1"/>
          </p:cNvSpPr>
          <p:nvPr>
            <p:ph type="sldNum" sz="quarter" idx="4"/>
          </p:nvPr>
        </p:nvSpPr>
        <p:spPr/>
        <p:txBody>
          <a:bodyPr/>
          <a:lstStyle/>
          <a:p>
            <a:fld id="{DEA904C8-CD7B-4714-BAE1-F1A91095C3EA}" type="slidenum">
              <a:rPr lang="zh-CN" altLang="en-US" smtClean="0"/>
              <a:pPr/>
              <a:t>19</a:t>
            </a:fld>
            <a:endParaRPr lang="zh-CN" altLang="en-US"/>
          </a:p>
        </p:txBody>
      </p:sp>
    </p:spTree>
    <p:extLst>
      <p:ext uri="{BB962C8B-B14F-4D97-AF65-F5344CB8AC3E}">
        <p14:creationId xmlns:p14="http://schemas.microsoft.com/office/powerpoint/2010/main" val="2640848936"/>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27651">
                                            <p:txEl>
                                              <p:pRg st="1" end="1"/>
                                            </p:txEl>
                                          </p:spTgt>
                                        </p:tgtEl>
                                        <p:attrNameLst>
                                          <p:attrName>style.visibility</p:attrName>
                                        </p:attrNameLst>
                                      </p:cBhvr>
                                      <p:to>
                                        <p:strVal val="visible"/>
                                      </p:to>
                                    </p:set>
                                    <p:anim calcmode="lin" valueType="num">
                                      <p:cBhvr additive="base">
                                        <p:cTn id="7" dur="1000" fill="hold"/>
                                        <p:tgtEl>
                                          <p:spTgt spid="27651">
                                            <p:txEl>
                                              <p:pRg st="1" end="1"/>
                                            </p:txEl>
                                          </p:spTgt>
                                        </p:tgtEl>
                                        <p:attrNameLst>
                                          <p:attrName>ppt_x</p:attrName>
                                        </p:attrNameLst>
                                      </p:cBhvr>
                                      <p:tavLst>
                                        <p:tav tm="0">
                                          <p:val>
                                            <p:strVal val="0-#ppt_w/2"/>
                                          </p:val>
                                        </p:tav>
                                        <p:tav tm="100000">
                                          <p:val>
                                            <p:strVal val="#ppt_x"/>
                                          </p:val>
                                        </p:tav>
                                      </p:tavLst>
                                    </p:anim>
                                    <p:anim calcmode="lin" valueType="num">
                                      <p:cBhvr additive="base">
                                        <p:cTn id="8" dur="1000" fill="hold"/>
                                        <p:tgtEl>
                                          <p:spTgt spid="27651">
                                            <p:txEl>
                                              <p:pRg st="1" end="1"/>
                                            </p:txEl>
                                          </p:spTgt>
                                        </p:tgtEl>
                                        <p:attrNameLst>
                                          <p:attrName>ppt_y</p:attrName>
                                        </p:attrNameLst>
                                      </p:cBhvr>
                                      <p:tavLst>
                                        <p:tav tm="0">
                                          <p:val>
                                            <p:strVal val="#ppt_y"/>
                                          </p:val>
                                        </p:tav>
                                        <p:tav tm="100000">
                                          <p:val>
                                            <p:strVal val="#ppt_y"/>
                                          </p:val>
                                        </p:tav>
                                      </p:tavLst>
                                    </p:anim>
                                  </p:childTnLst>
                                </p:cTn>
                              </p:par>
                              <p:par>
                                <p:cTn id="9" presetID="2" presetClass="entr" presetSubtype="8" fill="hold" nodeType="withEffect">
                                  <p:stCondLst>
                                    <p:cond delay="0"/>
                                  </p:stCondLst>
                                  <p:childTnLst>
                                    <p:set>
                                      <p:cBhvr>
                                        <p:cTn id="10" dur="1" fill="hold">
                                          <p:stCondLst>
                                            <p:cond delay="0"/>
                                          </p:stCondLst>
                                        </p:cTn>
                                        <p:tgtEl>
                                          <p:spTgt spid="27651">
                                            <p:txEl>
                                              <p:pRg st="2" end="2"/>
                                            </p:txEl>
                                          </p:spTgt>
                                        </p:tgtEl>
                                        <p:attrNameLst>
                                          <p:attrName>style.visibility</p:attrName>
                                        </p:attrNameLst>
                                      </p:cBhvr>
                                      <p:to>
                                        <p:strVal val="visible"/>
                                      </p:to>
                                    </p:set>
                                    <p:anim calcmode="lin" valueType="num">
                                      <p:cBhvr additive="base">
                                        <p:cTn id="11" dur="1000" fill="hold"/>
                                        <p:tgtEl>
                                          <p:spTgt spid="27651">
                                            <p:txEl>
                                              <p:pRg st="2" end="2"/>
                                            </p:txEl>
                                          </p:spTgt>
                                        </p:tgtEl>
                                        <p:attrNameLst>
                                          <p:attrName>ppt_x</p:attrName>
                                        </p:attrNameLst>
                                      </p:cBhvr>
                                      <p:tavLst>
                                        <p:tav tm="0">
                                          <p:val>
                                            <p:strVal val="0-#ppt_w/2"/>
                                          </p:val>
                                        </p:tav>
                                        <p:tav tm="100000">
                                          <p:val>
                                            <p:strVal val="#ppt_x"/>
                                          </p:val>
                                        </p:tav>
                                      </p:tavLst>
                                    </p:anim>
                                    <p:anim calcmode="lin" valueType="num">
                                      <p:cBhvr additive="base">
                                        <p:cTn id="12" dur="1000" fill="hold"/>
                                        <p:tgtEl>
                                          <p:spTgt spid="27651">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8" fill="hold" nodeType="clickEffect">
                                  <p:stCondLst>
                                    <p:cond delay="0"/>
                                  </p:stCondLst>
                                  <p:childTnLst>
                                    <p:set>
                                      <p:cBhvr>
                                        <p:cTn id="16" dur="1" fill="hold">
                                          <p:stCondLst>
                                            <p:cond delay="0"/>
                                          </p:stCondLst>
                                        </p:cTn>
                                        <p:tgtEl>
                                          <p:spTgt spid="27651">
                                            <p:txEl>
                                              <p:pRg st="3" end="3"/>
                                            </p:txEl>
                                          </p:spTgt>
                                        </p:tgtEl>
                                        <p:attrNameLst>
                                          <p:attrName>style.visibility</p:attrName>
                                        </p:attrNameLst>
                                      </p:cBhvr>
                                      <p:to>
                                        <p:strVal val="visible"/>
                                      </p:to>
                                    </p:set>
                                    <p:anim calcmode="lin" valueType="num">
                                      <p:cBhvr additive="base">
                                        <p:cTn id="17" dur="1000" fill="hold"/>
                                        <p:tgtEl>
                                          <p:spTgt spid="27651">
                                            <p:txEl>
                                              <p:pRg st="3" end="3"/>
                                            </p:txEl>
                                          </p:spTgt>
                                        </p:tgtEl>
                                        <p:attrNameLst>
                                          <p:attrName>ppt_x</p:attrName>
                                        </p:attrNameLst>
                                      </p:cBhvr>
                                      <p:tavLst>
                                        <p:tav tm="0">
                                          <p:val>
                                            <p:strVal val="0-#ppt_w/2"/>
                                          </p:val>
                                        </p:tav>
                                        <p:tav tm="100000">
                                          <p:val>
                                            <p:strVal val="#ppt_x"/>
                                          </p:val>
                                        </p:tav>
                                      </p:tavLst>
                                    </p:anim>
                                    <p:anim calcmode="lin" valueType="num">
                                      <p:cBhvr additive="base">
                                        <p:cTn id="18" dur="1000" fill="hold"/>
                                        <p:tgtEl>
                                          <p:spTgt spid="27651">
                                            <p:txEl>
                                              <p:pRg st="3" end="3"/>
                                            </p:txEl>
                                          </p:spTgt>
                                        </p:tgtEl>
                                        <p:attrNameLst>
                                          <p:attrName>ppt_y</p:attrName>
                                        </p:attrNameLst>
                                      </p:cBhvr>
                                      <p:tavLst>
                                        <p:tav tm="0">
                                          <p:val>
                                            <p:strVal val="#ppt_y"/>
                                          </p:val>
                                        </p:tav>
                                        <p:tav tm="100000">
                                          <p:val>
                                            <p:strVal val="#ppt_y"/>
                                          </p:val>
                                        </p:tav>
                                      </p:tavLst>
                                    </p:anim>
                                  </p:childTnLst>
                                </p:cTn>
                              </p:par>
                              <p:par>
                                <p:cTn id="19" presetID="2" presetClass="entr" presetSubtype="8" fill="hold" nodeType="withEffect">
                                  <p:stCondLst>
                                    <p:cond delay="0"/>
                                  </p:stCondLst>
                                  <p:childTnLst>
                                    <p:set>
                                      <p:cBhvr>
                                        <p:cTn id="20" dur="1" fill="hold">
                                          <p:stCondLst>
                                            <p:cond delay="0"/>
                                          </p:stCondLst>
                                        </p:cTn>
                                        <p:tgtEl>
                                          <p:spTgt spid="27651">
                                            <p:txEl>
                                              <p:pRg st="4" end="4"/>
                                            </p:txEl>
                                          </p:spTgt>
                                        </p:tgtEl>
                                        <p:attrNameLst>
                                          <p:attrName>style.visibility</p:attrName>
                                        </p:attrNameLst>
                                      </p:cBhvr>
                                      <p:to>
                                        <p:strVal val="visible"/>
                                      </p:to>
                                    </p:set>
                                    <p:anim calcmode="lin" valueType="num">
                                      <p:cBhvr additive="base">
                                        <p:cTn id="21" dur="1000" fill="hold"/>
                                        <p:tgtEl>
                                          <p:spTgt spid="27651">
                                            <p:txEl>
                                              <p:pRg st="4" end="4"/>
                                            </p:txEl>
                                          </p:spTgt>
                                        </p:tgtEl>
                                        <p:attrNameLst>
                                          <p:attrName>ppt_x</p:attrName>
                                        </p:attrNameLst>
                                      </p:cBhvr>
                                      <p:tavLst>
                                        <p:tav tm="0">
                                          <p:val>
                                            <p:strVal val="0-#ppt_w/2"/>
                                          </p:val>
                                        </p:tav>
                                        <p:tav tm="100000">
                                          <p:val>
                                            <p:strVal val="#ppt_x"/>
                                          </p:val>
                                        </p:tav>
                                      </p:tavLst>
                                    </p:anim>
                                    <p:anim calcmode="lin" valueType="num">
                                      <p:cBhvr additive="base">
                                        <p:cTn id="22" dur="1000" fill="hold"/>
                                        <p:tgtEl>
                                          <p:spTgt spid="27651">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23" fill="hold" nodeType="clickPar">
                      <p:stCondLst>
                        <p:cond delay="indefinite"/>
                      </p:stCondLst>
                      <p:childTnLst>
                        <p:par>
                          <p:cTn id="24" fill="hold" nodeType="withGroup">
                            <p:stCondLst>
                              <p:cond delay="0"/>
                            </p:stCondLst>
                            <p:childTnLst>
                              <p:par>
                                <p:cTn id="25" presetID="2" presetClass="entr" presetSubtype="8" fill="hold" nodeType="clickEffect">
                                  <p:stCondLst>
                                    <p:cond delay="0"/>
                                  </p:stCondLst>
                                  <p:childTnLst>
                                    <p:set>
                                      <p:cBhvr>
                                        <p:cTn id="26" dur="1" fill="hold">
                                          <p:stCondLst>
                                            <p:cond delay="0"/>
                                          </p:stCondLst>
                                        </p:cTn>
                                        <p:tgtEl>
                                          <p:spTgt spid="27651">
                                            <p:txEl>
                                              <p:pRg st="5" end="5"/>
                                            </p:txEl>
                                          </p:spTgt>
                                        </p:tgtEl>
                                        <p:attrNameLst>
                                          <p:attrName>style.visibility</p:attrName>
                                        </p:attrNameLst>
                                      </p:cBhvr>
                                      <p:to>
                                        <p:strVal val="visible"/>
                                      </p:to>
                                    </p:set>
                                    <p:anim calcmode="lin" valueType="num">
                                      <p:cBhvr additive="base">
                                        <p:cTn id="27" dur="1000" fill="hold"/>
                                        <p:tgtEl>
                                          <p:spTgt spid="27651">
                                            <p:txEl>
                                              <p:pRg st="5" end="5"/>
                                            </p:txEl>
                                          </p:spTgt>
                                        </p:tgtEl>
                                        <p:attrNameLst>
                                          <p:attrName>ppt_x</p:attrName>
                                        </p:attrNameLst>
                                      </p:cBhvr>
                                      <p:tavLst>
                                        <p:tav tm="0">
                                          <p:val>
                                            <p:strVal val="0-#ppt_w/2"/>
                                          </p:val>
                                        </p:tav>
                                        <p:tav tm="100000">
                                          <p:val>
                                            <p:strVal val="#ppt_x"/>
                                          </p:val>
                                        </p:tav>
                                      </p:tavLst>
                                    </p:anim>
                                    <p:anim calcmode="lin" valueType="num">
                                      <p:cBhvr additive="base">
                                        <p:cTn id="28" dur="1000" fill="hold"/>
                                        <p:tgtEl>
                                          <p:spTgt spid="27651">
                                            <p:txEl>
                                              <p:pRg st="5" end="5"/>
                                            </p:txEl>
                                          </p:spTgt>
                                        </p:tgtEl>
                                        <p:attrNameLst>
                                          <p:attrName>ppt_y</p:attrName>
                                        </p:attrNameLst>
                                      </p:cBhvr>
                                      <p:tavLst>
                                        <p:tav tm="0">
                                          <p:val>
                                            <p:strVal val="#ppt_y"/>
                                          </p:val>
                                        </p:tav>
                                        <p:tav tm="100000">
                                          <p:val>
                                            <p:strVal val="#ppt_y"/>
                                          </p:val>
                                        </p:tav>
                                      </p:tavLst>
                                    </p:anim>
                                  </p:childTnLst>
                                </p:cTn>
                              </p:par>
                              <p:par>
                                <p:cTn id="29" presetID="2" presetClass="entr" presetSubtype="8" fill="hold" nodeType="withEffect">
                                  <p:stCondLst>
                                    <p:cond delay="0"/>
                                  </p:stCondLst>
                                  <p:childTnLst>
                                    <p:set>
                                      <p:cBhvr>
                                        <p:cTn id="30" dur="1" fill="hold">
                                          <p:stCondLst>
                                            <p:cond delay="0"/>
                                          </p:stCondLst>
                                        </p:cTn>
                                        <p:tgtEl>
                                          <p:spTgt spid="27651">
                                            <p:txEl>
                                              <p:pRg st="6" end="6"/>
                                            </p:txEl>
                                          </p:spTgt>
                                        </p:tgtEl>
                                        <p:attrNameLst>
                                          <p:attrName>style.visibility</p:attrName>
                                        </p:attrNameLst>
                                      </p:cBhvr>
                                      <p:to>
                                        <p:strVal val="visible"/>
                                      </p:to>
                                    </p:set>
                                    <p:anim calcmode="lin" valueType="num">
                                      <p:cBhvr additive="base">
                                        <p:cTn id="31" dur="1000" fill="hold"/>
                                        <p:tgtEl>
                                          <p:spTgt spid="27651">
                                            <p:txEl>
                                              <p:pRg st="6" end="6"/>
                                            </p:txEl>
                                          </p:spTgt>
                                        </p:tgtEl>
                                        <p:attrNameLst>
                                          <p:attrName>ppt_x</p:attrName>
                                        </p:attrNameLst>
                                      </p:cBhvr>
                                      <p:tavLst>
                                        <p:tav tm="0">
                                          <p:val>
                                            <p:strVal val="0-#ppt_w/2"/>
                                          </p:val>
                                        </p:tav>
                                        <p:tav tm="100000">
                                          <p:val>
                                            <p:strVal val="#ppt_x"/>
                                          </p:val>
                                        </p:tav>
                                      </p:tavLst>
                                    </p:anim>
                                    <p:anim calcmode="lin" valueType="num">
                                      <p:cBhvr additive="base">
                                        <p:cTn id="32" dur="1000" fill="hold"/>
                                        <p:tgtEl>
                                          <p:spTgt spid="27651">
                                            <p:txEl>
                                              <p:pRg st="6" end="6"/>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标题 1"/>
          <p:cNvSpPr>
            <a:spLocks noGrp="1"/>
          </p:cNvSpPr>
          <p:nvPr>
            <p:ph type="title"/>
          </p:nvPr>
        </p:nvSpPr>
        <p:spPr>
          <a:xfrm>
            <a:off x="609600" y="1076325"/>
            <a:ext cx="10975975" cy="1066800"/>
          </a:xfrm>
        </p:spPr>
        <p:txBody>
          <a:bodyPr/>
          <a:lstStyle/>
          <a:p>
            <a:pPr>
              <a:defRPr/>
            </a:pPr>
            <a:r>
              <a:rPr lang="zh-CN" altLang="en-US">
                <a:solidFill>
                  <a:schemeClr val="accent4">
                    <a:lumMod val="75000"/>
                  </a:schemeClr>
                </a:solidFill>
                <a:latin typeface="微软雅黑" pitchFamily="34" charset="-122"/>
                <a:ea typeface="微软雅黑" pitchFamily="34" charset="-122"/>
              </a:rPr>
              <a:t>浮点数文字常量</a:t>
            </a:r>
            <a:endParaRPr lang="zh-CN" altLang="en-US" dirty="0">
              <a:solidFill>
                <a:schemeClr val="accent4">
                  <a:lumMod val="75000"/>
                </a:schemeClr>
              </a:solidFill>
              <a:latin typeface="微软雅黑" pitchFamily="34" charset="-122"/>
              <a:ea typeface="微软雅黑" pitchFamily="34" charset="-122"/>
            </a:endParaRPr>
          </a:p>
        </p:txBody>
      </p:sp>
      <p:sp>
        <p:nvSpPr>
          <p:cNvPr id="33795" name="内容占位符 2"/>
          <p:cNvSpPr>
            <a:spLocks noGrp="1"/>
          </p:cNvSpPr>
          <p:nvPr>
            <p:ph idx="1"/>
          </p:nvPr>
        </p:nvSpPr>
        <p:spPr>
          <a:xfrm>
            <a:off x="609600" y="2212975"/>
            <a:ext cx="10817225" cy="4095750"/>
          </a:xfrm>
        </p:spPr>
        <p:txBody>
          <a:bodyPr/>
          <a:lstStyle/>
          <a:p>
            <a:r>
              <a:rPr lang="zh-CN" altLang="en-US" sz="2400">
                <a:latin typeface="微软雅黑" panose="020B0503020204020204" pitchFamily="34" charset="-122"/>
                <a:ea typeface="微软雅黑" panose="020B0503020204020204" pitchFamily="34" charset="-122"/>
              </a:rPr>
              <a:t>以文字形式出现的实数。</a:t>
            </a:r>
          </a:p>
          <a:p>
            <a:r>
              <a:rPr lang="zh-CN" altLang="en-US" sz="2400">
                <a:latin typeface="微软雅黑" panose="020B0503020204020204" pitchFamily="34" charset="-122"/>
                <a:ea typeface="微软雅黑" panose="020B0503020204020204" pitchFamily="34" charset="-122"/>
              </a:rPr>
              <a:t>一般形式：</a:t>
            </a:r>
            <a:endParaRPr lang="en-US" altLang="zh-CN" sz="2400">
              <a:latin typeface="微软雅黑" panose="020B0503020204020204" pitchFamily="34" charset="-122"/>
              <a:ea typeface="微软雅黑" panose="020B0503020204020204" pitchFamily="34" charset="-122"/>
            </a:endParaRPr>
          </a:p>
          <a:p>
            <a:pPr lvl="1"/>
            <a:r>
              <a:rPr lang="zh-CN" altLang="en-US" sz="2400">
                <a:latin typeface="微软雅黑" panose="020B0503020204020204" pitchFamily="34" charset="-122"/>
                <a:ea typeface="微软雅黑" panose="020B0503020204020204" pitchFamily="34" charset="-122"/>
              </a:rPr>
              <a:t>例如，</a:t>
            </a:r>
            <a:r>
              <a:rPr lang="en-US" altLang="zh-CN" sz="2400">
                <a:latin typeface="微软雅黑" panose="020B0503020204020204" pitchFamily="34" charset="-122"/>
                <a:ea typeface="微软雅黑" panose="020B0503020204020204" pitchFamily="34" charset="-122"/>
              </a:rPr>
              <a:t>12.5</a:t>
            </a:r>
            <a:r>
              <a:rPr lang="zh-CN" altLang="en-US" sz="2400">
                <a:latin typeface="微软雅黑" panose="020B0503020204020204" pitchFamily="34" charset="-122"/>
                <a:ea typeface="微软雅黑" panose="020B0503020204020204" pitchFamily="34" charset="-122"/>
              </a:rPr>
              <a:t>，</a:t>
            </a:r>
            <a:r>
              <a:rPr lang="en-US" altLang="zh-CN" sz="2400">
                <a:latin typeface="微软雅黑" panose="020B0503020204020204" pitchFamily="34" charset="-122"/>
                <a:ea typeface="微软雅黑" panose="020B0503020204020204" pitchFamily="34" charset="-122"/>
              </a:rPr>
              <a:t>-12.5</a:t>
            </a:r>
            <a:r>
              <a:rPr lang="zh-CN" altLang="en-US" sz="2400">
                <a:latin typeface="微软雅黑" panose="020B0503020204020204" pitchFamily="34" charset="-122"/>
                <a:ea typeface="微软雅黑" panose="020B0503020204020204" pitchFamily="34" charset="-122"/>
              </a:rPr>
              <a:t>等。</a:t>
            </a:r>
          </a:p>
          <a:p>
            <a:r>
              <a:rPr lang="zh-CN" altLang="en-US" sz="2400">
                <a:latin typeface="微软雅黑" panose="020B0503020204020204" pitchFamily="34" charset="-122"/>
                <a:ea typeface="微软雅黑" panose="020B0503020204020204" pitchFamily="34" charset="-122"/>
              </a:rPr>
              <a:t>指数形式：</a:t>
            </a:r>
            <a:endParaRPr lang="en-US" altLang="zh-CN" sz="2400">
              <a:latin typeface="微软雅黑" panose="020B0503020204020204" pitchFamily="34" charset="-122"/>
              <a:ea typeface="微软雅黑" panose="020B0503020204020204" pitchFamily="34" charset="-122"/>
            </a:endParaRPr>
          </a:p>
          <a:p>
            <a:pPr lvl="1"/>
            <a:r>
              <a:rPr lang="zh-CN" altLang="en-US" sz="2400">
                <a:latin typeface="微软雅黑" panose="020B0503020204020204" pitchFamily="34" charset="-122"/>
                <a:ea typeface="微软雅黑" panose="020B0503020204020204" pitchFamily="34" charset="-122"/>
              </a:rPr>
              <a:t>例如，</a:t>
            </a:r>
            <a:r>
              <a:rPr lang="en-US" altLang="zh-CN" sz="2400">
                <a:latin typeface="微软雅黑" panose="020B0503020204020204" pitchFamily="34" charset="-122"/>
                <a:ea typeface="微软雅黑" panose="020B0503020204020204" pitchFamily="34" charset="-122"/>
              </a:rPr>
              <a:t>0.345E+2</a:t>
            </a:r>
            <a:r>
              <a:rPr lang="zh-CN" altLang="en-US" sz="2400">
                <a:latin typeface="微软雅黑" panose="020B0503020204020204" pitchFamily="34" charset="-122"/>
                <a:ea typeface="微软雅黑" panose="020B0503020204020204" pitchFamily="34" charset="-122"/>
              </a:rPr>
              <a:t>，</a:t>
            </a:r>
            <a:r>
              <a:rPr lang="en-US" altLang="zh-CN" sz="2400">
                <a:latin typeface="微软雅黑" panose="020B0503020204020204" pitchFamily="34" charset="-122"/>
                <a:ea typeface="微软雅黑" panose="020B0503020204020204" pitchFamily="34" charset="-122"/>
              </a:rPr>
              <a:t>-34.4E-3</a:t>
            </a:r>
          </a:p>
          <a:p>
            <a:pPr lvl="1"/>
            <a:r>
              <a:rPr lang="zh-CN" altLang="en-US" sz="2400">
                <a:latin typeface="微软雅黑" panose="020B0503020204020204" pitchFamily="34" charset="-122"/>
                <a:ea typeface="微软雅黑" panose="020B0503020204020204" pitchFamily="34" charset="-122"/>
              </a:rPr>
              <a:t>整数部分和小数部分可以省略其一</a:t>
            </a:r>
          </a:p>
          <a:p>
            <a:r>
              <a:rPr lang="zh-CN" altLang="en-US" sz="2400">
                <a:latin typeface="微软雅黑" panose="020B0503020204020204" pitchFamily="34" charset="-122"/>
                <a:ea typeface="微软雅黑" panose="020B0503020204020204" pitchFamily="34" charset="-122"/>
              </a:rPr>
              <a:t>浮点常量默认为</a:t>
            </a:r>
            <a:r>
              <a:rPr lang="en-US" altLang="zh-CN" sz="2400">
                <a:latin typeface="微软雅黑" panose="020B0503020204020204" pitchFamily="34" charset="-122"/>
                <a:ea typeface="微软雅黑" panose="020B0503020204020204" pitchFamily="34" charset="-122"/>
              </a:rPr>
              <a:t>double</a:t>
            </a:r>
            <a:r>
              <a:rPr lang="zh-CN" altLang="en-US" sz="2400">
                <a:latin typeface="微软雅黑" panose="020B0503020204020204" pitchFamily="34" charset="-122"/>
                <a:ea typeface="微软雅黑" panose="020B0503020204020204" pitchFamily="34" charset="-122"/>
              </a:rPr>
              <a:t>型，如果后缀</a:t>
            </a:r>
            <a:r>
              <a:rPr lang="en-US" altLang="zh-CN" sz="2400">
                <a:latin typeface="微软雅黑" panose="020B0503020204020204" pitchFamily="34" charset="-122"/>
                <a:ea typeface="微软雅黑" panose="020B0503020204020204" pitchFamily="34" charset="-122"/>
              </a:rPr>
              <a:t>F</a:t>
            </a:r>
            <a:r>
              <a:rPr lang="zh-CN" altLang="en-US" sz="2400">
                <a:latin typeface="微软雅黑" panose="020B0503020204020204" pitchFamily="34" charset="-122"/>
                <a:ea typeface="微软雅黑" panose="020B0503020204020204" pitchFamily="34" charset="-122"/>
              </a:rPr>
              <a:t>（或</a:t>
            </a:r>
            <a:r>
              <a:rPr lang="en-US" altLang="zh-CN" sz="2400">
                <a:latin typeface="微软雅黑" panose="020B0503020204020204" pitchFamily="34" charset="-122"/>
                <a:ea typeface="微软雅黑" panose="020B0503020204020204" pitchFamily="34" charset="-122"/>
              </a:rPr>
              <a:t>f</a:t>
            </a:r>
            <a:r>
              <a:rPr lang="zh-CN" altLang="en-US" sz="2400">
                <a:latin typeface="微软雅黑" panose="020B0503020204020204" pitchFamily="34" charset="-122"/>
                <a:ea typeface="微软雅黑" panose="020B0503020204020204" pitchFamily="34" charset="-122"/>
              </a:rPr>
              <a:t>）可以使其成为</a:t>
            </a:r>
            <a:r>
              <a:rPr lang="en-US" altLang="zh-CN" sz="2400">
                <a:latin typeface="微软雅黑" panose="020B0503020204020204" pitchFamily="34" charset="-122"/>
                <a:ea typeface="微软雅黑" panose="020B0503020204020204" pitchFamily="34" charset="-122"/>
              </a:rPr>
              <a:t>float</a:t>
            </a:r>
            <a:r>
              <a:rPr lang="zh-CN" altLang="en-US" sz="2400">
                <a:latin typeface="微软雅黑" panose="020B0503020204020204" pitchFamily="34" charset="-122"/>
                <a:ea typeface="微软雅黑" panose="020B0503020204020204" pitchFamily="34" charset="-122"/>
              </a:rPr>
              <a:t>型，例如：</a:t>
            </a:r>
            <a:r>
              <a:rPr lang="en-US" altLang="zh-CN" sz="2400">
                <a:latin typeface="微软雅黑" panose="020B0503020204020204" pitchFamily="34" charset="-122"/>
                <a:ea typeface="微软雅黑" panose="020B0503020204020204" pitchFamily="34" charset="-122"/>
              </a:rPr>
              <a:t>12.3f</a:t>
            </a:r>
            <a:r>
              <a:rPr lang="zh-CN" altLang="en-US" sz="2400">
                <a:latin typeface="微软雅黑" panose="020B0503020204020204" pitchFamily="34" charset="-122"/>
                <a:ea typeface="微软雅黑" panose="020B0503020204020204" pitchFamily="34" charset="-122"/>
              </a:rPr>
              <a:t>。</a:t>
            </a:r>
          </a:p>
          <a:p>
            <a:endParaRPr lang="zh-CN" altLang="en-US" sz="2400">
              <a:latin typeface="微软雅黑" panose="020B0503020204020204" pitchFamily="34" charset="-122"/>
              <a:ea typeface="微软雅黑" panose="020B0503020204020204" pitchFamily="34" charset="-122"/>
            </a:endParaRPr>
          </a:p>
        </p:txBody>
      </p:sp>
      <p:sp>
        <p:nvSpPr>
          <p:cNvPr id="2" name="灯片编号占位符 1"/>
          <p:cNvSpPr>
            <a:spLocks noGrp="1"/>
          </p:cNvSpPr>
          <p:nvPr>
            <p:ph type="sldNum" sz="quarter" idx="4"/>
          </p:nvPr>
        </p:nvSpPr>
        <p:spPr/>
        <p:txBody>
          <a:bodyPr/>
          <a:lstStyle/>
          <a:p>
            <a:fld id="{DEA904C8-CD7B-4714-BAE1-F1A91095C3EA}" type="slidenum">
              <a:rPr lang="zh-CN" altLang="en-US" smtClean="0"/>
              <a:pPr/>
              <a:t>20</a:t>
            </a:fld>
            <a:endParaRPr lang="zh-CN" altLang="en-US"/>
          </a:p>
        </p:txBody>
      </p:sp>
    </p:spTree>
    <p:extLst>
      <p:ext uri="{BB962C8B-B14F-4D97-AF65-F5344CB8AC3E}">
        <p14:creationId xmlns:p14="http://schemas.microsoft.com/office/powerpoint/2010/main" val="522310144"/>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33795">
                                            <p:txEl>
                                              <p:pRg st="2" end="2"/>
                                            </p:txEl>
                                          </p:spTgt>
                                        </p:tgtEl>
                                        <p:attrNameLst>
                                          <p:attrName>style.visibility</p:attrName>
                                        </p:attrNameLst>
                                      </p:cBhvr>
                                      <p:to>
                                        <p:strVal val="visible"/>
                                      </p:to>
                                    </p:set>
                                    <p:anim calcmode="lin" valueType="num">
                                      <p:cBhvr additive="base">
                                        <p:cTn id="7" dur="1000" fill="hold"/>
                                        <p:tgtEl>
                                          <p:spTgt spid="33795">
                                            <p:txEl>
                                              <p:pRg st="2" end="2"/>
                                            </p:txEl>
                                          </p:spTgt>
                                        </p:tgtEl>
                                        <p:attrNameLst>
                                          <p:attrName>ppt_x</p:attrName>
                                        </p:attrNameLst>
                                      </p:cBhvr>
                                      <p:tavLst>
                                        <p:tav tm="0">
                                          <p:val>
                                            <p:strVal val="0-#ppt_w/2"/>
                                          </p:val>
                                        </p:tav>
                                        <p:tav tm="100000">
                                          <p:val>
                                            <p:strVal val="#ppt_x"/>
                                          </p:val>
                                        </p:tav>
                                      </p:tavLst>
                                    </p:anim>
                                    <p:anim calcmode="lin" valueType="num">
                                      <p:cBhvr additive="base">
                                        <p:cTn id="8" dur="1000" fill="hold"/>
                                        <p:tgtEl>
                                          <p:spTgt spid="33795">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33795">
                                            <p:txEl>
                                              <p:pRg st="4" end="4"/>
                                            </p:txEl>
                                          </p:spTgt>
                                        </p:tgtEl>
                                        <p:attrNameLst>
                                          <p:attrName>style.visibility</p:attrName>
                                        </p:attrNameLst>
                                      </p:cBhvr>
                                      <p:to>
                                        <p:strVal val="visible"/>
                                      </p:to>
                                    </p:set>
                                    <p:anim calcmode="lin" valueType="num">
                                      <p:cBhvr additive="base">
                                        <p:cTn id="13" dur="1000" fill="hold"/>
                                        <p:tgtEl>
                                          <p:spTgt spid="33795">
                                            <p:txEl>
                                              <p:pRg st="4" end="4"/>
                                            </p:txEl>
                                          </p:spTgt>
                                        </p:tgtEl>
                                        <p:attrNameLst>
                                          <p:attrName>ppt_x</p:attrName>
                                        </p:attrNameLst>
                                      </p:cBhvr>
                                      <p:tavLst>
                                        <p:tav tm="0">
                                          <p:val>
                                            <p:strVal val="0-#ppt_w/2"/>
                                          </p:val>
                                        </p:tav>
                                        <p:tav tm="100000">
                                          <p:val>
                                            <p:strVal val="#ppt_x"/>
                                          </p:val>
                                        </p:tav>
                                      </p:tavLst>
                                    </p:anim>
                                    <p:anim calcmode="lin" valueType="num">
                                      <p:cBhvr additive="base">
                                        <p:cTn id="14" dur="1000" fill="hold"/>
                                        <p:tgtEl>
                                          <p:spTgt spid="33795">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nodeType="clickEffect">
                                  <p:stCondLst>
                                    <p:cond delay="0"/>
                                  </p:stCondLst>
                                  <p:childTnLst>
                                    <p:set>
                                      <p:cBhvr>
                                        <p:cTn id="18" dur="1" fill="hold">
                                          <p:stCondLst>
                                            <p:cond delay="0"/>
                                          </p:stCondLst>
                                        </p:cTn>
                                        <p:tgtEl>
                                          <p:spTgt spid="33795">
                                            <p:txEl>
                                              <p:pRg st="5" end="5"/>
                                            </p:txEl>
                                          </p:spTgt>
                                        </p:tgtEl>
                                        <p:attrNameLst>
                                          <p:attrName>style.visibility</p:attrName>
                                        </p:attrNameLst>
                                      </p:cBhvr>
                                      <p:to>
                                        <p:strVal val="visible"/>
                                      </p:to>
                                    </p:set>
                                    <p:anim calcmode="lin" valueType="num">
                                      <p:cBhvr additive="base">
                                        <p:cTn id="19" dur="1000" fill="hold"/>
                                        <p:tgtEl>
                                          <p:spTgt spid="33795">
                                            <p:txEl>
                                              <p:pRg st="5" end="5"/>
                                            </p:txEl>
                                          </p:spTgt>
                                        </p:tgtEl>
                                        <p:attrNameLst>
                                          <p:attrName>ppt_x</p:attrName>
                                        </p:attrNameLst>
                                      </p:cBhvr>
                                      <p:tavLst>
                                        <p:tav tm="0">
                                          <p:val>
                                            <p:strVal val="0-#ppt_w/2"/>
                                          </p:val>
                                        </p:tav>
                                        <p:tav tm="100000">
                                          <p:val>
                                            <p:strVal val="#ppt_x"/>
                                          </p:val>
                                        </p:tav>
                                      </p:tavLst>
                                    </p:anim>
                                    <p:anim calcmode="lin" valueType="num">
                                      <p:cBhvr additive="base">
                                        <p:cTn id="20" dur="1000" fill="hold"/>
                                        <p:tgtEl>
                                          <p:spTgt spid="33795">
                                            <p:txEl>
                                              <p:pRg st="5" end="5"/>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标题 1"/>
          <p:cNvSpPr>
            <a:spLocks noGrp="1"/>
          </p:cNvSpPr>
          <p:nvPr>
            <p:ph type="title"/>
          </p:nvPr>
        </p:nvSpPr>
        <p:spPr>
          <a:xfrm>
            <a:off x="609600" y="1076325"/>
            <a:ext cx="10975975" cy="1066800"/>
          </a:xfrm>
        </p:spPr>
        <p:txBody>
          <a:bodyPr/>
          <a:lstStyle/>
          <a:p>
            <a:pPr eaLnBrk="1" hangingPunct="1">
              <a:defRPr/>
            </a:pPr>
            <a:r>
              <a:rPr lang="en-US" altLang="zh-CN" dirty="0" err="1">
                <a:solidFill>
                  <a:schemeClr val="accent5"/>
                </a:solidFill>
                <a:latin typeface="微软雅黑" pitchFamily="34" charset="-122"/>
                <a:ea typeface="微软雅黑" pitchFamily="34" charset="-122"/>
              </a:rPr>
              <a:t>sizeof</a:t>
            </a:r>
            <a:r>
              <a:rPr lang="en-US" altLang="zh-CN" dirty="0">
                <a:solidFill>
                  <a:schemeClr val="accent5"/>
                </a:solidFill>
                <a:latin typeface="微软雅黑" pitchFamily="34" charset="-122"/>
                <a:ea typeface="微软雅黑" pitchFamily="34" charset="-122"/>
              </a:rPr>
              <a:t> </a:t>
            </a:r>
            <a:r>
              <a:rPr lang="zh-CN" altLang="en-US" dirty="0">
                <a:solidFill>
                  <a:schemeClr val="accent5"/>
                </a:solidFill>
                <a:latin typeface="微软雅黑" pitchFamily="34" charset="-122"/>
                <a:ea typeface="微软雅黑" pitchFamily="34" charset="-122"/>
              </a:rPr>
              <a:t>运算符</a:t>
            </a:r>
          </a:p>
        </p:txBody>
      </p:sp>
      <p:sp>
        <p:nvSpPr>
          <p:cNvPr id="3" name="内容占位符 2"/>
          <p:cNvSpPr>
            <a:spLocks noGrp="1"/>
          </p:cNvSpPr>
          <p:nvPr>
            <p:ph idx="1"/>
          </p:nvPr>
        </p:nvSpPr>
        <p:spPr>
          <a:xfrm>
            <a:off x="609600" y="2141538"/>
            <a:ext cx="6702425" cy="4167187"/>
          </a:xfrm>
        </p:spPr>
        <p:txBody>
          <a:bodyPr>
            <a:noAutofit/>
          </a:bodyPr>
          <a:lstStyle/>
          <a:p>
            <a:pPr marL="365760" indent="-256032" eaLnBrk="1" fontAlgn="auto" hangingPunct="1">
              <a:lnSpc>
                <a:spcPct val="110000"/>
              </a:lnSpc>
              <a:spcAft>
                <a:spcPts val="0"/>
              </a:spcAft>
              <a:buClr>
                <a:schemeClr val="accent3"/>
              </a:buClr>
              <a:buFont typeface="Georgia"/>
              <a:buChar char="•"/>
              <a:defRPr/>
            </a:pPr>
            <a:r>
              <a:rPr lang="zh-CN" altLang="en-US" sz="2400" dirty="0">
                <a:latin typeface="微软雅黑" pitchFamily="34" charset="-122"/>
                <a:ea typeface="微软雅黑" pitchFamily="34" charset="-122"/>
              </a:rPr>
              <a:t>语法形式</a:t>
            </a:r>
            <a:br>
              <a:rPr lang="zh-CN" altLang="en-US" sz="2400" dirty="0">
                <a:latin typeface="微软雅黑" pitchFamily="34" charset="-122"/>
                <a:ea typeface="微软雅黑" pitchFamily="34" charset="-122"/>
              </a:rPr>
            </a:br>
            <a:r>
              <a:rPr lang="en-US" altLang="zh-CN" sz="2400" dirty="0" err="1">
                <a:solidFill>
                  <a:schemeClr val="accent6">
                    <a:lumMod val="75000"/>
                  </a:schemeClr>
                </a:solidFill>
                <a:latin typeface="微软雅黑" pitchFamily="34" charset="-122"/>
                <a:ea typeface="微软雅黑" pitchFamily="34" charset="-122"/>
              </a:rPr>
              <a:t>sizeof</a:t>
            </a:r>
            <a:r>
              <a:rPr lang="en-US" altLang="zh-CN" sz="2400" dirty="0">
                <a:solidFill>
                  <a:schemeClr val="accent6">
                    <a:lumMod val="75000"/>
                  </a:schemeClr>
                </a:solidFill>
                <a:latin typeface="微软雅黑" pitchFamily="34" charset="-122"/>
                <a:ea typeface="微软雅黑" pitchFamily="34" charset="-122"/>
              </a:rPr>
              <a:t> (</a:t>
            </a:r>
            <a:r>
              <a:rPr lang="zh-CN" altLang="en-US" sz="2400" dirty="0">
                <a:latin typeface="微软雅黑" pitchFamily="34" charset="-122"/>
                <a:ea typeface="微软雅黑" pitchFamily="34" charset="-122"/>
              </a:rPr>
              <a:t>类型名</a:t>
            </a:r>
            <a:r>
              <a:rPr lang="en-US" altLang="zh-CN" sz="2400" dirty="0">
                <a:solidFill>
                  <a:schemeClr val="accent6">
                    <a:lumMod val="75000"/>
                  </a:schemeClr>
                </a:solidFill>
                <a:latin typeface="微软雅黑" pitchFamily="34" charset="-122"/>
                <a:ea typeface="微软雅黑" pitchFamily="34" charset="-122"/>
              </a:rPr>
              <a:t>)</a:t>
            </a:r>
            <a:br>
              <a:rPr lang="en-US" altLang="zh-CN" sz="2400" dirty="0">
                <a:latin typeface="微软雅黑" pitchFamily="34" charset="-122"/>
                <a:ea typeface="微软雅黑" pitchFamily="34" charset="-122"/>
              </a:rPr>
            </a:br>
            <a:r>
              <a:rPr lang="zh-CN" altLang="en-US" sz="2400" dirty="0">
                <a:latin typeface="微软雅黑" pitchFamily="34" charset="-122"/>
                <a:ea typeface="微软雅黑" pitchFamily="34" charset="-122"/>
              </a:rPr>
              <a:t>或 </a:t>
            </a:r>
            <a:r>
              <a:rPr lang="en-US" altLang="zh-CN" sz="2400" dirty="0" err="1">
                <a:solidFill>
                  <a:schemeClr val="accent6">
                    <a:lumMod val="75000"/>
                  </a:schemeClr>
                </a:solidFill>
                <a:latin typeface="微软雅黑" pitchFamily="34" charset="-122"/>
                <a:ea typeface="微软雅黑" pitchFamily="34" charset="-122"/>
              </a:rPr>
              <a:t>sizeof</a:t>
            </a:r>
            <a:r>
              <a:rPr lang="en-US" altLang="zh-CN" sz="2400" dirty="0">
                <a:solidFill>
                  <a:schemeClr val="accent6">
                    <a:lumMod val="75000"/>
                  </a:schemeClr>
                </a:solidFill>
                <a:latin typeface="微软雅黑" pitchFamily="34" charset="-122"/>
                <a:ea typeface="微软雅黑" pitchFamily="34" charset="-122"/>
              </a:rPr>
              <a:t> </a:t>
            </a:r>
            <a:r>
              <a:rPr lang="zh-CN" altLang="en-US" sz="2400" dirty="0">
                <a:latin typeface="微软雅黑" pitchFamily="34" charset="-122"/>
                <a:ea typeface="微软雅黑" pitchFamily="34" charset="-122"/>
              </a:rPr>
              <a:t>表达式</a:t>
            </a:r>
            <a:endParaRPr lang="zh-CN" altLang="en-US" sz="2400" dirty="0">
              <a:solidFill>
                <a:srgbClr val="FFFF66"/>
              </a:solidFill>
              <a:latin typeface="微软雅黑" pitchFamily="34" charset="-122"/>
              <a:ea typeface="微软雅黑" pitchFamily="34" charset="-122"/>
            </a:endParaRPr>
          </a:p>
          <a:p>
            <a:pPr marL="365760" indent="-256032" eaLnBrk="1" fontAlgn="auto" hangingPunct="1">
              <a:lnSpc>
                <a:spcPct val="110000"/>
              </a:lnSpc>
              <a:spcAft>
                <a:spcPts val="0"/>
              </a:spcAft>
              <a:buClr>
                <a:schemeClr val="accent3"/>
              </a:buClr>
              <a:buFont typeface="Georgia"/>
              <a:buChar char="•"/>
              <a:defRPr/>
            </a:pPr>
            <a:r>
              <a:rPr lang="zh-CN" altLang="en-US" sz="2400" dirty="0">
                <a:latin typeface="微软雅黑" pitchFamily="34" charset="-122"/>
                <a:ea typeface="微软雅黑" pitchFamily="34" charset="-122"/>
              </a:rPr>
              <a:t>结果值：</a:t>
            </a:r>
            <a:br>
              <a:rPr lang="zh-CN" altLang="en-US" sz="2400" dirty="0">
                <a:latin typeface="微软雅黑" pitchFamily="34" charset="-122"/>
                <a:ea typeface="微软雅黑" pitchFamily="34" charset="-122"/>
              </a:rPr>
            </a:br>
            <a:r>
              <a:rPr lang="zh-CN" altLang="en-US" sz="2400" dirty="0">
                <a:solidFill>
                  <a:schemeClr val="accent6">
                    <a:lumMod val="75000"/>
                  </a:schemeClr>
                </a:solidFill>
                <a:latin typeface="微软雅黑" pitchFamily="34" charset="-122"/>
                <a:ea typeface="微软雅黑" pitchFamily="34" charset="-122"/>
              </a:rPr>
              <a:t>“类型名”所指定的</a:t>
            </a:r>
            <a:r>
              <a:rPr lang="zh-CN" altLang="en-US" sz="2400">
                <a:solidFill>
                  <a:schemeClr val="accent6">
                    <a:lumMod val="75000"/>
                  </a:schemeClr>
                </a:solidFill>
                <a:latin typeface="微软雅黑" pitchFamily="34" charset="-122"/>
                <a:ea typeface="微软雅黑" pitchFamily="34" charset="-122"/>
              </a:rPr>
              <a:t>类型，或</a:t>
            </a:r>
            <a:r>
              <a:rPr lang="zh-CN" altLang="en-US" sz="2400" dirty="0">
                <a:solidFill>
                  <a:schemeClr val="accent6">
                    <a:lumMod val="75000"/>
                  </a:schemeClr>
                </a:solidFill>
                <a:latin typeface="微软雅黑" pitchFamily="34" charset="-122"/>
                <a:ea typeface="微软雅黑" pitchFamily="34" charset="-122"/>
              </a:rPr>
              <a:t>“表达式”的结果类型所占的字节数。</a:t>
            </a:r>
          </a:p>
          <a:p>
            <a:pPr marL="365760" indent="-256032" eaLnBrk="1" fontAlgn="auto" hangingPunct="1">
              <a:lnSpc>
                <a:spcPct val="110000"/>
              </a:lnSpc>
              <a:spcAft>
                <a:spcPts val="0"/>
              </a:spcAft>
              <a:buClr>
                <a:schemeClr val="accent3"/>
              </a:buClr>
              <a:buFont typeface="Georgia"/>
              <a:buChar char="•"/>
              <a:defRPr/>
            </a:pPr>
            <a:r>
              <a:rPr lang="zh-CN" altLang="en-US" sz="2400" dirty="0">
                <a:latin typeface="微软雅黑" pitchFamily="34" charset="-122"/>
                <a:ea typeface="微软雅黑" pitchFamily="34" charset="-122"/>
              </a:rPr>
              <a:t>例：</a:t>
            </a:r>
          </a:p>
          <a:p>
            <a:pPr marL="1133475" lvl="1" indent="-246888" eaLnBrk="1" fontAlgn="auto" hangingPunct="1">
              <a:lnSpc>
                <a:spcPct val="110000"/>
              </a:lnSpc>
              <a:spcAft>
                <a:spcPts val="0"/>
              </a:spcAft>
              <a:buFont typeface="Georgia"/>
              <a:buNone/>
              <a:defRPr/>
            </a:pPr>
            <a:r>
              <a:rPr lang="en-US" altLang="zh-CN" sz="2400" dirty="0" err="1">
                <a:solidFill>
                  <a:schemeClr val="accent6">
                    <a:lumMod val="75000"/>
                  </a:schemeClr>
                </a:solidFill>
                <a:latin typeface="微软雅黑" pitchFamily="34" charset="-122"/>
                <a:ea typeface="微软雅黑" pitchFamily="34" charset="-122"/>
              </a:rPr>
              <a:t>sizeof</a:t>
            </a:r>
            <a:r>
              <a:rPr lang="en-US" altLang="zh-CN" sz="2400" dirty="0">
                <a:solidFill>
                  <a:schemeClr val="accent6">
                    <a:lumMod val="75000"/>
                  </a:schemeClr>
                </a:solidFill>
                <a:latin typeface="微软雅黑" pitchFamily="34" charset="-122"/>
                <a:ea typeface="微软雅黑" pitchFamily="34" charset="-122"/>
              </a:rPr>
              <a:t>(</a:t>
            </a:r>
            <a:r>
              <a:rPr lang="en-US" altLang="zh-CN" sz="2400" dirty="0">
                <a:latin typeface="微软雅黑" pitchFamily="34" charset="-122"/>
                <a:ea typeface="微软雅黑" pitchFamily="34" charset="-122"/>
              </a:rPr>
              <a:t>short</a:t>
            </a:r>
            <a:r>
              <a:rPr lang="en-US" altLang="zh-CN" sz="2400" dirty="0">
                <a:solidFill>
                  <a:schemeClr val="accent6">
                    <a:lumMod val="75000"/>
                  </a:schemeClr>
                </a:solidFill>
                <a:latin typeface="微软雅黑" pitchFamily="34" charset="-122"/>
                <a:ea typeface="微软雅黑" pitchFamily="34" charset="-122"/>
              </a:rPr>
              <a:t>)</a:t>
            </a:r>
          </a:p>
          <a:p>
            <a:pPr marL="1133475" lvl="1" indent="-246888" eaLnBrk="1" fontAlgn="auto" hangingPunct="1">
              <a:lnSpc>
                <a:spcPct val="110000"/>
              </a:lnSpc>
              <a:spcAft>
                <a:spcPts val="0"/>
              </a:spcAft>
              <a:buFont typeface="Georgia"/>
              <a:buNone/>
              <a:defRPr/>
            </a:pPr>
            <a:r>
              <a:rPr lang="en-US" altLang="zh-CN" sz="2400" dirty="0" err="1">
                <a:solidFill>
                  <a:schemeClr val="accent6">
                    <a:lumMod val="75000"/>
                  </a:schemeClr>
                </a:solidFill>
                <a:latin typeface="微软雅黑" pitchFamily="34" charset="-122"/>
                <a:ea typeface="微软雅黑" pitchFamily="34" charset="-122"/>
              </a:rPr>
              <a:t>sizeof</a:t>
            </a:r>
            <a:r>
              <a:rPr lang="en-US" altLang="zh-CN" sz="2400" dirty="0">
                <a:solidFill>
                  <a:srgbClr val="FFFF66"/>
                </a:solidFill>
                <a:latin typeface="微软雅黑" pitchFamily="34" charset="-122"/>
                <a:ea typeface="微软雅黑" pitchFamily="34" charset="-122"/>
              </a:rPr>
              <a:t>  </a:t>
            </a:r>
            <a:r>
              <a:rPr lang="en-US" altLang="zh-CN" sz="2400" dirty="0">
                <a:latin typeface="微软雅黑" pitchFamily="34" charset="-122"/>
                <a:ea typeface="微软雅黑" pitchFamily="34" charset="-122"/>
              </a:rPr>
              <a:t>x</a:t>
            </a:r>
            <a:endParaRPr lang="zh-CN" altLang="en-US" sz="2400" dirty="0">
              <a:latin typeface="微软雅黑" pitchFamily="34" charset="-122"/>
              <a:ea typeface="微软雅黑" pitchFamily="34" charset="-122"/>
            </a:endParaRPr>
          </a:p>
        </p:txBody>
      </p:sp>
      <p:sp>
        <p:nvSpPr>
          <p:cNvPr id="2" name="灯片编号占位符 1"/>
          <p:cNvSpPr>
            <a:spLocks noGrp="1"/>
          </p:cNvSpPr>
          <p:nvPr>
            <p:ph type="sldNum" sz="quarter" idx="4"/>
          </p:nvPr>
        </p:nvSpPr>
        <p:spPr/>
        <p:txBody>
          <a:bodyPr/>
          <a:lstStyle/>
          <a:p>
            <a:fld id="{DEA904C8-CD7B-4714-BAE1-F1A91095C3EA}" type="slidenum">
              <a:rPr lang="zh-CN" altLang="en-US" smtClean="0"/>
              <a:pPr/>
              <a:t>21</a:t>
            </a:fld>
            <a:endParaRPr lang="zh-CN" altLang="en-US"/>
          </a:p>
        </p:txBody>
      </p:sp>
    </p:spTree>
    <p:extLst>
      <p:ext uri="{BB962C8B-B14F-4D97-AF65-F5344CB8AC3E}">
        <p14:creationId xmlns:p14="http://schemas.microsoft.com/office/powerpoint/2010/main" val="3729935422"/>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1000" fill="hold"/>
                                        <p:tgtEl>
                                          <p:spTgt spid="3">
                                            <p:txEl>
                                              <p:pRg st="0" end="0"/>
                                            </p:txEl>
                                          </p:spTgt>
                                        </p:tgtEl>
                                        <p:attrNameLst>
                                          <p:attrName>ppt_x</p:attrName>
                                        </p:attrNameLst>
                                      </p:cBhvr>
                                      <p:tavLst>
                                        <p:tav tm="0">
                                          <p:val>
                                            <p:strVal val="0-#ppt_w/2"/>
                                          </p:val>
                                        </p:tav>
                                        <p:tav tm="100000">
                                          <p:val>
                                            <p:strVal val="#ppt_x"/>
                                          </p:val>
                                        </p:tav>
                                      </p:tavLst>
                                    </p:anim>
                                    <p:anim calcmode="lin" valueType="num">
                                      <p:cBhvr additive="base">
                                        <p:cTn id="8" dur="1000" fill="hold"/>
                                        <p:tgtEl>
                                          <p:spTgt spid="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1000" fill="hold"/>
                                        <p:tgtEl>
                                          <p:spTgt spid="3">
                                            <p:txEl>
                                              <p:pRg st="1" end="1"/>
                                            </p:txEl>
                                          </p:spTgt>
                                        </p:tgtEl>
                                        <p:attrNameLst>
                                          <p:attrName>ppt_x</p:attrName>
                                        </p:attrNameLst>
                                      </p:cBhvr>
                                      <p:tavLst>
                                        <p:tav tm="0">
                                          <p:val>
                                            <p:strVal val="0-#ppt_w/2"/>
                                          </p:val>
                                        </p:tav>
                                        <p:tav tm="100000">
                                          <p:val>
                                            <p:strVal val="#ppt_x"/>
                                          </p:val>
                                        </p:tav>
                                      </p:tavLst>
                                    </p:anim>
                                    <p:anim calcmode="lin" valueType="num">
                                      <p:cBhvr additive="base">
                                        <p:cTn id="14" dur="1000" fill="hold"/>
                                        <p:tgtEl>
                                          <p:spTgt spid="3">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1000" fill="hold"/>
                                        <p:tgtEl>
                                          <p:spTgt spid="3">
                                            <p:txEl>
                                              <p:pRg st="2" end="2"/>
                                            </p:txEl>
                                          </p:spTgt>
                                        </p:tgtEl>
                                        <p:attrNameLst>
                                          <p:attrName>ppt_x</p:attrName>
                                        </p:attrNameLst>
                                      </p:cBhvr>
                                      <p:tavLst>
                                        <p:tav tm="0">
                                          <p:val>
                                            <p:strVal val="0-#ppt_w/2"/>
                                          </p:val>
                                        </p:tav>
                                        <p:tav tm="100000">
                                          <p:val>
                                            <p:strVal val="#ppt_x"/>
                                          </p:val>
                                        </p:tav>
                                      </p:tavLst>
                                    </p:anim>
                                    <p:anim calcmode="lin" valueType="num">
                                      <p:cBhvr additive="base">
                                        <p:cTn id="20" dur="1000" fill="hold"/>
                                        <p:tgtEl>
                                          <p:spTgt spid="3">
                                            <p:txEl>
                                              <p:pRg st="2" end="2"/>
                                            </p:txEl>
                                          </p:spTgt>
                                        </p:tgtEl>
                                        <p:attrNameLst>
                                          <p:attrName>ppt_y</p:attrName>
                                        </p:attrNameLst>
                                      </p:cBhvr>
                                      <p:tavLst>
                                        <p:tav tm="0">
                                          <p:val>
                                            <p:strVal val="#ppt_y"/>
                                          </p:val>
                                        </p:tav>
                                        <p:tav tm="100000">
                                          <p:val>
                                            <p:strVal val="#ppt_y"/>
                                          </p:val>
                                        </p:tav>
                                      </p:tavLst>
                                    </p:anim>
                                  </p:childTnLst>
                                </p:cTn>
                              </p:par>
                              <p:par>
                                <p:cTn id="21" presetID="2" presetClass="entr" presetSubtype="8" fill="hold" nodeType="with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anim calcmode="lin" valueType="num">
                                      <p:cBhvr additive="base">
                                        <p:cTn id="23" dur="1000" fill="hold"/>
                                        <p:tgtEl>
                                          <p:spTgt spid="3">
                                            <p:txEl>
                                              <p:pRg st="3" end="3"/>
                                            </p:txEl>
                                          </p:spTgt>
                                        </p:tgtEl>
                                        <p:attrNameLst>
                                          <p:attrName>ppt_x</p:attrName>
                                        </p:attrNameLst>
                                      </p:cBhvr>
                                      <p:tavLst>
                                        <p:tav tm="0">
                                          <p:val>
                                            <p:strVal val="0-#ppt_w/2"/>
                                          </p:val>
                                        </p:tav>
                                        <p:tav tm="100000">
                                          <p:val>
                                            <p:strVal val="#ppt_x"/>
                                          </p:val>
                                        </p:tav>
                                      </p:tavLst>
                                    </p:anim>
                                    <p:anim calcmode="lin" valueType="num">
                                      <p:cBhvr additive="base">
                                        <p:cTn id="24" dur="1000" fill="hold"/>
                                        <p:tgtEl>
                                          <p:spTgt spid="3">
                                            <p:txEl>
                                              <p:pRg st="3" end="3"/>
                                            </p:txEl>
                                          </p:spTgt>
                                        </p:tgtEl>
                                        <p:attrNameLst>
                                          <p:attrName>ppt_y</p:attrName>
                                        </p:attrNameLst>
                                      </p:cBhvr>
                                      <p:tavLst>
                                        <p:tav tm="0">
                                          <p:val>
                                            <p:strVal val="#ppt_y"/>
                                          </p:val>
                                        </p:tav>
                                        <p:tav tm="100000">
                                          <p:val>
                                            <p:strVal val="#ppt_y"/>
                                          </p:val>
                                        </p:tav>
                                      </p:tavLst>
                                    </p:anim>
                                  </p:childTnLst>
                                </p:cTn>
                              </p:par>
                              <p:par>
                                <p:cTn id="25" presetID="2" presetClass="entr" presetSubtype="8" fill="hold" nodeType="with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 calcmode="lin" valueType="num">
                                      <p:cBhvr additive="base">
                                        <p:cTn id="27" dur="1000" fill="hold"/>
                                        <p:tgtEl>
                                          <p:spTgt spid="3">
                                            <p:txEl>
                                              <p:pRg st="4" end="4"/>
                                            </p:txEl>
                                          </p:spTgt>
                                        </p:tgtEl>
                                        <p:attrNameLst>
                                          <p:attrName>ppt_x</p:attrName>
                                        </p:attrNameLst>
                                      </p:cBhvr>
                                      <p:tavLst>
                                        <p:tav tm="0">
                                          <p:val>
                                            <p:strVal val="0-#ppt_w/2"/>
                                          </p:val>
                                        </p:tav>
                                        <p:tav tm="100000">
                                          <p:val>
                                            <p:strVal val="#ppt_x"/>
                                          </p:val>
                                        </p:tav>
                                      </p:tavLst>
                                    </p:anim>
                                    <p:anim calcmode="lin" valueType="num">
                                      <p:cBhvr additive="base">
                                        <p:cTn id="28" dur="1000" fill="hold"/>
                                        <p:tgtEl>
                                          <p:spTgt spid="3">
                                            <p:txEl>
                                              <p:pRg st="4" end="4"/>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标题 1"/>
          <p:cNvSpPr>
            <a:spLocks noGrp="1"/>
          </p:cNvSpPr>
          <p:nvPr>
            <p:ph type="title"/>
          </p:nvPr>
        </p:nvSpPr>
        <p:spPr>
          <a:xfrm>
            <a:off x="609600" y="1076325"/>
            <a:ext cx="10975975" cy="840507"/>
          </a:xfrm>
        </p:spPr>
        <p:txBody>
          <a:bodyPr/>
          <a:lstStyle/>
          <a:p>
            <a:r>
              <a:rPr lang="zh-CN" altLang="en-US">
                <a:latin typeface="微软雅黑" panose="020B0503020204020204" pitchFamily="34" charset="-122"/>
                <a:ea typeface="微软雅黑" panose="020B0503020204020204" pitchFamily="34" charset="-122"/>
              </a:rPr>
              <a:t>基本数据类型</a:t>
            </a:r>
          </a:p>
        </p:txBody>
      </p:sp>
      <p:sp>
        <p:nvSpPr>
          <p:cNvPr id="28675" name="内容占位符 2"/>
          <p:cNvSpPr>
            <a:spLocks noGrp="1"/>
          </p:cNvSpPr>
          <p:nvPr>
            <p:ph idx="1"/>
          </p:nvPr>
        </p:nvSpPr>
        <p:spPr>
          <a:xfrm>
            <a:off x="609600" y="1988840"/>
            <a:ext cx="10888663" cy="4464348"/>
          </a:xfrm>
        </p:spPr>
        <p:txBody>
          <a:bodyPr/>
          <a:lstStyle/>
          <a:p>
            <a:r>
              <a:rPr lang="zh-CN" altLang="en-US" sz="2400">
                <a:latin typeface="微软雅黑" panose="020B0503020204020204" pitchFamily="34" charset="-122"/>
                <a:ea typeface="微软雅黑" panose="020B0503020204020204" pitchFamily="34" charset="-122"/>
              </a:rPr>
              <a:t>字符类型</a:t>
            </a:r>
            <a:endParaRPr lang="en-US" altLang="zh-CN" sz="2400">
              <a:latin typeface="微软雅黑" panose="020B0503020204020204" pitchFamily="34" charset="-122"/>
              <a:ea typeface="微软雅黑" panose="020B0503020204020204" pitchFamily="34" charset="-122"/>
            </a:endParaRPr>
          </a:p>
          <a:p>
            <a:pPr lvl="1" eaLnBrk="1" hangingPunct="1"/>
            <a:r>
              <a:rPr lang="en-US" altLang="zh-CN" sz="2400">
                <a:latin typeface="微软雅黑" panose="020B0503020204020204" pitchFamily="34" charset="-122"/>
                <a:ea typeface="微软雅黑" panose="020B0503020204020204" pitchFamily="34" charset="-122"/>
              </a:rPr>
              <a:t>char</a:t>
            </a:r>
            <a:r>
              <a:rPr lang="zh-CN" altLang="en-US" sz="2400">
                <a:latin typeface="微软雅黑" panose="020B0503020204020204" pitchFamily="34" charset="-122"/>
                <a:ea typeface="微软雅黑" panose="020B0503020204020204" pitchFamily="34" charset="-122"/>
              </a:rPr>
              <a:t>类型</a:t>
            </a:r>
            <a:endParaRPr lang="en-US" altLang="zh-CN" sz="2400">
              <a:latin typeface="微软雅黑" panose="020B0503020204020204" pitchFamily="34" charset="-122"/>
              <a:ea typeface="微软雅黑" panose="020B0503020204020204" pitchFamily="34" charset="-122"/>
            </a:endParaRPr>
          </a:p>
          <a:p>
            <a:pPr lvl="1" eaLnBrk="1" hangingPunct="1"/>
            <a:r>
              <a:rPr lang="zh-CN" altLang="en-US" sz="2400">
                <a:latin typeface="微软雅黑" panose="020B0503020204020204" pitchFamily="34" charset="-122"/>
                <a:ea typeface="微软雅黑" panose="020B0503020204020204" pitchFamily="34" charset="-122"/>
              </a:rPr>
              <a:t>容纳单个字符的编码</a:t>
            </a:r>
            <a:endParaRPr lang="en-US" altLang="zh-CN" sz="2400">
              <a:latin typeface="微软雅黑" panose="020B0503020204020204" pitchFamily="34" charset="-122"/>
              <a:ea typeface="微软雅黑" panose="020B0503020204020204" pitchFamily="34" charset="-122"/>
            </a:endParaRPr>
          </a:p>
          <a:p>
            <a:pPr eaLnBrk="1" hangingPunct="1"/>
            <a:r>
              <a:rPr lang="zh-CN" altLang="en-US" sz="2400">
                <a:latin typeface="微软雅黑" panose="020B0503020204020204" pitchFamily="34" charset="-122"/>
                <a:ea typeface="微软雅黑" panose="020B0503020204020204" pitchFamily="34" charset="-122"/>
              </a:rPr>
              <a:t>字符串类型（详见第</a:t>
            </a:r>
            <a:r>
              <a:rPr lang="en-US" altLang="zh-CN" sz="2400">
                <a:latin typeface="微软雅黑" panose="020B0503020204020204" pitchFamily="34" charset="-122"/>
                <a:ea typeface="微软雅黑" panose="020B0503020204020204" pitchFamily="34" charset="-122"/>
              </a:rPr>
              <a:t>6</a:t>
            </a:r>
            <a:r>
              <a:rPr lang="zh-CN" altLang="en-US" sz="2400">
                <a:latin typeface="微软雅黑" panose="020B0503020204020204" pitchFamily="34" charset="-122"/>
                <a:ea typeface="微软雅黑" panose="020B0503020204020204" pitchFamily="34" charset="-122"/>
              </a:rPr>
              <a:t>章）</a:t>
            </a:r>
            <a:endParaRPr lang="en-US" altLang="zh-CN" sz="2400">
              <a:latin typeface="微软雅黑" panose="020B0503020204020204" pitchFamily="34" charset="-122"/>
              <a:ea typeface="微软雅黑" panose="020B0503020204020204" pitchFamily="34" charset="-122"/>
            </a:endParaRPr>
          </a:p>
          <a:p>
            <a:pPr lvl="1" eaLnBrk="1" hangingPunct="1"/>
            <a:r>
              <a:rPr lang="en-US" altLang="zh-CN" sz="2400">
                <a:latin typeface="微软雅黑" panose="020B0503020204020204" pitchFamily="34" charset="-122"/>
                <a:ea typeface="微软雅黑" panose="020B0503020204020204" pitchFamily="34" charset="-122"/>
              </a:rPr>
              <a:t>C</a:t>
            </a:r>
            <a:r>
              <a:rPr lang="zh-CN" altLang="en-US" sz="2400">
                <a:latin typeface="微软雅黑" panose="020B0503020204020204" pitchFamily="34" charset="-122"/>
                <a:ea typeface="微软雅黑" panose="020B0503020204020204" pitchFamily="34" charset="-122"/>
              </a:rPr>
              <a:t>风格的字符串</a:t>
            </a:r>
            <a:endParaRPr lang="en-US" altLang="zh-CN" sz="2400">
              <a:latin typeface="微软雅黑" panose="020B0503020204020204" pitchFamily="34" charset="-122"/>
              <a:ea typeface="微软雅黑" panose="020B0503020204020204" pitchFamily="34" charset="-122"/>
            </a:endParaRPr>
          </a:p>
          <a:p>
            <a:pPr lvl="2" eaLnBrk="1" hangingPunct="1"/>
            <a:r>
              <a:rPr lang="zh-CN" altLang="en-US">
                <a:latin typeface="微软雅黑" panose="020B0503020204020204" pitchFamily="34" charset="-122"/>
                <a:ea typeface="微软雅黑" panose="020B0503020204020204" pitchFamily="34" charset="-122"/>
              </a:rPr>
              <a:t>采用字符数组</a:t>
            </a:r>
            <a:endParaRPr lang="en-US" altLang="zh-CN">
              <a:latin typeface="微软雅黑" panose="020B0503020204020204" pitchFamily="34" charset="-122"/>
              <a:ea typeface="微软雅黑" panose="020B0503020204020204" pitchFamily="34" charset="-122"/>
            </a:endParaRPr>
          </a:p>
          <a:p>
            <a:pPr lvl="1" eaLnBrk="1" hangingPunct="1"/>
            <a:r>
              <a:rPr lang="en-US" altLang="zh-CN" sz="2400">
                <a:latin typeface="微软雅黑" panose="020B0503020204020204" pitchFamily="34" charset="-122"/>
                <a:ea typeface="微软雅黑" panose="020B0503020204020204" pitchFamily="34" charset="-122"/>
              </a:rPr>
              <a:t>C++</a:t>
            </a:r>
            <a:r>
              <a:rPr lang="zh-CN" altLang="en-US" sz="2400">
                <a:latin typeface="微软雅黑" panose="020B0503020204020204" pitchFamily="34" charset="-122"/>
                <a:ea typeface="微软雅黑" panose="020B0503020204020204" pitchFamily="34" charset="-122"/>
              </a:rPr>
              <a:t>风格的字符串</a:t>
            </a:r>
            <a:endParaRPr lang="en-US" altLang="zh-CN" sz="2400">
              <a:latin typeface="微软雅黑" panose="020B0503020204020204" pitchFamily="34" charset="-122"/>
              <a:ea typeface="微软雅黑" panose="020B0503020204020204" pitchFamily="34" charset="-122"/>
            </a:endParaRPr>
          </a:p>
          <a:p>
            <a:pPr lvl="2" eaLnBrk="1" hangingPunct="1"/>
            <a:r>
              <a:rPr lang="zh-CN" altLang="en-US">
                <a:latin typeface="微软雅黑" panose="020B0503020204020204" pitchFamily="34" charset="-122"/>
                <a:ea typeface="微软雅黑" panose="020B0503020204020204" pitchFamily="34" charset="-122"/>
              </a:rPr>
              <a:t>采用标准</a:t>
            </a:r>
            <a:r>
              <a:rPr lang="en-US" altLang="en-US">
                <a:latin typeface="微软雅黑" panose="020B0503020204020204" pitchFamily="34" charset="-122"/>
                <a:ea typeface="微软雅黑" panose="020B0503020204020204" pitchFamily="34" charset="-122"/>
              </a:rPr>
              <a:t>C++</a:t>
            </a:r>
            <a:r>
              <a:rPr lang="zh-CN" altLang="en-US">
                <a:latin typeface="微软雅黑" panose="020B0503020204020204" pitchFamily="34" charset="-122"/>
                <a:ea typeface="微软雅黑" panose="020B0503020204020204" pitchFamily="34" charset="-122"/>
              </a:rPr>
              <a:t>类库中的</a:t>
            </a:r>
            <a:r>
              <a:rPr lang="en-US" altLang="zh-CN">
                <a:latin typeface="微软雅黑" panose="020B0503020204020204" pitchFamily="34" charset="-122"/>
                <a:ea typeface="微软雅黑" panose="020B0503020204020204" pitchFamily="34" charset="-122"/>
              </a:rPr>
              <a:t>s</a:t>
            </a:r>
            <a:r>
              <a:rPr lang="en-US" altLang="en-US">
                <a:latin typeface="微软雅黑" panose="020B0503020204020204" pitchFamily="34" charset="-122"/>
                <a:ea typeface="微软雅黑" panose="020B0503020204020204" pitchFamily="34" charset="-122"/>
              </a:rPr>
              <a:t>tring</a:t>
            </a:r>
            <a:r>
              <a:rPr lang="zh-CN" altLang="en-US">
                <a:latin typeface="微软雅黑" panose="020B0503020204020204" pitchFamily="34" charset="-122"/>
                <a:ea typeface="微软雅黑" panose="020B0503020204020204" pitchFamily="34" charset="-122"/>
              </a:rPr>
              <a:t>类</a:t>
            </a:r>
            <a:endParaRPr lang="en-US" altLang="zh-CN">
              <a:latin typeface="微软雅黑" panose="020B0503020204020204" pitchFamily="34" charset="-122"/>
              <a:ea typeface="微软雅黑" panose="020B0503020204020204" pitchFamily="34" charset="-122"/>
            </a:endParaRPr>
          </a:p>
          <a:p>
            <a:pPr eaLnBrk="1" hangingPunct="1"/>
            <a:r>
              <a:rPr lang="zh-CN" altLang="en-US" sz="2400">
                <a:latin typeface="微软雅黑" panose="020B0503020204020204" pitchFamily="34" charset="-122"/>
                <a:ea typeface="微软雅黑" panose="020B0503020204020204" pitchFamily="34" charset="-122"/>
              </a:rPr>
              <a:t>布尔类型</a:t>
            </a:r>
            <a:endParaRPr lang="en-US" altLang="zh-CN" sz="2400">
              <a:latin typeface="微软雅黑" panose="020B0503020204020204" pitchFamily="34" charset="-122"/>
              <a:ea typeface="微软雅黑" panose="020B0503020204020204" pitchFamily="34" charset="-122"/>
            </a:endParaRPr>
          </a:p>
          <a:p>
            <a:pPr lvl="1" eaLnBrk="1" hangingPunct="1"/>
            <a:r>
              <a:rPr lang="en-US" altLang="zh-CN" sz="2400">
                <a:latin typeface="微软雅黑" panose="020B0503020204020204" pitchFamily="34" charset="-122"/>
                <a:ea typeface="微软雅黑" panose="020B0503020204020204" pitchFamily="34" charset="-122"/>
              </a:rPr>
              <a:t>bool</a:t>
            </a:r>
            <a:r>
              <a:rPr lang="zh-CN" altLang="en-US" sz="2400">
                <a:latin typeface="微软雅黑" panose="020B0503020204020204" pitchFamily="34" charset="-122"/>
                <a:ea typeface="微软雅黑" panose="020B0503020204020204" pitchFamily="34" charset="-122"/>
              </a:rPr>
              <a:t>类型，只有两个值：</a:t>
            </a:r>
            <a:r>
              <a:rPr lang="en-US" altLang="zh-CN" sz="2400">
                <a:latin typeface="微软雅黑" panose="020B0503020204020204" pitchFamily="34" charset="-122"/>
                <a:ea typeface="微软雅黑" panose="020B0503020204020204" pitchFamily="34" charset="-122"/>
              </a:rPr>
              <a:t>true</a:t>
            </a:r>
            <a:r>
              <a:rPr lang="zh-CN" altLang="en-US" sz="2400">
                <a:latin typeface="微软雅黑" panose="020B0503020204020204" pitchFamily="34" charset="-122"/>
                <a:ea typeface="微软雅黑" panose="020B0503020204020204" pitchFamily="34" charset="-122"/>
              </a:rPr>
              <a:t>（真）</a:t>
            </a:r>
            <a:r>
              <a:rPr lang="en-US" altLang="zh-CN" sz="2400">
                <a:latin typeface="微软雅黑" panose="020B0503020204020204" pitchFamily="34" charset="-122"/>
                <a:ea typeface="微软雅黑" panose="020B0503020204020204" pitchFamily="34" charset="-122"/>
              </a:rPr>
              <a:t> </a:t>
            </a:r>
            <a:r>
              <a:rPr lang="zh-CN" altLang="en-US" sz="2400">
                <a:latin typeface="微软雅黑" panose="020B0503020204020204" pitchFamily="34" charset="-122"/>
                <a:ea typeface="微软雅黑" panose="020B0503020204020204" pitchFamily="34" charset="-122"/>
              </a:rPr>
              <a:t>、</a:t>
            </a:r>
            <a:r>
              <a:rPr lang="en-US" altLang="zh-CN" sz="2400">
                <a:latin typeface="微软雅黑" panose="020B0503020204020204" pitchFamily="34" charset="-122"/>
                <a:ea typeface="微软雅黑" panose="020B0503020204020204" pitchFamily="34" charset="-122"/>
              </a:rPr>
              <a:t>false</a:t>
            </a:r>
            <a:r>
              <a:rPr lang="zh-CN" altLang="en-US" sz="2400">
                <a:latin typeface="微软雅黑" panose="020B0503020204020204" pitchFamily="34" charset="-122"/>
                <a:ea typeface="微软雅黑" panose="020B0503020204020204" pitchFamily="34" charset="-122"/>
              </a:rPr>
              <a:t>（假）</a:t>
            </a:r>
            <a:endParaRPr lang="en-US" altLang="zh-CN" sz="2400">
              <a:latin typeface="微软雅黑" panose="020B0503020204020204" pitchFamily="34" charset="-122"/>
              <a:ea typeface="微软雅黑" panose="020B0503020204020204" pitchFamily="34" charset="-122"/>
            </a:endParaRPr>
          </a:p>
          <a:p>
            <a:pPr lvl="1" eaLnBrk="1" hangingPunct="1"/>
            <a:r>
              <a:rPr lang="zh-CN" altLang="en-US" sz="2400">
                <a:latin typeface="微软雅黑" panose="020B0503020204020204" pitchFamily="34" charset="-122"/>
                <a:ea typeface="微软雅黑" panose="020B0503020204020204" pitchFamily="34" charset="-122"/>
              </a:rPr>
              <a:t>常用来表示关系比较、相等比较或逻辑运算的结果</a:t>
            </a:r>
          </a:p>
        </p:txBody>
      </p:sp>
      <p:sp>
        <p:nvSpPr>
          <p:cNvPr id="2" name="灯片编号占位符 1"/>
          <p:cNvSpPr>
            <a:spLocks noGrp="1"/>
          </p:cNvSpPr>
          <p:nvPr>
            <p:ph type="sldNum" sz="quarter" idx="4"/>
          </p:nvPr>
        </p:nvSpPr>
        <p:spPr/>
        <p:txBody>
          <a:bodyPr/>
          <a:lstStyle/>
          <a:p>
            <a:fld id="{DEA904C8-CD7B-4714-BAE1-F1A91095C3EA}" type="slidenum">
              <a:rPr lang="zh-CN" altLang="en-US" smtClean="0"/>
              <a:pPr/>
              <a:t>22</a:t>
            </a:fld>
            <a:endParaRPr lang="zh-CN" altLang="en-US"/>
          </a:p>
        </p:txBody>
      </p:sp>
    </p:spTree>
    <p:extLst>
      <p:ext uri="{BB962C8B-B14F-4D97-AF65-F5344CB8AC3E}">
        <p14:creationId xmlns:p14="http://schemas.microsoft.com/office/powerpoint/2010/main" val="2302133941"/>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28675">
                                            <p:txEl>
                                              <p:pRg st="1" end="1"/>
                                            </p:txEl>
                                          </p:spTgt>
                                        </p:tgtEl>
                                        <p:attrNameLst>
                                          <p:attrName>style.visibility</p:attrName>
                                        </p:attrNameLst>
                                      </p:cBhvr>
                                      <p:to>
                                        <p:strVal val="visible"/>
                                      </p:to>
                                    </p:set>
                                    <p:anim calcmode="lin" valueType="num">
                                      <p:cBhvr additive="base">
                                        <p:cTn id="7" dur="1000" fill="hold"/>
                                        <p:tgtEl>
                                          <p:spTgt spid="28675">
                                            <p:txEl>
                                              <p:pRg st="1" end="1"/>
                                            </p:txEl>
                                          </p:spTgt>
                                        </p:tgtEl>
                                        <p:attrNameLst>
                                          <p:attrName>ppt_x</p:attrName>
                                        </p:attrNameLst>
                                      </p:cBhvr>
                                      <p:tavLst>
                                        <p:tav tm="0">
                                          <p:val>
                                            <p:strVal val="0-#ppt_w/2"/>
                                          </p:val>
                                        </p:tav>
                                        <p:tav tm="100000">
                                          <p:val>
                                            <p:strVal val="#ppt_x"/>
                                          </p:val>
                                        </p:tav>
                                      </p:tavLst>
                                    </p:anim>
                                    <p:anim calcmode="lin" valueType="num">
                                      <p:cBhvr additive="base">
                                        <p:cTn id="8" dur="1000" fill="hold"/>
                                        <p:tgtEl>
                                          <p:spTgt spid="28675">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28675">
                                            <p:txEl>
                                              <p:pRg st="2" end="2"/>
                                            </p:txEl>
                                          </p:spTgt>
                                        </p:tgtEl>
                                        <p:attrNameLst>
                                          <p:attrName>style.visibility</p:attrName>
                                        </p:attrNameLst>
                                      </p:cBhvr>
                                      <p:to>
                                        <p:strVal val="visible"/>
                                      </p:to>
                                    </p:set>
                                    <p:anim calcmode="lin" valueType="num">
                                      <p:cBhvr additive="base">
                                        <p:cTn id="13" dur="1000" fill="hold"/>
                                        <p:tgtEl>
                                          <p:spTgt spid="28675">
                                            <p:txEl>
                                              <p:pRg st="2" end="2"/>
                                            </p:txEl>
                                          </p:spTgt>
                                        </p:tgtEl>
                                        <p:attrNameLst>
                                          <p:attrName>ppt_x</p:attrName>
                                        </p:attrNameLst>
                                      </p:cBhvr>
                                      <p:tavLst>
                                        <p:tav tm="0">
                                          <p:val>
                                            <p:strVal val="0-#ppt_w/2"/>
                                          </p:val>
                                        </p:tav>
                                        <p:tav tm="100000">
                                          <p:val>
                                            <p:strVal val="#ppt_x"/>
                                          </p:val>
                                        </p:tav>
                                      </p:tavLst>
                                    </p:anim>
                                    <p:anim calcmode="lin" valueType="num">
                                      <p:cBhvr additive="base">
                                        <p:cTn id="14" dur="1000" fill="hold"/>
                                        <p:tgtEl>
                                          <p:spTgt spid="28675">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nodeType="clickEffect">
                                  <p:stCondLst>
                                    <p:cond delay="0"/>
                                  </p:stCondLst>
                                  <p:childTnLst>
                                    <p:set>
                                      <p:cBhvr>
                                        <p:cTn id="18" dur="1" fill="hold">
                                          <p:stCondLst>
                                            <p:cond delay="0"/>
                                          </p:stCondLst>
                                        </p:cTn>
                                        <p:tgtEl>
                                          <p:spTgt spid="28675">
                                            <p:txEl>
                                              <p:pRg st="4" end="4"/>
                                            </p:txEl>
                                          </p:spTgt>
                                        </p:tgtEl>
                                        <p:attrNameLst>
                                          <p:attrName>style.visibility</p:attrName>
                                        </p:attrNameLst>
                                      </p:cBhvr>
                                      <p:to>
                                        <p:strVal val="visible"/>
                                      </p:to>
                                    </p:set>
                                    <p:anim calcmode="lin" valueType="num">
                                      <p:cBhvr additive="base">
                                        <p:cTn id="19" dur="1000" fill="hold"/>
                                        <p:tgtEl>
                                          <p:spTgt spid="28675">
                                            <p:txEl>
                                              <p:pRg st="4" end="4"/>
                                            </p:txEl>
                                          </p:spTgt>
                                        </p:tgtEl>
                                        <p:attrNameLst>
                                          <p:attrName>ppt_x</p:attrName>
                                        </p:attrNameLst>
                                      </p:cBhvr>
                                      <p:tavLst>
                                        <p:tav tm="0">
                                          <p:val>
                                            <p:strVal val="0-#ppt_w/2"/>
                                          </p:val>
                                        </p:tav>
                                        <p:tav tm="100000">
                                          <p:val>
                                            <p:strVal val="#ppt_x"/>
                                          </p:val>
                                        </p:tav>
                                      </p:tavLst>
                                    </p:anim>
                                    <p:anim calcmode="lin" valueType="num">
                                      <p:cBhvr additive="base">
                                        <p:cTn id="20" dur="1000" fill="hold"/>
                                        <p:tgtEl>
                                          <p:spTgt spid="28675">
                                            <p:txEl>
                                              <p:pRg st="4" end="4"/>
                                            </p:txEl>
                                          </p:spTgt>
                                        </p:tgtEl>
                                        <p:attrNameLst>
                                          <p:attrName>ppt_y</p:attrName>
                                        </p:attrNameLst>
                                      </p:cBhvr>
                                      <p:tavLst>
                                        <p:tav tm="0">
                                          <p:val>
                                            <p:strVal val="#ppt_y"/>
                                          </p:val>
                                        </p:tav>
                                        <p:tav tm="100000">
                                          <p:val>
                                            <p:strVal val="#ppt_y"/>
                                          </p:val>
                                        </p:tav>
                                      </p:tavLst>
                                    </p:anim>
                                  </p:childTnLst>
                                </p:cTn>
                              </p:par>
                              <p:par>
                                <p:cTn id="21" presetID="2" presetClass="entr" presetSubtype="8" fill="hold" nodeType="withEffect">
                                  <p:stCondLst>
                                    <p:cond delay="0"/>
                                  </p:stCondLst>
                                  <p:childTnLst>
                                    <p:set>
                                      <p:cBhvr>
                                        <p:cTn id="22" dur="1" fill="hold">
                                          <p:stCondLst>
                                            <p:cond delay="0"/>
                                          </p:stCondLst>
                                        </p:cTn>
                                        <p:tgtEl>
                                          <p:spTgt spid="28675">
                                            <p:txEl>
                                              <p:pRg st="5" end="5"/>
                                            </p:txEl>
                                          </p:spTgt>
                                        </p:tgtEl>
                                        <p:attrNameLst>
                                          <p:attrName>style.visibility</p:attrName>
                                        </p:attrNameLst>
                                      </p:cBhvr>
                                      <p:to>
                                        <p:strVal val="visible"/>
                                      </p:to>
                                    </p:set>
                                    <p:anim calcmode="lin" valueType="num">
                                      <p:cBhvr additive="base">
                                        <p:cTn id="23" dur="1000" fill="hold"/>
                                        <p:tgtEl>
                                          <p:spTgt spid="28675">
                                            <p:txEl>
                                              <p:pRg st="5" end="5"/>
                                            </p:txEl>
                                          </p:spTgt>
                                        </p:tgtEl>
                                        <p:attrNameLst>
                                          <p:attrName>ppt_x</p:attrName>
                                        </p:attrNameLst>
                                      </p:cBhvr>
                                      <p:tavLst>
                                        <p:tav tm="0">
                                          <p:val>
                                            <p:strVal val="0-#ppt_w/2"/>
                                          </p:val>
                                        </p:tav>
                                        <p:tav tm="100000">
                                          <p:val>
                                            <p:strVal val="#ppt_x"/>
                                          </p:val>
                                        </p:tav>
                                      </p:tavLst>
                                    </p:anim>
                                    <p:anim calcmode="lin" valueType="num">
                                      <p:cBhvr additive="base">
                                        <p:cTn id="24" dur="1000" fill="hold"/>
                                        <p:tgtEl>
                                          <p:spTgt spid="28675">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25" fill="hold" nodeType="clickPar">
                      <p:stCondLst>
                        <p:cond delay="indefinite"/>
                      </p:stCondLst>
                      <p:childTnLst>
                        <p:par>
                          <p:cTn id="26" fill="hold" nodeType="withGroup">
                            <p:stCondLst>
                              <p:cond delay="0"/>
                            </p:stCondLst>
                            <p:childTnLst>
                              <p:par>
                                <p:cTn id="27" presetID="2" presetClass="entr" presetSubtype="8" fill="hold" nodeType="clickEffect">
                                  <p:stCondLst>
                                    <p:cond delay="0"/>
                                  </p:stCondLst>
                                  <p:childTnLst>
                                    <p:set>
                                      <p:cBhvr>
                                        <p:cTn id="28" dur="1" fill="hold">
                                          <p:stCondLst>
                                            <p:cond delay="0"/>
                                          </p:stCondLst>
                                        </p:cTn>
                                        <p:tgtEl>
                                          <p:spTgt spid="28675">
                                            <p:txEl>
                                              <p:pRg st="6" end="6"/>
                                            </p:txEl>
                                          </p:spTgt>
                                        </p:tgtEl>
                                        <p:attrNameLst>
                                          <p:attrName>style.visibility</p:attrName>
                                        </p:attrNameLst>
                                      </p:cBhvr>
                                      <p:to>
                                        <p:strVal val="visible"/>
                                      </p:to>
                                    </p:set>
                                    <p:anim calcmode="lin" valueType="num">
                                      <p:cBhvr additive="base">
                                        <p:cTn id="29" dur="1000" fill="hold"/>
                                        <p:tgtEl>
                                          <p:spTgt spid="28675">
                                            <p:txEl>
                                              <p:pRg st="6" end="6"/>
                                            </p:txEl>
                                          </p:spTgt>
                                        </p:tgtEl>
                                        <p:attrNameLst>
                                          <p:attrName>ppt_x</p:attrName>
                                        </p:attrNameLst>
                                      </p:cBhvr>
                                      <p:tavLst>
                                        <p:tav tm="0">
                                          <p:val>
                                            <p:strVal val="0-#ppt_w/2"/>
                                          </p:val>
                                        </p:tav>
                                        <p:tav tm="100000">
                                          <p:val>
                                            <p:strVal val="#ppt_x"/>
                                          </p:val>
                                        </p:tav>
                                      </p:tavLst>
                                    </p:anim>
                                    <p:anim calcmode="lin" valueType="num">
                                      <p:cBhvr additive="base">
                                        <p:cTn id="30" dur="1000" fill="hold"/>
                                        <p:tgtEl>
                                          <p:spTgt spid="28675">
                                            <p:txEl>
                                              <p:pRg st="6" end="6"/>
                                            </p:txEl>
                                          </p:spTgt>
                                        </p:tgtEl>
                                        <p:attrNameLst>
                                          <p:attrName>ppt_y</p:attrName>
                                        </p:attrNameLst>
                                      </p:cBhvr>
                                      <p:tavLst>
                                        <p:tav tm="0">
                                          <p:val>
                                            <p:strVal val="#ppt_y"/>
                                          </p:val>
                                        </p:tav>
                                        <p:tav tm="100000">
                                          <p:val>
                                            <p:strVal val="#ppt_y"/>
                                          </p:val>
                                        </p:tav>
                                      </p:tavLst>
                                    </p:anim>
                                  </p:childTnLst>
                                </p:cTn>
                              </p:par>
                              <p:par>
                                <p:cTn id="31" presetID="2" presetClass="entr" presetSubtype="8" fill="hold" nodeType="withEffect">
                                  <p:stCondLst>
                                    <p:cond delay="0"/>
                                  </p:stCondLst>
                                  <p:childTnLst>
                                    <p:set>
                                      <p:cBhvr>
                                        <p:cTn id="32" dur="1" fill="hold">
                                          <p:stCondLst>
                                            <p:cond delay="0"/>
                                          </p:stCondLst>
                                        </p:cTn>
                                        <p:tgtEl>
                                          <p:spTgt spid="28675">
                                            <p:txEl>
                                              <p:pRg st="7" end="7"/>
                                            </p:txEl>
                                          </p:spTgt>
                                        </p:tgtEl>
                                        <p:attrNameLst>
                                          <p:attrName>style.visibility</p:attrName>
                                        </p:attrNameLst>
                                      </p:cBhvr>
                                      <p:to>
                                        <p:strVal val="visible"/>
                                      </p:to>
                                    </p:set>
                                    <p:anim calcmode="lin" valueType="num">
                                      <p:cBhvr additive="base">
                                        <p:cTn id="33" dur="1000" fill="hold"/>
                                        <p:tgtEl>
                                          <p:spTgt spid="28675">
                                            <p:txEl>
                                              <p:pRg st="7" end="7"/>
                                            </p:txEl>
                                          </p:spTgt>
                                        </p:tgtEl>
                                        <p:attrNameLst>
                                          <p:attrName>ppt_x</p:attrName>
                                        </p:attrNameLst>
                                      </p:cBhvr>
                                      <p:tavLst>
                                        <p:tav tm="0">
                                          <p:val>
                                            <p:strVal val="0-#ppt_w/2"/>
                                          </p:val>
                                        </p:tav>
                                        <p:tav tm="100000">
                                          <p:val>
                                            <p:strVal val="#ppt_x"/>
                                          </p:val>
                                        </p:tav>
                                      </p:tavLst>
                                    </p:anim>
                                    <p:anim calcmode="lin" valueType="num">
                                      <p:cBhvr additive="base">
                                        <p:cTn id="34" dur="1000" fill="hold"/>
                                        <p:tgtEl>
                                          <p:spTgt spid="28675">
                                            <p:txEl>
                                              <p:pRg st="7" end="7"/>
                                            </p:txEl>
                                          </p:spTgt>
                                        </p:tgtEl>
                                        <p:attrNameLst>
                                          <p:attrName>ppt_y</p:attrName>
                                        </p:attrNameLst>
                                      </p:cBhvr>
                                      <p:tavLst>
                                        <p:tav tm="0">
                                          <p:val>
                                            <p:strVal val="#ppt_y"/>
                                          </p:val>
                                        </p:tav>
                                        <p:tav tm="100000">
                                          <p:val>
                                            <p:strVal val="#ppt_y"/>
                                          </p:val>
                                        </p:tav>
                                      </p:tavLst>
                                    </p:anim>
                                  </p:childTnLst>
                                </p:cTn>
                              </p:par>
                            </p:childTnLst>
                          </p:cTn>
                        </p:par>
                      </p:childTnLst>
                    </p:cTn>
                  </p:par>
                  <p:par>
                    <p:cTn id="35" fill="hold" nodeType="clickPar">
                      <p:stCondLst>
                        <p:cond delay="indefinite"/>
                      </p:stCondLst>
                      <p:childTnLst>
                        <p:par>
                          <p:cTn id="36" fill="hold" nodeType="withGroup">
                            <p:stCondLst>
                              <p:cond delay="0"/>
                            </p:stCondLst>
                            <p:childTnLst>
                              <p:par>
                                <p:cTn id="37" presetID="2" presetClass="entr" presetSubtype="8" fill="hold" nodeType="clickEffect">
                                  <p:stCondLst>
                                    <p:cond delay="0"/>
                                  </p:stCondLst>
                                  <p:childTnLst>
                                    <p:set>
                                      <p:cBhvr>
                                        <p:cTn id="38" dur="1" fill="hold">
                                          <p:stCondLst>
                                            <p:cond delay="0"/>
                                          </p:stCondLst>
                                        </p:cTn>
                                        <p:tgtEl>
                                          <p:spTgt spid="28675">
                                            <p:txEl>
                                              <p:pRg st="9" end="9"/>
                                            </p:txEl>
                                          </p:spTgt>
                                        </p:tgtEl>
                                        <p:attrNameLst>
                                          <p:attrName>style.visibility</p:attrName>
                                        </p:attrNameLst>
                                      </p:cBhvr>
                                      <p:to>
                                        <p:strVal val="visible"/>
                                      </p:to>
                                    </p:set>
                                    <p:anim calcmode="lin" valueType="num">
                                      <p:cBhvr additive="base">
                                        <p:cTn id="39" dur="1000" fill="hold"/>
                                        <p:tgtEl>
                                          <p:spTgt spid="28675">
                                            <p:txEl>
                                              <p:pRg st="9" end="9"/>
                                            </p:txEl>
                                          </p:spTgt>
                                        </p:tgtEl>
                                        <p:attrNameLst>
                                          <p:attrName>ppt_x</p:attrName>
                                        </p:attrNameLst>
                                      </p:cBhvr>
                                      <p:tavLst>
                                        <p:tav tm="0">
                                          <p:val>
                                            <p:strVal val="0-#ppt_w/2"/>
                                          </p:val>
                                        </p:tav>
                                        <p:tav tm="100000">
                                          <p:val>
                                            <p:strVal val="#ppt_x"/>
                                          </p:val>
                                        </p:tav>
                                      </p:tavLst>
                                    </p:anim>
                                    <p:anim calcmode="lin" valueType="num">
                                      <p:cBhvr additive="base">
                                        <p:cTn id="40" dur="1000" fill="hold"/>
                                        <p:tgtEl>
                                          <p:spTgt spid="28675">
                                            <p:txEl>
                                              <p:pRg st="9" end="9"/>
                                            </p:txEl>
                                          </p:spTgt>
                                        </p:tgtEl>
                                        <p:attrNameLst>
                                          <p:attrName>ppt_y</p:attrName>
                                        </p:attrNameLst>
                                      </p:cBhvr>
                                      <p:tavLst>
                                        <p:tav tm="0">
                                          <p:val>
                                            <p:strVal val="#ppt_y"/>
                                          </p:val>
                                        </p:tav>
                                        <p:tav tm="100000">
                                          <p:val>
                                            <p:strVal val="#ppt_y"/>
                                          </p:val>
                                        </p:tav>
                                      </p:tavLst>
                                    </p:anim>
                                  </p:childTnLst>
                                </p:cTn>
                              </p:par>
                            </p:childTnLst>
                          </p:cTn>
                        </p:par>
                      </p:childTnLst>
                    </p:cTn>
                  </p:par>
                  <p:par>
                    <p:cTn id="41" fill="hold" nodeType="clickPar">
                      <p:stCondLst>
                        <p:cond delay="indefinite"/>
                      </p:stCondLst>
                      <p:childTnLst>
                        <p:par>
                          <p:cTn id="42" fill="hold" nodeType="withGroup">
                            <p:stCondLst>
                              <p:cond delay="0"/>
                            </p:stCondLst>
                            <p:childTnLst>
                              <p:par>
                                <p:cTn id="43" presetID="2" presetClass="entr" presetSubtype="8" fill="hold" nodeType="clickEffect">
                                  <p:stCondLst>
                                    <p:cond delay="0"/>
                                  </p:stCondLst>
                                  <p:childTnLst>
                                    <p:set>
                                      <p:cBhvr>
                                        <p:cTn id="44" dur="1" fill="hold">
                                          <p:stCondLst>
                                            <p:cond delay="0"/>
                                          </p:stCondLst>
                                        </p:cTn>
                                        <p:tgtEl>
                                          <p:spTgt spid="28675">
                                            <p:txEl>
                                              <p:pRg st="10" end="10"/>
                                            </p:txEl>
                                          </p:spTgt>
                                        </p:tgtEl>
                                        <p:attrNameLst>
                                          <p:attrName>style.visibility</p:attrName>
                                        </p:attrNameLst>
                                      </p:cBhvr>
                                      <p:to>
                                        <p:strVal val="visible"/>
                                      </p:to>
                                    </p:set>
                                    <p:anim calcmode="lin" valueType="num">
                                      <p:cBhvr additive="base">
                                        <p:cTn id="45" dur="1000" fill="hold"/>
                                        <p:tgtEl>
                                          <p:spTgt spid="28675">
                                            <p:txEl>
                                              <p:pRg st="10" end="10"/>
                                            </p:txEl>
                                          </p:spTgt>
                                        </p:tgtEl>
                                        <p:attrNameLst>
                                          <p:attrName>ppt_x</p:attrName>
                                        </p:attrNameLst>
                                      </p:cBhvr>
                                      <p:tavLst>
                                        <p:tav tm="0">
                                          <p:val>
                                            <p:strVal val="0-#ppt_w/2"/>
                                          </p:val>
                                        </p:tav>
                                        <p:tav tm="100000">
                                          <p:val>
                                            <p:strVal val="#ppt_x"/>
                                          </p:val>
                                        </p:tav>
                                      </p:tavLst>
                                    </p:anim>
                                    <p:anim calcmode="lin" valueType="num">
                                      <p:cBhvr additive="base">
                                        <p:cTn id="46" dur="1000" fill="hold"/>
                                        <p:tgtEl>
                                          <p:spTgt spid="28675">
                                            <p:txEl>
                                              <p:pRg st="10" end="1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标题 1"/>
          <p:cNvSpPr>
            <a:spLocks noGrp="1"/>
          </p:cNvSpPr>
          <p:nvPr>
            <p:ph type="title"/>
          </p:nvPr>
        </p:nvSpPr>
        <p:spPr>
          <a:xfrm>
            <a:off x="609600" y="908050"/>
            <a:ext cx="10975975" cy="1066800"/>
          </a:xfrm>
        </p:spPr>
        <p:txBody>
          <a:bodyPr/>
          <a:lstStyle/>
          <a:p>
            <a:pPr eaLnBrk="1" hangingPunct="1">
              <a:defRPr/>
            </a:pPr>
            <a:r>
              <a:rPr lang="zh-CN" altLang="en-US">
                <a:solidFill>
                  <a:schemeClr val="accent4">
                    <a:lumMod val="75000"/>
                  </a:schemeClr>
                </a:solidFill>
                <a:latin typeface="微软雅黑" pitchFamily="34" charset="-122"/>
                <a:ea typeface="微软雅黑" pitchFamily="34" charset="-122"/>
              </a:rPr>
              <a:t>字符文字常量</a:t>
            </a:r>
            <a:endParaRPr lang="zh-CN" altLang="en-US" dirty="0">
              <a:solidFill>
                <a:schemeClr val="accent4">
                  <a:lumMod val="75000"/>
                </a:schemeClr>
              </a:solidFill>
              <a:latin typeface="微软雅黑" pitchFamily="34" charset="-122"/>
              <a:ea typeface="微软雅黑" pitchFamily="34" charset="-122"/>
            </a:endParaRPr>
          </a:p>
        </p:txBody>
      </p:sp>
      <p:sp>
        <p:nvSpPr>
          <p:cNvPr id="34819" name="内容占位符 2"/>
          <p:cNvSpPr>
            <a:spLocks noGrp="1"/>
          </p:cNvSpPr>
          <p:nvPr>
            <p:ph idx="1"/>
          </p:nvPr>
        </p:nvSpPr>
        <p:spPr>
          <a:xfrm>
            <a:off x="571500" y="1844824"/>
            <a:ext cx="11071225" cy="1152128"/>
          </a:xfrm>
        </p:spPr>
        <p:txBody>
          <a:bodyPr/>
          <a:lstStyle/>
          <a:p>
            <a:pPr marL="490538" indent="-325438" eaLnBrk="1" hangingPunct="1">
              <a:lnSpc>
                <a:spcPct val="95000"/>
              </a:lnSpc>
            </a:pPr>
            <a:r>
              <a:rPr lang="zh-CN" altLang="en-US">
                <a:latin typeface="微软雅黑" panose="020B0503020204020204" pitchFamily="34" charset="-122"/>
                <a:ea typeface="微软雅黑" panose="020B0503020204020204" pitchFamily="34" charset="-122"/>
              </a:rPr>
              <a:t>单引号括起来的一个字符，如：</a:t>
            </a:r>
            <a:r>
              <a:rPr lang="en-US" altLang="zh-CN">
                <a:latin typeface="微软雅黑" panose="020B0503020204020204" pitchFamily="34" charset="-122"/>
                <a:ea typeface="微软雅黑" panose="020B0503020204020204" pitchFamily="34" charset="-122"/>
              </a:rPr>
              <a:t>'a', 'D', '?', '$‘</a:t>
            </a:r>
          </a:p>
          <a:p>
            <a:pPr marL="490538" indent="-325438" eaLnBrk="1" hangingPunct="1">
              <a:lnSpc>
                <a:spcPct val="95000"/>
              </a:lnSpc>
            </a:pPr>
            <a:r>
              <a:rPr lang="en-US" altLang="zh-CN">
                <a:latin typeface="微软雅黑" panose="020B0503020204020204" pitchFamily="34" charset="-122"/>
                <a:ea typeface="微软雅黑" panose="020B0503020204020204" pitchFamily="34" charset="-122"/>
              </a:rPr>
              <a:t>C++</a:t>
            </a:r>
            <a:r>
              <a:rPr lang="zh-CN" altLang="en-US">
                <a:latin typeface="微软雅黑" panose="020B0503020204020204" pitchFamily="34" charset="-122"/>
                <a:ea typeface="微软雅黑" panose="020B0503020204020204" pitchFamily="34" charset="-122"/>
              </a:rPr>
              <a:t>转义字符列表（用于在程序中表示不可显示字符）</a:t>
            </a:r>
            <a:endParaRPr lang="en-US" altLang="zh-CN">
              <a:latin typeface="微软雅黑" panose="020B0503020204020204" pitchFamily="34" charset="-122"/>
              <a:ea typeface="微软雅黑" panose="020B0503020204020204" pitchFamily="34" charset="-122"/>
            </a:endParaRPr>
          </a:p>
        </p:txBody>
      </p:sp>
      <p:graphicFrame>
        <p:nvGraphicFramePr>
          <p:cNvPr id="6" name="表格 5"/>
          <p:cNvGraphicFramePr>
            <a:graphicFrameLocks noGrp="1"/>
          </p:cNvGraphicFramePr>
          <p:nvPr/>
        </p:nvGraphicFramePr>
        <p:xfrm>
          <a:off x="1524000" y="2978392"/>
          <a:ext cx="8288337" cy="3475897"/>
        </p:xfrm>
        <a:graphic>
          <a:graphicData uri="http://schemas.openxmlformats.org/drawingml/2006/table">
            <a:tbl>
              <a:tblPr>
                <a:tableStyleId>{5DA37D80-6434-44D0-A028-1B22A696006F}</a:tableStyleId>
              </a:tblPr>
              <a:tblGrid>
                <a:gridCol w="2762779">
                  <a:extLst>
                    <a:ext uri="{9D8B030D-6E8A-4147-A177-3AD203B41FA5}">
                      <a16:colId xmlns:a16="http://schemas.microsoft.com/office/drawing/2014/main" val="20000"/>
                    </a:ext>
                  </a:extLst>
                </a:gridCol>
                <a:gridCol w="2762779">
                  <a:extLst>
                    <a:ext uri="{9D8B030D-6E8A-4147-A177-3AD203B41FA5}">
                      <a16:colId xmlns:a16="http://schemas.microsoft.com/office/drawing/2014/main" val="20001"/>
                    </a:ext>
                  </a:extLst>
                </a:gridCol>
                <a:gridCol w="2762779">
                  <a:extLst>
                    <a:ext uri="{9D8B030D-6E8A-4147-A177-3AD203B41FA5}">
                      <a16:colId xmlns:a16="http://schemas.microsoft.com/office/drawing/2014/main" val="20002"/>
                    </a:ext>
                  </a:extLst>
                </a:gridCol>
              </a:tblGrid>
              <a:tr h="292244">
                <a:tc>
                  <a:txBody>
                    <a:bodyPr/>
                    <a:lstStyle/>
                    <a:p>
                      <a:pPr indent="266700" algn="ctr">
                        <a:lnSpc>
                          <a:spcPts val="1560"/>
                        </a:lnSpc>
                        <a:spcAft>
                          <a:spcPts val="0"/>
                        </a:spcAft>
                      </a:pPr>
                      <a:r>
                        <a:rPr lang="zh-CN" sz="1800" kern="100" dirty="0">
                          <a:latin typeface="微软雅黑" panose="020B0503020204020204" pitchFamily="34" charset="-122"/>
                          <a:ea typeface="微软雅黑" panose="020B0503020204020204" pitchFamily="34" charset="-122"/>
                        </a:rPr>
                        <a:t>字符常量形式</a:t>
                      </a:r>
                      <a:endParaRPr lang="zh-CN" sz="2400" kern="100" dirty="0">
                        <a:latin typeface="微软雅黑" panose="020B0503020204020204" pitchFamily="34" charset="-122"/>
                        <a:ea typeface="微软雅黑" panose="020B0503020204020204" pitchFamily="34" charset="-122"/>
                        <a:cs typeface="Times New Roman"/>
                      </a:endParaRPr>
                    </a:p>
                  </a:txBody>
                  <a:tcPr marL="91457" marR="91457" marT="720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indent="266700" algn="ctr">
                        <a:lnSpc>
                          <a:spcPts val="1560"/>
                        </a:lnSpc>
                        <a:spcAft>
                          <a:spcPts val="0"/>
                        </a:spcAft>
                      </a:pPr>
                      <a:r>
                        <a:rPr lang="en-US" sz="1800" kern="100">
                          <a:latin typeface="微软雅黑" panose="020B0503020204020204" pitchFamily="34" charset="-122"/>
                          <a:ea typeface="微软雅黑" panose="020B0503020204020204" pitchFamily="34" charset="-122"/>
                        </a:rPr>
                        <a:t>ASCII</a:t>
                      </a:r>
                      <a:r>
                        <a:rPr lang="zh-CN" sz="1800" kern="100">
                          <a:latin typeface="微软雅黑" panose="020B0503020204020204" pitchFamily="34" charset="-122"/>
                          <a:ea typeface="微软雅黑" panose="020B0503020204020204" pitchFamily="34" charset="-122"/>
                        </a:rPr>
                        <a:t>码（十六进制）</a:t>
                      </a:r>
                      <a:endParaRPr lang="zh-CN" sz="2400" kern="100">
                        <a:latin typeface="微软雅黑" panose="020B0503020204020204" pitchFamily="34" charset="-122"/>
                        <a:ea typeface="微软雅黑" panose="020B0503020204020204" pitchFamily="34" charset="-122"/>
                        <a:cs typeface="Times New Roman"/>
                      </a:endParaRPr>
                    </a:p>
                  </a:txBody>
                  <a:tcPr marL="91457" marR="91457" marT="720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indent="266700" algn="ctr">
                        <a:lnSpc>
                          <a:spcPts val="1560"/>
                        </a:lnSpc>
                        <a:spcAft>
                          <a:spcPts val="0"/>
                        </a:spcAft>
                      </a:pPr>
                      <a:r>
                        <a:rPr lang="zh-CN" sz="1800" kern="100">
                          <a:latin typeface="微软雅黑" panose="020B0503020204020204" pitchFamily="34" charset="-122"/>
                          <a:ea typeface="微软雅黑" panose="020B0503020204020204" pitchFamily="34" charset="-122"/>
                        </a:rPr>
                        <a:t>含义</a:t>
                      </a:r>
                      <a:endParaRPr lang="zh-CN" sz="2400" kern="100">
                        <a:latin typeface="微软雅黑" panose="020B0503020204020204" pitchFamily="34" charset="-122"/>
                        <a:ea typeface="微软雅黑" panose="020B0503020204020204" pitchFamily="34" charset="-122"/>
                        <a:cs typeface="Times New Roman"/>
                      </a:endParaRPr>
                    </a:p>
                  </a:txBody>
                  <a:tcPr marL="91457" marR="91457" marT="720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292244">
                <a:tc>
                  <a:txBody>
                    <a:bodyPr/>
                    <a:lstStyle/>
                    <a:p>
                      <a:pPr indent="266700" algn="ctr">
                        <a:lnSpc>
                          <a:spcPts val="1560"/>
                        </a:lnSpc>
                        <a:spcAft>
                          <a:spcPts val="0"/>
                        </a:spcAft>
                      </a:pPr>
                      <a:r>
                        <a:rPr lang="en-US" sz="1800" kern="100" dirty="0">
                          <a:latin typeface="微软雅黑" panose="020B0503020204020204" pitchFamily="34" charset="-122"/>
                          <a:ea typeface="微软雅黑" panose="020B0503020204020204" pitchFamily="34" charset="-122"/>
                        </a:rPr>
                        <a:t>\a</a:t>
                      </a:r>
                      <a:endParaRPr lang="zh-CN" sz="2400" kern="100" dirty="0">
                        <a:latin typeface="微软雅黑" panose="020B0503020204020204" pitchFamily="34" charset="-122"/>
                        <a:ea typeface="微软雅黑" panose="020B0503020204020204" pitchFamily="34" charset="-122"/>
                        <a:cs typeface="Times New Roman"/>
                      </a:endParaRPr>
                    </a:p>
                  </a:txBody>
                  <a:tcPr marL="91457" marR="91457" marT="720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indent="266700" algn="ctr">
                        <a:lnSpc>
                          <a:spcPts val="1560"/>
                        </a:lnSpc>
                        <a:spcAft>
                          <a:spcPts val="0"/>
                        </a:spcAft>
                      </a:pPr>
                      <a:r>
                        <a:rPr lang="en-US" sz="1800" kern="100">
                          <a:latin typeface="微软雅黑" panose="020B0503020204020204" pitchFamily="34" charset="-122"/>
                          <a:ea typeface="微软雅黑" panose="020B0503020204020204" pitchFamily="34" charset="-122"/>
                        </a:rPr>
                        <a:t>07</a:t>
                      </a:r>
                      <a:endParaRPr lang="zh-CN" sz="2400" kern="100">
                        <a:latin typeface="微软雅黑" panose="020B0503020204020204" pitchFamily="34" charset="-122"/>
                        <a:ea typeface="微软雅黑" panose="020B0503020204020204" pitchFamily="34" charset="-122"/>
                        <a:cs typeface="Times New Roman"/>
                      </a:endParaRPr>
                    </a:p>
                  </a:txBody>
                  <a:tcPr marL="91457" marR="91457" marT="720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indent="266700" algn="ctr">
                        <a:lnSpc>
                          <a:spcPts val="1560"/>
                        </a:lnSpc>
                        <a:spcAft>
                          <a:spcPts val="0"/>
                        </a:spcAft>
                      </a:pPr>
                      <a:r>
                        <a:rPr lang="zh-CN" sz="1800" kern="100">
                          <a:latin typeface="微软雅黑" panose="020B0503020204020204" pitchFamily="34" charset="-122"/>
                          <a:ea typeface="微软雅黑" panose="020B0503020204020204" pitchFamily="34" charset="-122"/>
                        </a:rPr>
                        <a:t>响铃</a:t>
                      </a:r>
                      <a:endParaRPr lang="zh-CN" sz="2400" kern="100">
                        <a:latin typeface="微软雅黑" panose="020B0503020204020204" pitchFamily="34" charset="-122"/>
                        <a:ea typeface="微软雅黑" panose="020B0503020204020204" pitchFamily="34" charset="-122"/>
                        <a:cs typeface="Times New Roman"/>
                      </a:endParaRPr>
                    </a:p>
                  </a:txBody>
                  <a:tcPr marL="91457" marR="91457" marT="720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292244">
                <a:tc>
                  <a:txBody>
                    <a:bodyPr/>
                    <a:lstStyle/>
                    <a:p>
                      <a:pPr indent="266700" algn="ctr">
                        <a:lnSpc>
                          <a:spcPts val="1560"/>
                        </a:lnSpc>
                        <a:spcAft>
                          <a:spcPts val="0"/>
                        </a:spcAft>
                      </a:pPr>
                      <a:r>
                        <a:rPr lang="en-US" sz="1800" kern="100" dirty="0">
                          <a:latin typeface="微软雅黑" panose="020B0503020204020204" pitchFamily="34" charset="-122"/>
                          <a:ea typeface="微软雅黑" panose="020B0503020204020204" pitchFamily="34" charset="-122"/>
                        </a:rPr>
                        <a:t>\n</a:t>
                      </a:r>
                      <a:endParaRPr lang="zh-CN" sz="2400" kern="100" dirty="0">
                        <a:latin typeface="微软雅黑" panose="020B0503020204020204" pitchFamily="34" charset="-122"/>
                        <a:ea typeface="微软雅黑" panose="020B0503020204020204" pitchFamily="34" charset="-122"/>
                        <a:cs typeface="Times New Roman"/>
                      </a:endParaRPr>
                    </a:p>
                  </a:txBody>
                  <a:tcPr marL="91457" marR="91457" marT="720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indent="266700" algn="ctr">
                        <a:lnSpc>
                          <a:spcPts val="1560"/>
                        </a:lnSpc>
                        <a:spcAft>
                          <a:spcPts val="0"/>
                        </a:spcAft>
                      </a:pPr>
                      <a:r>
                        <a:rPr lang="en-US" sz="1800" kern="100" dirty="0">
                          <a:latin typeface="微软雅黑" panose="020B0503020204020204" pitchFamily="34" charset="-122"/>
                          <a:ea typeface="微软雅黑" panose="020B0503020204020204" pitchFamily="34" charset="-122"/>
                        </a:rPr>
                        <a:t>0</a:t>
                      </a:r>
                      <a:r>
                        <a:rPr lang="en-US" altLang="zh-CN" sz="1800" kern="100" dirty="0">
                          <a:latin typeface="微软雅黑" panose="020B0503020204020204" pitchFamily="34" charset="-122"/>
                          <a:ea typeface="微软雅黑" panose="020B0503020204020204" pitchFamily="34" charset="-122"/>
                        </a:rPr>
                        <a:t>A</a:t>
                      </a:r>
                      <a:endParaRPr lang="en-US" sz="1800" kern="100" dirty="0">
                        <a:latin typeface="微软雅黑" panose="020B0503020204020204" pitchFamily="34" charset="-122"/>
                        <a:ea typeface="微软雅黑" panose="020B0503020204020204" pitchFamily="34" charset="-122"/>
                        <a:cs typeface="Times New Roman"/>
                      </a:endParaRPr>
                    </a:p>
                  </a:txBody>
                  <a:tcPr marL="91457" marR="91457" marT="720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indent="266700" algn="ctr">
                        <a:lnSpc>
                          <a:spcPts val="1560"/>
                        </a:lnSpc>
                        <a:spcAft>
                          <a:spcPts val="0"/>
                        </a:spcAft>
                      </a:pPr>
                      <a:r>
                        <a:rPr lang="zh-CN" sz="1800" kern="100">
                          <a:latin typeface="微软雅黑" panose="020B0503020204020204" pitchFamily="34" charset="-122"/>
                          <a:ea typeface="微软雅黑" panose="020B0503020204020204" pitchFamily="34" charset="-122"/>
                        </a:rPr>
                        <a:t>换行</a:t>
                      </a:r>
                      <a:endParaRPr lang="zh-CN" sz="2400" kern="100">
                        <a:latin typeface="微软雅黑" panose="020B0503020204020204" pitchFamily="34" charset="-122"/>
                        <a:ea typeface="微软雅黑" panose="020B0503020204020204" pitchFamily="34" charset="-122"/>
                        <a:cs typeface="Times New Roman"/>
                      </a:endParaRPr>
                    </a:p>
                  </a:txBody>
                  <a:tcPr marL="91457" marR="91457" marT="720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292244">
                <a:tc>
                  <a:txBody>
                    <a:bodyPr/>
                    <a:lstStyle/>
                    <a:p>
                      <a:pPr indent="266700" algn="ctr">
                        <a:lnSpc>
                          <a:spcPts val="1560"/>
                        </a:lnSpc>
                        <a:spcAft>
                          <a:spcPts val="0"/>
                        </a:spcAft>
                      </a:pPr>
                      <a:r>
                        <a:rPr lang="en-US" sz="1800" kern="100" dirty="0">
                          <a:latin typeface="微软雅黑" panose="020B0503020204020204" pitchFamily="34" charset="-122"/>
                          <a:ea typeface="微软雅黑" panose="020B0503020204020204" pitchFamily="34" charset="-122"/>
                        </a:rPr>
                        <a:t>\t</a:t>
                      </a:r>
                      <a:endParaRPr lang="zh-CN" sz="2400" kern="100" dirty="0">
                        <a:latin typeface="微软雅黑" panose="020B0503020204020204" pitchFamily="34" charset="-122"/>
                        <a:ea typeface="微软雅黑" panose="020B0503020204020204" pitchFamily="34" charset="-122"/>
                        <a:cs typeface="Times New Roman"/>
                      </a:endParaRPr>
                    </a:p>
                  </a:txBody>
                  <a:tcPr marL="91457" marR="91457" marT="720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indent="266700" algn="ctr">
                        <a:lnSpc>
                          <a:spcPts val="1560"/>
                        </a:lnSpc>
                        <a:spcAft>
                          <a:spcPts val="0"/>
                        </a:spcAft>
                      </a:pPr>
                      <a:r>
                        <a:rPr lang="en-US" sz="1800" kern="100" dirty="0">
                          <a:latin typeface="微软雅黑" panose="020B0503020204020204" pitchFamily="34" charset="-122"/>
                          <a:ea typeface="微软雅黑" panose="020B0503020204020204" pitchFamily="34" charset="-122"/>
                        </a:rPr>
                        <a:t>09</a:t>
                      </a:r>
                      <a:endParaRPr lang="zh-CN" sz="2400" kern="100" dirty="0">
                        <a:latin typeface="微软雅黑" panose="020B0503020204020204" pitchFamily="34" charset="-122"/>
                        <a:ea typeface="微软雅黑" panose="020B0503020204020204" pitchFamily="34" charset="-122"/>
                        <a:cs typeface="Times New Roman"/>
                      </a:endParaRPr>
                    </a:p>
                  </a:txBody>
                  <a:tcPr marL="91457" marR="91457" marT="720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indent="266700" algn="ctr">
                        <a:lnSpc>
                          <a:spcPts val="1560"/>
                        </a:lnSpc>
                        <a:spcAft>
                          <a:spcPts val="0"/>
                        </a:spcAft>
                      </a:pPr>
                      <a:r>
                        <a:rPr lang="zh-CN" sz="1800" kern="100">
                          <a:latin typeface="微软雅黑" panose="020B0503020204020204" pitchFamily="34" charset="-122"/>
                          <a:ea typeface="微软雅黑" panose="020B0503020204020204" pitchFamily="34" charset="-122"/>
                        </a:rPr>
                        <a:t>水平制表符</a:t>
                      </a:r>
                      <a:endParaRPr lang="zh-CN" sz="2400" kern="100">
                        <a:latin typeface="微软雅黑" panose="020B0503020204020204" pitchFamily="34" charset="-122"/>
                        <a:ea typeface="微软雅黑" panose="020B0503020204020204" pitchFamily="34" charset="-122"/>
                        <a:cs typeface="Times New Roman"/>
                      </a:endParaRPr>
                    </a:p>
                  </a:txBody>
                  <a:tcPr marL="91457" marR="91457" marT="720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292244">
                <a:tc>
                  <a:txBody>
                    <a:bodyPr/>
                    <a:lstStyle/>
                    <a:p>
                      <a:pPr indent="266700" algn="ctr">
                        <a:lnSpc>
                          <a:spcPts val="1560"/>
                        </a:lnSpc>
                        <a:spcAft>
                          <a:spcPts val="0"/>
                        </a:spcAft>
                      </a:pPr>
                      <a:r>
                        <a:rPr lang="en-US" sz="1800" kern="100">
                          <a:latin typeface="微软雅黑" panose="020B0503020204020204" pitchFamily="34" charset="-122"/>
                          <a:ea typeface="微软雅黑" panose="020B0503020204020204" pitchFamily="34" charset="-122"/>
                        </a:rPr>
                        <a:t>\v</a:t>
                      </a:r>
                      <a:endParaRPr lang="zh-CN" sz="2400" kern="100">
                        <a:latin typeface="微软雅黑" panose="020B0503020204020204" pitchFamily="34" charset="-122"/>
                        <a:ea typeface="微软雅黑" panose="020B0503020204020204" pitchFamily="34" charset="-122"/>
                        <a:cs typeface="Times New Roman"/>
                      </a:endParaRPr>
                    </a:p>
                  </a:txBody>
                  <a:tcPr marL="91457" marR="91457" marT="720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indent="266700" algn="ctr">
                        <a:lnSpc>
                          <a:spcPts val="1560"/>
                        </a:lnSpc>
                        <a:spcAft>
                          <a:spcPts val="0"/>
                        </a:spcAft>
                      </a:pPr>
                      <a:r>
                        <a:rPr lang="en-US" sz="1800" kern="100" dirty="0">
                          <a:latin typeface="微软雅黑" panose="020B0503020204020204" pitchFamily="34" charset="-122"/>
                          <a:ea typeface="微软雅黑" panose="020B0503020204020204" pitchFamily="34" charset="-122"/>
                        </a:rPr>
                        <a:t>0B</a:t>
                      </a:r>
                      <a:endParaRPr lang="zh-CN" sz="2400" kern="100" dirty="0">
                        <a:latin typeface="微软雅黑" panose="020B0503020204020204" pitchFamily="34" charset="-122"/>
                        <a:ea typeface="微软雅黑" panose="020B0503020204020204" pitchFamily="34" charset="-122"/>
                        <a:cs typeface="Times New Roman"/>
                      </a:endParaRPr>
                    </a:p>
                  </a:txBody>
                  <a:tcPr marL="91457" marR="91457" marT="720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indent="266700" algn="ctr">
                        <a:lnSpc>
                          <a:spcPts val="1560"/>
                        </a:lnSpc>
                        <a:spcAft>
                          <a:spcPts val="0"/>
                        </a:spcAft>
                      </a:pPr>
                      <a:r>
                        <a:rPr lang="zh-CN" sz="1800" kern="100">
                          <a:latin typeface="微软雅黑" panose="020B0503020204020204" pitchFamily="34" charset="-122"/>
                          <a:ea typeface="微软雅黑" panose="020B0503020204020204" pitchFamily="34" charset="-122"/>
                        </a:rPr>
                        <a:t>垂直制表符</a:t>
                      </a:r>
                      <a:endParaRPr lang="zh-CN" sz="2400" kern="100">
                        <a:latin typeface="微软雅黑" panose="020B0503020204020204" pitchFamily="34" charset="-122"/>
                        <a:ea typeface="微软雅黑" panose="020B0503020204020204" pitchFamily="34" charset="-122"/>
                        <a:cs typeface="Times New Roman"/>
                      </a:endParaRPr>
                    </a:p>
                  </a:txBody>
                  <a:tcPr marL="91457" marR="91457" marT="720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292244">
                <a:tc>
                  <a:txBody>
                    <a:bodyPr/>
                    <a:lstStyle/>
                    <a:p>
                      <a:pPr indent="266700" algn="ctr">
                        <a:lnSpc>
                          <a:spcPts val="1560"/>
                        </a:lnSpc>
                        <a:spcAft>
                          <a:spcPts val="0"/>
                        </a:spcAft>
                      </a:pPr>
                      <a:r>
                        <a:rPr lang="en-US" sz="1800" kern="100">
                          <a:latin typeface="微软雅黑" panose="020B0503020204020204" pitchFamily="34" charset="-122"/>
                          <a:ea typeface="微软雅黑" panose="020B0503020204020204" pitchFamily="34" charset="-122"/>
                        </a:rPr>
                        <a:t>\b</a:t>
                      </a:r>
                      <a:endParaRPr lang="zh-CN" sz="2400" kern="100">
                        <a:latin typeface="微软雅黑" panose="020B0503020204020204" pitchFamily="34" charset="-122"/>
                        <a:ea typeface="微软雅黑" panose="020B0503020204020204" pitchFamily="34" charset="-122"/>
                        <a:cs typeface="Times New Roman"/>
                      </a:endParaRPr>
                    </a:p>
                  </a:txBody>
                  <a:tcPr marL="91457" marR="91457" marT="720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indent="266700" algn="ctr">
                        <a:lnSpc>
                          <a:spcPts val="1560"/>
                        </a:lnSpc>
                        <a:spcAft>
                          <a:spcPts val="0"/>
                        </a:spcAft>
                      </a:pPr>
                      <a:r>
                        <a:rPr lang="en-US" sz="1800" kern="100" dirty="0">
                          <a:latin typeface="微软雅黑" panose="020B0503020204020204" pitchFamily="34" charset="-122"/>
                          <a:ea typeface="微软雅黑" panose="020B0503020204020204" pitchFamily="34" charset="-122"/>
                        </a:rPr>
                        <a:t>08</a:t>
                      </a:r>
                      <a:endParaRPr lang="zh-CN" sz="2400" kern="100" dirty="0">
                        <a:latin typeface="微软雅黑" panose="020B0503020204020204" pitchFamily="34" charset="-122"/>
                        <a:ea typeface="微软雅黑" panose="020B0503020204020204" pitchFamily="34" charset="-122"/>
                        <a:cs typeface="Times New Roman"/>
                      </a:endParaRPr>
                    </a:p>
                  </a:txBody>
                  <a:tcPr marL="91457" marR="91457" marT="720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indent="266700" algn="ctr">
                        <a:lnSpc>
                          <a:spcPts val="1560"/>
                        </a:lnSpc>
                        <a:spcAft>
                          <a:spcPts val="0"/>
                        </a:spcAft>
                      </a:pPr>
                      <a:r>
                        <a:rPr lang="zh-CN" sz="1800" kern="100">
                          <a:latin typeface="微软雅黑" panose="020B0503020204020204" pitchFamily="34" charset="-122"/>
                          <a:ea typeface="微软雅黑" panose="020B0503020204020204" pitchFamily="34" charset="-122"/>
                        </a:rPr>
                        <a:t>退格</a:t>
                      </a:r>
                      <a:endParaRPr lang="zh-CN" sz="2400" kern="100">
                        <a:latin typeface="微软雅黑" panose="020B0503020204020204" pitchFamily="34" charset="-122"/>
                        <a:ea typeface="微软雅黑" panose="020B0503020204020204" pitchFamily="34" charset="-122"/>
                        <a:cs typeface="Times New Roman"/>
                      </a:endParaRPr>
                    </a:p>
                  </a:txBody>
                  <a:tcPr marL="91457" marR="91457" marT="720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292244">
                <a:tc>
                  <a:txBody>
                    <a:bodyPr/>
                    <a:lstStyle/>
                    <a:p>
                      <a:pPr indent="266700" algn="ctr">
                        <a:lnSpc>
                          <a:spcPts val="1560"/>
                        </a:lnSpc>
                        <a:spcAft>
                          <a:spcPts val="0"/>
                        </a:spcAft>
                      </a:pPr>
                      <a:r>
                        <a:rPr lang="en-US" sz="1800" kern="100">
                          <a:latin typeface="微软雅黑" panose="020B0503020204020204" pitchFamily="34" charset="-122"/>
                          <a:ea typeface="微软雅黑" panose="020B0503020204020204" pitchFamily="34" charset="-122"/>
                        </a:rPr>
                        <a:t>\r</a:t>
                      </a:r>
                      <a:endParaRPr lang="zh-CN" sz="2400" kern="100">
                        <a:latin typeface="微软雅黑" panose="020B0503020204020204" pitchFamily="34" charset="-122"/>
                        <a:ea typeface="微软雅黑" panose="020B0503020204020204" pitchFamily="34" charset="-122"/>
                        <a:cs typeface="Times New Roman"/>
                      </a:endParaRPr>
                    </a:p>
                  </a:txBody>
                  <a:tcPr marL="91457" marR="91457" marT="720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indent="266700" algn="ctr">
                        <a:lnSpc>
                          <a:spcPts val="1560"/>
                        </a:lnSpc>
                        <a:spcAft>
                          <a:spcPts val="0"/>
                        </a:spcAft>
                      </a:pPr>
                      <a:r>
                        <a:rPr lang="en-US" sz="1800" kern="100" dirty="0">
                          <a:latin typeface="微软雅黑" panose="020B0503020204020204" pitchFamily="34" charset="-122"/>
                          <a:ea typeface="微软雅黑" panose="020B0503020204020204" pitchFamily="34" charset="-122"/>
                        </a:rPr>
                        <a:t>0D</a:t>
                      </a:r>
                      <a:endParaRPr lang="zh-CN" sz="2400" kern="100" dirty="0">
                        <a:latin typeface="微软雅黑" panose="020B0503020204020204" pitchFamily="34" charset="-122"/>
                        <a:ea typeface="微软雅黑" panose="020B0503020204020204" pitchFamily="34" charset="-122"/>
                        <a:cs typeface="Times New Roman"/>
                      </a:endParaRPr>
                    </a:p>
                  </a:txBody>
                  <a:tcPr marL="91457" marR="91457" marT="720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indent="266700" algn="ctr">
                        <a:lnSpc>
                          <a:spcPts val="1560"/>
                        </a:lnSpc>
                        <a:spcAft>
                          <a:spcPts val="0"/>
                        </a:spcAft>
                      </a:pPr>
                      <a:r>
                        <a:rPr lang="zh-CN" sz="1800" kern="100" dirty="0">
                          <a:latin typeface="微软雅黑" panose="020B0503020204020204" pitchFamily="34" charset="-122"/>
                          <a:ea typeface="微软雅黑" panose="020B0503020204020204" pitchFamily="34" charset="-122"/>
                        </a:rPr>
                        <a:t>回车</a:t>
                      </a:r>
                      <a:endParaRPr lang="zh-CN" sz="2400" kern="100" dirty="0">
                        <a:latin typeface="微软雅黑" panose="020B0503020204020204" pitchFamily="34" charset="-122"/>
                        <a:ea typeface="微软雅黑" panose="020B0503020204020204" pitchFamily="34" charset="-122"/>
                        <a:cs typeface="Times New Roman"/>
                      </a:endParaRPr>
                    </a:p>
                  </a:txBody>
                  <a:tcPr marL="91457" marR="91457" marT="720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r h="292244">
                <a:tc>
                  <a:txBody>
                    <a:bodyPr/>
                    <a:lstStyle/>
                    <a:p>
                      <a:pPr indent="266700" algn="ctr">
                        <a:lnSpc>
                          <a:spcPts val="1560"/>
                        </a:lnSpc>
                        <a:spcAft>
                          <a:spcPts val="0"/>
                        </a:spcAft>
                      </a:pPr>
                      <a:r>
                        <a:rPr lang="en-US" sz="1800" kern="100">
                          <a:latin typeface="微软雅黑" panose="020B0503020204020204" pitchFamily="34" charset="-122"/>
                          <a:ea typeface="微软雅黑" panose="020B0503020204020204" pitchFamily="34" charset="-122"/>
                        </a:rPr>
                        <a:t>\</a:t>
                      </a:r>
                      <a:r>
                        <a:rPr lang="en-US" altLang="zh-CN" sz="1800" kern="100">
                          <a:latin typeface="微软雅黑" panose="020B0503020204020204" pitchFamily="34" charset="-122"/>
                          <a:ea typeface="微软雅黑" panose="020B0503020204020204" pitchFamily="34" charset="-122"/>
                        </a:rPr>
                        <a:t>f</a:t>
                      </a:r>
                      <a:endParaRPr lang="zh-CN" sz="2400" kern="100">
                        <a:latin typeface="微软雅黑" panose="020B0503020204020204" pitchFamily="34" charset="-122"/>
                        <a:ea typeface="微软雅黑" panose="020B0503020204020204" pitchFamily="34" charset="-122"/>
                        <a:cs typeface="Times New Roman"/>
                      </a:endParaRPr>
                    </a:p>
                  </a:txBody>
                  <a:tcPr marL="91457" marR="91457" marT="720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indent="266700" algn="ctr">
                        <a:lnSpc>
                          <a:spcPts val="1560"/>
                        </a:lnSpc>
                        <a:spcAft>
                          <a:spcPts val="0"/>
                        </a:spcAft>
                      </a:pPr>
                      <a:r>
                        <a:rPr lang="en-US" sz="1800" kern="100" dirty="0">
                          <a:latin typeface="微软雅黑" panose="020B0503020204020204" pitchFamily="34" charset="-122"/>
                          <a:ea typeface="微软雅黑" panose="020B0503020204020204" pitchFamily="34" charset="-122"/>
                        </a:rPr>
                        <a:t>0</a:t>
                      </a:r>
                      <a:r>
                        <a:rPr lang="en-US" altLang="zh-CN" sz="1800" kern="100" dirty="0">
                          <a:latin typeface="微软雅黑" panose="020B0503020204020204" pitchFamily="34" charset="-122"/>
                          <a:ea typeface="微软雅黑" panose="020B0503020204020204" pitchFamily="34" charset="-122"/>
                        </a:rPr>
                        <a:t>C</a:t>
                      </a:r>
                      <a:endParaRPr lang="en-US" sz="1800" kern="100" dirty="0">
                        <a:latin typeface="微软雅黑" panose="020B0503020204020204" pitchFamily="34" charset="-122"/>
                        <a:ea typeface="微软雅黑" panose="020B0503020204020204" pitchFamily="34" charset="-122"/>
                        <a:cs typeface="Times New Roman"/>
                      </a:endParaRPr>
                    </a:p>
                  </a:txBody>
                  <a:tcPr marL="91457" marR="91457" marT="720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indent="266700" algn="ctr">
                        <a:lnSpc>
                          <a:spcPts val="1560"/>
                        </a:lnSpc>
                        <a:spcAft>
                          <a:spcPts val="0"/>
                        </a:spcAft>
                      </a:pPr>
                      <a:r>
                        <a:rPr lang="zh-CN" sz="1800" kern="100" dirty="0">
                          <a:latin typeface="微软雅黑" panose="020B0503020204020204" pitchFamily="34" charset="-122"/>
                          <a:ea typeface="微软雅黑" panose="020B0503020204020204" pitchFamily="34" charset="-122"/>
                        </a:rPr>
                        <a:t>换页</a:t>
                      </a:r>
                      <a:endParaRPr lang="zh-CN" sz="2400" kern="100" dirty="0">
                        <a:latin typeface="微软雅黑" panose="020B0503020204020204" pitchFamily="34" charset="-122"/>
                        <a:ea typeface="微软雅黑" panose="020B0503020204020204" pitchFamily="34" charset="-122"/>
                        <a:cs typeface="Times New Roman"/>
                      </a:endParaRPr>
                    </a:p>
                  </a:txBody>
                  <a:tcPr marL="91457" marR="91457" marT="720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r h="292244">
                <a:tc>
                  <a:txBody>
                    <a:bodyPr/>
                    <a:lstStyle/>
                    <a:p>
                      <a:pPr indent="266700" algn="ctr">
                        <a:lnSpc>
                          <a:spcPts val="1560"/>
                        </a:lnSpc>
                        <a:spcAft>
                          <a:spcPts val="0"/>
                        </a:spcAft>
                      </a:pPr>
                      <a:r>
                        <a:rPr lang="en-US" sz="1800" kern="100">
                          <a:latin typeface="微软雅黑" panose="020B0503020204020204" pitchFamily="34" charset="-122"/>
                          <a:ea typeface="微软雅黑" panose="020B0503020204020204" pitchFamily="34" charset="-122"/>
                        </a:rPr>
                        <a:t>\\</a:t>
                      </a:r>
                      <a:endParaRPr lang="zh-CN" sz="2400" kern="100">
                        <a:latin typeface="微软雅黑" panose="020B0503020204020204" pitchFamily="34" charset="-122"/>
                        <a:ea typeface="微软雅黑" panose="020B0503020204020204" pitchFamily="34" charset="-122"/>
                        <a:cs typeface="Times New Roman"/>
                      </a:endParaRPr>
                    </a:p>
                  </a:txBody>
                  <a:tcPr marL="91457" marR="91457" marT="720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indent="266700" algn="ctr">
                        <a:lnSpc>
                          <a:spcPts val="1560"/>
                        </a:lnSpc>
                        <a:spcAft>
                          <a:spcPts val="0"/>
                        </a:spcAft>
                      </a:pPr>
                      <a:r>
                        <a:rPr lang="en-US" sz="1800" kern="100" dirty="0">
                          <a:latin typeface="微软雅黑" panose="020B0503020204020204" pitchFamily="34" charset="-122"/>
                          <a:ea typeface="微软雅黑" panose="020B0503020204020204" pitchFamily="34" charset="-122"/>
                        </a:rPr>
                        <a:t>5</a:t>
                      </a:r>
                      <a:r>
                        <a:rPr lang="en-US" altLang="zh-CN" sz="1800" kern="100" dirty="0">
                          <a:latin typeface="微软雅黑" panose="020B0503020204020204" pitchFamily="34" charset="-122"/>
                          <a:ea typeface="微软雅黑" panose="020B0503020204020204" pitchFamily="34" charset="-122"/>
                        </a:rPr>
                        <a:t>C</a:t>
                      </a:r>
                      <a:endParaRPr lang="en-US" sz="1800" kern="100" dirty="0">
                        <a:latin typeface="微软雅黑" panose="020B0503020204020204" pitchFamily="34" charset="-122"/>
                        <a:ea typeface="微软雅黑" panose="020B0503020204020204" pitchFamily="34" charset="-122"/>
                        <a:cs typeface="Times New Roman"/>
                      </a:endParaRPr>
                    </a:p>
                  </a:txBody>
                  <a:tcPr marL="91457" marR="91457" marT="720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indent="266700" algn="ctr">
                        <a:lnSpc>
                          <a:spcPts val="1560"/>
                        </a:lnSpc>
                        <a:spcAft>
                          <a:spcPts val="0"/>
                        </a:spcAft>
                      </a:pPr>
                      <a:r>
                        <a:rPr lang="zh-CN" sz="1800" kern="100" dirty="0">
                          <a:latin typeface="微软雅黑" panose="020B0503020204020204" pitchFamily="34" charset="-122"/>
                          <a:ea typeface="微软雅黑" panose="020B0503020204020204" pitchFamily="34" charset="-122"/>
                        </a:rPr>
                        <a:t>字符“</a:t>
                      </a:r>
                      <a:r>
                        <a:rPr lang="en-US" sz="1800" kern="100" dirty="0">
                          <a:latin typeface="微软雅黑" panose="020B0503020204020204" pitchFamily="34" charset="-122"/>
                          <a:ea typeface="微软雅黑" panose="020B0503020204020204" pitchFamily="34" charset="-122"/>
                        </a:rPr>
                        <a:t>\</a:t>
                      </a:r>
                      <a:r>
                        <a:rPr lang="zh-CN" sz="1800" kern="100" dirty="0">
                          <a:latin typeface="微软雅黑" panose="020B0503020204020204" pitchFamily="34" charset="-122"/>
                          <a:ea typeface="微软雅黑" panose="020B0503020204020204" pitchFamily="34" charset="-122"/>
                        </a:rPr>
                        <a:t>”</a:t>
                      </a:r>
                      <a:endParaRPr lang="zh-CN" sz="2400" kern="100" dirty="0">
                        <a:latin typeface="微软雅黑" panose="020B0503020204020204" pitchFamily="34" charset="-122"/>
                        <a:ea typeface="微软雅黑" panose="020B0503020204020204" pitchFamily="34" charset="-122"/>
                        <a:cs typeface="Times New Roman"/>
                      </a:endParaRPr>
                    </a:p>
                  </a:txBody>
                  <a:tcPr marL="91457" marR="91457" marT="720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8"/>
                  </a:ext>
                </a:extLst>
              </a:tr>
              <a:tr h="292244">
                <a:tc>
                  <a:txBody>
                    <a:bodyPr/>
                    <a:lstStyle/>
                    <a:p>
                      <a:pPr indent="266700" algn="ctr">
                        <a:lnSpc>
                          <a:spcPts val="1560"/>
                        </a:lnSpc>
                        <a:spcAft>
                          <a:spcPts val="0"/>
                        </a:spcAft>
                      </a:pPr>
                      <a:r>
                        <a:rPr lang="en-US" sz="1800" kern="100">
                          <a:latin typeface="微软雅黑" panose="020B0503020204020204" pitchFamily="34" charset="-122"/>
                          <a:ea typeface="微软雅黑" panose="020B0503020204020204" pitchFamily="34" charset="-122"/>
                        </a:rPr>
                        <a:t>\”</a:t>
                      </a:r>
                      <a:endParaRPr lang="zh-CN" sz="2400" kern="100">
                        <a:latin typeface="微软雅黑" panose="020B0503020204020204" pitchFamily="34" charset="-122"/>
                        <a:ea typeface="微软雅黑" panose="020B0503020204020204" pitchFamily="34" charset="-122"/>
                        <a:cs typeface="Times New Roman"/>
                      </a:endParaRPr>
                    </a:p>
                  </a:txBody>
                  <a:tcPr marL="91457" marR="91457" marT="720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indent="266700" algn="ctr">
                        <a:lnSpc>
                          <a:spcPts val="1560"/>
                        </a:lnSpc>
                        <a:spcAft>
                          <a:spcPts val="0"/>
                        </a:spcAft>
                      </a:pPr>
                      <a:r>
                        <a:rPr lang="en-US" sz="1800" kern="100" dirty="0">
                          <a:latin typeface="微软雅黑" panose="020B0503020204020204" pitchFamily="34" charset="-122"/>
                          <a:ea typeface="微软雅黑" panose="020B0503020204020204" pitchFamily="34" charset="-122"/>
                        </a:rPr>
                        <a:t>22</a:t>
                      </a:r>
                      <a:endParaRPr lang="zh-CN" sz="2400" kern="100" dirty="0">
                        <a:latin typeface="微软雅黑" panose="020B0503020204020204" pitchFamily="34" charset="-122"/>
                        <a:ea typeface="微软雅黑" panose="020B0503020204020204" pitchFamily="34" charset="-122"/>
                        <a:cs typeface="Times New Roman"/>
                      </a:endParaRPr>
                    </a:p>
                  </a:txBody>
                  <a:tcPr marL="91457" marR="91457" marT="720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indent="266700" algn="ctr">
                        <a:lnSpc>
                          <a:spcPts val="1560"/>
                        </a:lnSpc>
                        <a:spcAft>
                          <a:spcPts val="0"/>
                        </a:spcAft>
                      </a:pPr>
                      <a:r>
                        <a:rPr lang="zh-CN" sz="1800" kern="100" dirty="0">
                          <a:latin typeface="微软雅黑" panose="020B0503020204020204" pitchFamily="34" charset="-122"/>
                          <a:ea typeface="微软雅黑" panose="020B0503020204020204" pitchFamily="34" charset="-122"/>
                        </a:rPr>
                        <a:t>双引号</a:t>
                      </a:r>
                      <a:endParaRPr lang="zh-CN" sz="2400" kern="100" dirty="0">
                        <a:latin typeface="微软雅黑" panose="020B0503020204020204" pitchFamily="34" charset="-122"/>
                        <a:ea typeface="微软雅黑" panose="020B0503020204020204" pitchFamily="34" charset="-122"/>
                        <a:cs typeface="Times New Roman"/>
                      </a:endParaRPr>
                    </a:p>
                  </a:txBody>
                  <a:tcPr marL="91457" marR="91457" marT="720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9"/>
                  </a:ext>
                </a:extLst>
              </a:tr>
              <a:tr h="146122">
                <a:tc>
                  <a:txBody>
                    <a:bodyPr/>
                    <a:lstStyle/>
                    <a:p>
                      <a:pPr indent="266700" algn="ctr">
                        <a:lnSpc>
                          <a:spcPts val="1560"/>
                        </a:lnSpc>
                        <a:spcAft>
                          <a:spcPts val="0"/>
                        </a:spcAft>
                      </a:pPr>
                      <a:r>
                        <a:rPr lang="en-US" sz="1800" kern="100" dirty="0">
                          <a:latin typeface="微软雅黑" panose="020B0503020204020204" pitchFamily="34" charset="-122"/>
                          <a:ea typeface="微软雅黑" panose="020B0503020204020204" pitchFamily="34" charset="-122"/>
                        </a:rPr>
                        <a:t>\’</a:t>
                      </a:r>
                      <a:endParaRPr lang="zh-CN" sz="2400" kern="100" dirty="0">
                        <a:latin typeface="微软雅黑" panose="020B0503020204020204" pitchFamily="34" charset="-122"/>
                        <a:ea typeface="微软雅黑" panose="020B0503020204020204" pitchFamily="34" charset="-122"/>
                        <a:cs typeface="Times New Roman"/>
                      </a:endParaRPr>
                    </a:p>
                  </a:txBody>
                  <a:tcPr marL="91457" marR="91457" marT="720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indent="266700" algn="ctr">
                        <a:lnSpc>
                          <a:spcPts val="1560"/>
                        </a:lnSpc>
                        <a:spcAft>
                          <a:spcPts val="0"/>
                        </a:spcAft>
                      </a:pPr>
                      <a:r>
                        <a:rPr lang="en-US" sz="1800" kern="100">
                          <a:latin typeface="微软雅黑" panose="020B0503020204020204" pitchFamily="34" charset="-122"/>
                          <a:ea typeface="微软雅黑" panose="020B0503020204020204" pitchFamily="34" charset="-122"/>
                        </a:rPr>
                        <a:t>27</a:t>
                      </a:r>
                      <a:endParaRPr lang="zh-CN" sz="2400" kern="100">
                        <a:latin typeface="微软雅黑" panose="020B0503020204020204" pitchFamily="34" charset="-122"/>
                        <a:ea typeface="微软雅黑" panose="020B0503020204020204" pitchFamily="34" charset="-122"/>
                        <a:cs typeface="Times New Roman"/>
                      </a:endParaRPr>
                    </a:p>
                  </a:txBody>
                  <a:tcPr marL="91457" marR="91457" marT="720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indent="266700" algn="ctr">
                        <a:lnSpc>
                          <a:spcPts val="1560"/>
                        </a:lnSpc>
                        <a:spcAft>
                          <a:spcPts val="0"/>
                        </a:spcAft>
                      </a:pPr>
                      <a:r>
                        <a:rPr lang="zh-CN" sz="1800" kern="100">
                          <a:latin typeface="微软雅黑" panose="020B0503020204020204" pitchFamily="34" charset="-122"/>
                          <a:ea typeface="微软雅黑" panose="020B0503020204020204" pitchFamily="34" charset="-122"/>
                        </a:rPr>
                        <a:t>单引号</a:t>
                      </a:r>
                      <a:endParaRPr lang="zh-CN" sz="2400" kern="100" dirty="0">
                        <a:latin typeface="微软雅黑" panose="020B0503020204020204" pitchFamily="34" charset="-122"/>
                        <a:ea typeface="微软雅黑" panose="020B0503020204020204" pitchFamily="34" charset="-122"/>
                        <a:cs typeface="Times New Roman"/>
                      </a:endParaRPr>
                    </a:p>
                  </a:txBody>
                  <a:tcPr marL="91457" marR="91457" marT="7200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0"/>
                  </a:ext>
                </a:extLst>
              </a:tr>
              <a:tr h="274637">
                <a:tc>
                  <a:txBody>
                    <a:bodyPr/>
                    <a:lstStyle/>
                    <a:p>
                      <a:pPr marL="0" indent="266700" algn="ctr" rtl="0" eaLnBrk="1" latinLnBrk="0" hangingPunct="1">
                        <a:lnSpc>
                          <a:spcPts val="1560"/>
                        </a:lnSpc>
                        <a:spcAft>
                          <a:spcPts val="0"/>
                        </a:spcAft>
                      </a:pPr>
                      <a:r>
                        <a:rPr kumimoji="0" lang="en-US" sz="1800" kern="100">
                          <a:solidFill>
                            <a:schemeClr val="tx1"/>
                          </a:solidFill>
                          <a:latin typeface="微软雅黑" panose="020B0503020204020204" pitchFamily="34" charset="-122"/>
                          <a:ea typeface="微软雅黑" panose="020B0503020204020204" pitchFamily="34" charset="-122"/>
                          <a:cs typeface="+mn-cs"/>
                        </a:rPr>
                        <a:t>\?</a:t>
                      </a:r>
                      <a:endParaRPr kumimoji="0" lang="zh-CN" sz="1800" kern="100">
                        <a:solidFill>
                          <a:schemeClr val="tx1"/>
                        </a:solidFill>
                        <a:latin typeface="微软雅黑" panose="020B0503020204020204" pitchFamily="34" charset="-122"/>
                        <a:ea typeface="微软雅黑" panose="020B0503020204020204" pitchFamily="34" charset="-122"/>
                        <a:cs typeface="+mn-cs"/>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266700" algn="ctr" rtl="0" eaLnBrk="1" latinLnBrk="0" hangingPunct="1">
                        <a:lnSpc>
                          <a:spcPts val="1560"/>
                        </a:lnSpc>
                        <a:spcAft>
                          <a:spcPts val="0"/>
                        </a:spcAft>
                      </a:pPr>
                      <a:r>
                        <a:rPr kumimoji="0" lang="en-US" sz="1800" kern="100">
                          <a:solidFill>
                            <a:schemeClr val="tx1"/>
                          </a:solidFill>
                          <a:latin typeface="微软雅黑" panose="020B0503020204020204" pitchFamily="34" charset="-122"/>
                          <a:ea typeface="微软雅黑" panose="020B0503020204020204" pitchFamily="34" charset="-122"/>
                          <a:cs typeface="+mn-cs"/>
                        </a:rPr>
                        <a:t>3F</a:t>
                      </a:r>
                      <a:endParaRPr kumimoji="0" lang="zh-CN" sz="1800" kern="100">
                        <a:solidFill>
                          <a:schemeClr val="tx1"/>
                        </a:solidFill>
                        <a:latin typeface="微软雅黑" panose="020B0503020204020204" pitchFamily="34" charset="-122"/>
                        <a:ea typeface="微软雅黑" panose="020B0503020204020204" pitchFamily="34" charset="-122"/>
                        <a:cs typeface="+mn-cs"/>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266700" algn="ctr" rtl="0" eaLnBrk="1" latinLnBrk="0" hangingPunct="1">
                        <a:lnSpc>
                          <a:spcPts val="1560"/>
                        </a:lnSpc>
                        <a:spcAft>
                          <a:spcPts val="0"/>
                        </a:spcAft>
                      </a:pPr>
                      <a:r>
                        <a:rPr kumimoji="0" lang="zh-CN" sz="1800" kern="100">
                          <a:solidFill>
                            <a:schemeClr val="tx1"/>
                          </a:solidFill>
                          <a:latin typeface="微软雅黑" panose="020B0503020204020204" pitchFamily="34" charset="-122"/>
                          <a:ea typeface="微软雅黑" panose="020B0503020204020204" pitchFamily="34" charset="-122"/>
                          <a:cs typeface="+mn-cs"/>
                        </a:rPr>
                        <a:t>问号</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1"/>
                  </a:ext>
                </a:extLst>
              </a:tr>
            </a:tbl>
          </a:graphicData>
        </a:graphic>
      </p:graphicFrame>
      <p:sp>
        <p:nvSpPr>
          <p:cNvPr id="2" name="灯片编号占位符 1"/>
          <p:cNvSpPr>
            <a:spLocks noGrp="1"/>
          </p:cNvSpPr>
          <p:nvPr>
            <p:ph type="sldNum" sz="quarter" idx="4"/>
          </p:nvPr>
        </p:nvSpPr>
        <p:spPr/>
        <p:txBody>
          <a:bodyPr/>
          <a:lstStyle/>
          <a:p>
            <a:fld id="{DEA904C8-CD7B-4714-BAE1-F1A91095C3EA}" type="slidenum">
              <a:rPr lang="zh-CN" altLang="en-US" smtClean="0"/>
              <a:pPr/>
              <a:t>23</a:t>
            </a:fld>
            <a:endParaRPr lang="zh-CN" altLang="en-US"/>
          </a:p>
        </p:txBody>
      </p:sp>
    </p:spTree>
    <p:extLst>
      <p:ext uri="{BB962C8B-B14F-4D97-AF65-F5344CB8AC3E}">
        <p14:creationId xmlns:p14="http://schemas.microsoft.com/office/powerpoint/2010/main" val="1197006715"/>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34819">
                                            <p:txEl>
                                              <p:pRg st="0" end="0"/>
                                            </p:txEl>
                                          </p:spTgt>
                                        </p:tgtEl>
                                        <p:attrNameLst>
                                          <p:attrName>style.visibility</p:attrName>
                                        </p:attrNameLst>
                                      </p:cBhvr>
                                      <p:to>
                                        <p:strVal val="visible"/>
                                      </p:to>
                                    </p:set>
                                    <p:anim calcmode="lin" valueType="num">
                                      <p:cBhvr additive="base">
                                        <p:cTn id="7" dur="1000" fill="hold"/>
                                        <p:tgtEl>
                                          <p:spTgt spid="34819">
                                            <p:txEl>
                                              <p:pRg st="0" end="0"/>
                                            </p:txEl>
                                          </p:spTgt>
                                        </p:tgtEl>
                                        <p:attrNameLst>
                                          <p:attrName>ppt_x</p:attrName>
                                        </p:attrNameLst>
                                      </p:cBhvr>
                                      <p:tavLst>
                                        <p:tav tm="0">
                                          <p:val>
                                            <p:strVal val="0-#ppt_w/2"/>
                                          </p:val>
                                        </p:tav>
                                        <p:tav tm="100000">
                                          <p:val>
                                            <p:strVal val="#ppt_x"/>
                                          </p:val>
                                        </p:tav>
                                      </p:tavLst>
                                    </p:anim>
                                    <p:anim calcmode="lin" valueType="num">
                                      <p:cBhvr additive="base">
                                        <p:cTn id="8" dur="1000" fill="hold"/>
                                        <p:tgtEl>
                                          <p:spTgt spid="34819">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34819">
                                            <p:txEl>
                                              <p:pRg st="1" end="1"/>
                                            </p:txEl>
                                          </p:spTgt>
                                        </p:tgtEl>
                                        <p:attrNameLst>
                                          <p:attrName>style.visibility</p:attrName>
                                        </p:attrNameLst>
                                      </p:cBhvr>
                                      <p:to>
                                        <p:strVal val="visible"/>
                                      </p:to>
                                    </p:set>
                                    <p:anim calcmode="lin" valueType="num">
                                      <p:cBhvr additive="base">
                                        <p:cTn id="13" dur="1000" fill="hold"/>
                                        <p:tgtEl>
                                          <p:spTgt spid="34819">
                                            <p:txEl>
                                              <p:pRg st="1" end="1"/>
                                            </p:txEl>
                                          </p:spTgt>
                                        </p:tgtEl>
                                        <p:attrNameLst>
                                          <p:attrName>ppt_x</p:attrName>
                                        </p:attrNameLst>
                                      </p:cBhvr>
                                      <p:tavLst>
                                        <p:tav tm="0">
                                          <p:val>
                                            <p:strVal val="0-#ppt_w/2"/>
                                          </p:val>
                                        </p:tav>
                                        <p:tav tm="100000">
                                          <p:val>
                                            <p:strVal val="#ppt_x"/>
                                          </p:val>
                                        </p:tav>
                                      </p:tavLst>
                                    </p:anim>
                                    <p:anim calcmode="lin" valueType="num">
                                      <p:cBhvr additive="base">
                                        <p:cTn id="14" dur="1000" fill="hold"/>
                                        <p:tgtEl>
                                          <p:spTgt spid="34819">
                                            <p:txEl>
                                              <p:pRg st="1" end="1"/>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09600" y="980728"/>
            <a:ext cx="10975975" cy="864096"/>
          </a:xfrm>
        </p:spPr>
        <p:txBody>
          <a:bodyPr/>
          <a:lstStyle/>
          <a:p>
            <a:pPr eaLnBrk="1" hangingPunct="1">
              <a:defRPr/>
            </a:pPr>
            <a:r>
              <a:rPr lang="en-US" altLang="zh-CN">
                <a:solidFill>
                  <a:schemeClr val="accent4">
                    <a:lumMod val="75000"/>
                  </a:schemeClr>
                </a:solidFill>
              </a:rPr>
              <a:t>C</a:t>
            </a:r>
            <a:r>
              <a:rPr lang="zh-CN" altLang="en-US">
                <a:solidFill>
                  <a:schemeClr val="accent4">
                    <a:lumMod val="75000"/>
                  </a:schemeClr>
                </a:solidFill>
              </a:rPr>
              <a:t>风格字符串常量</a:t>
            </a:r>
          </a:p>
        </p:txBody>
      </p:sp>
      <p:sp>
        <p:nvSpPr>
          <p:cNvPr id="3" name="内容占位符 2"/>
          <p:cNvSpPr>
            <a:spLocks noGrp="1"/>
          </p:cNvSpPr>
          <p:nvPr>
            <p:ph idx="1"/>
          </p:nvPr>
        </p:nvSpPr>
        <p:spPr>
          <a:xfrm>
            <a:off x="609600" y="1844824"/>
            <a:ext cx="10975975" cy="4729014"/>
          </a:xfrm>
        </p:spPr>
        <p:txBody>
          <a:bodyPr/>
          <a:lstStyle/>
          <a:p>
            <a:r>
              <a:rPr lang="zh-CN" altLang="en-US">
                <a:latin typeface="微软雅黑" panose="020B0503020204020204" pitchFamily="34" charset="-122"/>
                <a:ea typeface="微软雅黑" panose="020B0503020204020204" pitchFamily="34" charset="-122"/>
              </a:rPr>
              <a:t>一对双引号括起来的字符序列</a:t>
            </a:r>
            <a:endParaRPr lang="en-US" altLang="zh-CN">
              <a:latin typeface="微软雅黑" panose="020B0503020204020204" pitchFamily="34" charset="-122"/>
              <a:ea typeface="微软雅黑" panose="020B0503020204020204" pitchFamily="34" charset="-122"/>
            </a:endParaRPr>
          </a:p>
          <a:p>
            <a:r>
              <a:rPr lang="zh-CN" altLang="en-US">
                <a:latin typeface="微软雅黑" panose="020B0503020204020204" pitchFamily="34" charset="-122"/>
                <a:ea typeface="微软雅黑" panose="020B0503020204020204" pitchFamily="34" charset="-122"/>
              </a:rPr>
              <a:t>字符串与字符是不同的，它在内存中的存放形式是：按串中字符的排列次序顺序存放，每个字符占一个字节，并在末尾添加 ‘</a:t>
            </a:r>
            <a:r>
              <a:rPr lang="en-US" altLang="zh-CN">
                <a:latin typeface="微软雅黑" panose="020B0503020204020204" pitchFamily="34" charset="-122"/>
                <a:ea typeface="微软雅黑" panose="020B0503020204020204" pitchFamily="34" charset="-122"/>
              </a:rPr>
              <a:t>\0’ </a:t>
            </a:r>
            <a:r>
              <a:rPr lang="zh-CN" altLang="en-US">
                <a:latin typeface="微软雅黑" panose="020B0503020204020204" pitchFamily="34" charset="-122"/>
                <a:ea typeface="微软雅黑" panose="020B0503020204020204" pitchFamily="34" charset="-122"/>
              </a:rPr>
              <a:t>作为结尾标记。</a:t>
            </a:r>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01043" y="4005064"/>
            <a:ext cx="5762203" cy="2310883"/>
          </a:xfrm>
          <a:prstGeom prst="rect">
            <a:avLst/>
          </a:prstGeom>
        </p:spPr>
      </p:pic>
      <p:sp>
        <p:nvSpPr>
          <p:cNvPr id="6" name="灯片编号占位符 5"/>
          <p:cNvSpPr>
            <a:spLocks noGrp="1"/>
          </p:cNvSpPr>
          <p:nvPr>
            <p:ph type="sldNum" sz="quarter" idx="4"/>
          </p:nvPr>
        </p:nvSpPr>
        <p:spPr/>
        <p:txBody>
          <a:bodyPr/>
          <a:lstStyle/>
          <a:p>
            <a:fld id="{DEA904C8-CD7B-4714-BAE1-F1A91095C3EA}" type="slidenum">
              <a:rPr lang="zh-CN" altLang="en-US" smtClean="0"/>
              <a:pPr/>
              <a:t>24</a:t>
            </a:fld>
            <a:endParaRPr lang="zh-CN" altLang="en-US"/>
          </a:p>
        </p:txBody>
      </p:sp>
    </p:spTree>
    <p:extLst>
      <p:ext uri="{BB962C8B-B14F-4D97-AF65-F5344CB8AC3E}">
        <p14:creationId xmlns:p14="http://schemas.microsoft.com/office/powerpoint/2010/main" val="170900626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09600" y="1066056"/>
            <a:ext cx="10975975" cy="1066800"/>
          </a:xfrm>
        </p:spPr>
        <p:txBody>
          <a:bodyPr/>
          <a:lstStyle/>
          <a:p>
            <a:r>
              <a:rPr lang="en-US" altLang="zh-CN">
                <a:latin typeface="微软雅黑" panose="020B0503020204020204" pitchFamily="34" charset="-122"/>
                <a:ea typeface="微软雅黑" panose="020B0503020204020204" pitchFamily="34" charset="-122"/>
              </a:rPr>
              <a:t>C</a:t>
            </a:r>
            <a:r>
              <a:rPr lang="zh-CN" altLang="en-US">
                <a:latin typeface="微软雅黑" panose="020B0503020204020204" pitchFamily="34" charset="-122"/>
                <a:ea typeface="微软雅黑" panose="020B0503020204020204" pitchFamily="34" charset="-122"/>
              </a:rPr>
              <a:t>风格字符串常量</a:t>
            </a:r>
            <a:endParaRPr lang="zh-CN" altLang="en-US"/>
          </a:p>
        </p:txBody>
      </p:sp>
      <p:sp>
        <p:nvSpPr>
          <p:cNvPr id="3" name="内容占位符 2"/>
          <p:cNvSpPr>
            <a:spLocks noGrp="1"/>
          </p:cNvSpPr>
          <p:nvPr>
            <p:ph idx="1"/>
          </p:nvPr>
        </p:nvSpPr>
        <p:spPr>
          <a:xfrm>
            <a:off x="609600" y="2276872"/>
            <a:ext cx="10975975" cy="4296966"/>
          </a:xfrm>
        </p:spPr>
        <p:txBody>
          <a:bodyPr/>
          <a:lstStyle/>
          <a:p>
            <a:r>
              <a:rPr lang="zh-CN" altLang="en-US" sz="2400">
                <a:latin typeface="微软雅黑" panose="020B0503020204020204" pitchFamily="34" charset="-122"/>
                <a:ea typeface="微软雅黑" panose="020B0503020204020204" pitchFamily="34" charset="-122"/>
              </a:rPr>
              <a:t>通过添加前缀可以改变字符常量或者字符串常量的类型，前缀及其含义如下表所示： </a:t>
            </a:r>
          </a:p>
        </p:txBody>
      </p:sp>
      <p:graphicFrame>
        <p:nvGraphicFramePr>
          <p:cNvPr id="4" name="表格 3"/>
          <p:cNvGraphicFramePr>
            <a:graphicFrameLocks noGrp="1"/>
          </p:cNvGraphicFramePr>
          <p:nvPr/>
        </p:nvGraphicFramePr>
        <p:xfrm>
          <a:off x="1345059" y="3573016"/>
          <a:ext cx="9337264" cy="1800200"/>
        </p:xfrm>
        <a:graphic>
          <a:graphicData uri="http://schemas.openxmlformats.org/drawingml/2006/table">
            <a:tbl>
              <a:tblPr firstRow="1" firstCol="1" bandRow="1">
                <a:tableStyleId>{5C22544A-7EE6-4342-B048-85BDC9FD1C3A}</a:tableStyleId>
              </a:tblPr>
              <a:tblGrid>
                <a:gridCol w="1440160">
                  <a:extLst>
                    <a:ext uri="{9D8B030D-6E8A-4147-A177-3AD203B41FA5}">
                      <a16:colId xmlns:a16="http://schemas.microsoft.com/office/drawing/2014/main" val="20000"/>
                    </a:ext>
                  </a:extLst>
                </a:gridCol>
                <a:gridCol w="4784301">
                  <a:extLst>
                    <a:ext uri="{9D8B030D-6E8A-4147-A177-3AD203B41FA5}">
                      <a16:colId xmlns:a16="http://schemas.microsoft.com/office/drawing/2014/main" val="20001"/>
                    </a:ext>
                  </a:extLst>
                </a:gridCol>
                <a:gridCol w="3112803">
                  <a:extLst>
                    <a:ext uri="{9D8B030D-6E8A-4147-A177-3AD203B41FA5}">
                      <a16:colId xmlns:a16="http://schemas.microsoft.com/office/drawing/2014/main" val="20002"/>
                    </a:ext>
                  </a:extLst>
                </a:gridCol>
              </a:tblGrid>
              <a:tr h="328230">
                <a:tc>
                  <a:txBody>
                    <a:bodyPr/>
                    <a:lstStyle/>
                    <a:p>
                      <a:pPr indent="266700" algn="just">
                        <a:lnSpc>
                          <a:spcPts val="1560"/>
                        </a:lnSpc>
                        <a:spcAft>
                          <a:spcPts val="0"/>
                        </a:spcAft>
                      </a:pPr>
                      <a:r>
                        <a:rPr lang="zh-CN" sz="1900">
                          <a:solidFill>
                            <a:schemeClr val="tx1"/>
                          </a:solidFill>
                          <a:effectLst/>
                          <a:latin typeface="微软雅黑" panose="020B0503020204020204" pitchFamily="34" charset="-122"/>
                          <a:ea typeface="微软雅黑" panose="020B0503020204020204" pitchFamily="34" charset="-122"/>
                        </a:rPr>
                        <a:t>前缀</a:t>
                      </a:r>
                    </a:p>
                  </a:txBody>
                  <a:tcPr marL="123688" marR="12368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indent="266700" algn="just">
                        <a:lnSpc>
                          <a:spcPts val="1560"/>
                        </a:lnSpc>
                        <a:spcAft>
                          <a:spcPts val="0"/>
                        </a:spcAft>
                      </a:pPr>
                      <a:r>
                        <a:rPr lang="zh-CN" sz="1900">
                          <a:solidFill>
                            <a:schemeClr val="tx1"/>
                          </a:solidFill>
                          <a:effectLst/>
                          <a:latin typeface="微软雅黑" panose="020B0503020204020204" pitchFamily="34" charset="-122"/>
                          <a:ea typeface="微软雅黑" panose="020B0503020204020204" pitchFamily="34" charset="-122"/>
                        </a:rPr>
                        <a:t>含义</a:t>
                      </a:r>
                    </a:p>
                  </a:txBody>
                  <a:tcPr marL="123688" marR="12368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indent="266700" algn="just">
                        <a:lnSpc>
                          <a:spcPts val="1560"/>
                        </a:lnSpc>
                        <a:spcAft>
                          <a:spcPts val="0"/>
                        </a:spcAft>
                      </a:pPr>
                      <a:r>
                        <a:rPr lang="zh-CN" sz="1900">
                          <a:solidFill>
                            <a:schemeClr val="tx1"/>
                          </a:solidFill>
                          <a:effectLst/>
                          <a:latin typeface="微软雅黑" panose="020B0503020204020204" pitchFamily="34" charset="-122"/>
                          <a:ea typeface="微软雅黑" panose="020B0503020204020204" pitchFamily="34" charset="-122"/>
                        </a:rPr>
                        <a:t>类型</a:t>
                      </a:r>
                    </a:p>
                  </a:txBody>
                  <a:tcPr marL="123688" marR="12368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331094">
                <a:tc>
                  <a:txBody>
                    <a:bodyPr/>
                    <a:lstStyle/>
                    <a:p>
                      <a:pPr indent="266700" algn="just">
                        <a:lnSpc>
                          <a:spcPts val="1560"/>
                        </a:lnSpc>
                        <a:spcAft>
                          <a:spcPts val="0"/>
                        </a:spcAft>
                      </a:pPr>
                      <a:r>
                        <a:rPr lang="en-US" sz="1900">
                          <a:solidFill>
                            <a:schemeClr val="tx1"/>
                          </a:solidFill>
                          <a:effectLst/>
                          <a:latin typeface="微软雅黑" panose="020B0503020204020204" pitchFamily="34" charset="-122"/>
                          <a:ea typeface="微软雅黑" panose="020B0503020204020204" pitchFamily="34" charset="-122"/>
                        </a:rPr>
                        <a:t>u</a:t>
                      </a:r>
                      <a:endParaRPr lang="zh-CN" sz="1900">
                        <a:solidFill>
                          <a:schemeClr val="tx1"/>
                        </a:solidFill>
                        <a:effectLst/>
                        <a:latin typeface="微软雅黑" panose="020B0503020204020204" pitchFamily="34" charset="-122"/>
                        <a:ea typeface="微软雅黑" panose="020B0503020204020204" pitchFamily="34" charset="-122"/>
                      </a:endParaRPr>
                    </a:p>
                  </a:txBody>
                  <a:tcPr marL="123688" marR="12368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indent="266700" algn="just">
                        <a:lnSpc>
                          <a:spcPts val="1560"/>
                        </a:lnSpc>
                        <a:spcAft>
                          <a:spcPts val="0"/>
                        </a:spcAft>
                      </a:pPr>
                      <a:r>
                        <a:rPr lang="en-US" sz="1900">
                          <a:solidFill>
                            <a:schemeClr val="tx1"/>
                          </a:solidFill>
                          <a:effectLst/>
                          <a:latin typeface="微软雅黑" panose="020B0503020204020204" pitchFamily="34" charset="-122"/>
                          <a:ea typeface="微软雅黑" panose="020B0503020204020204" pitchFamily="34" charset="-122"/>
                        </a:rPr>
                        <a:t>Unicode 16 </a:t>
                      </a:r>
                      <a:r>
                        <a:rPr lang="zh-CN" sz="1900">
                          <a:solidFill>
                            <a:schemeClr val="tx1"/>
                          </a:solidFill>
                          <a:effectLst/>
                          <a:latin typeface="微软雅黑" panose="020B0503020204020204" pitchFamily="34" charset="-122"/>
                          <a:ea typeface="微软雅黑" panose="020B0503020204020204" pitchFamily="34" charset="-122"/>
                        </a:rPr>
                        <a:t>字符</a:t>
                      </a:r>
                    </a:p>
                  </a:txBody>
                  <a:tcPr marL="123688" marR="12368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indent="266700" algn="just">
                        <a:lnSpc>
                          <a:spcPts val="1560"/>
                        </a:lnSpc>
                        <a:spcAft>
                          <a:spcPts val="0"/>
                        </a:spcAft>
                      </a:pPr>
                      <a:r>
                        <a:rPr lang="en-US" sz="1900">
                          <a:solidFill>
                            <a:schemeClr val="tx1"/>
                          </a:solidFill>
                          <a:effectLst/>
                          <a:latin typeface="微软雅黑" panose="020B0503020204020204" pitchFamily="34" charset="-122"/>
                          <a:ea typeface="微软雅黑" panose="020B0503020204020204" pitchFamily="34" charset="-122"/>
                        </a:rPr>
                        <a:t>char16_t</a:t>
                      </a:r>
                      <a:endParaRPr lang="zh-CN" sz="1900">
                        <a:solidFill>
                          <a:schemeClr val="tx1"/>
                        </a:solidFill>
                        <a:effectLst/>
                        <a:latin typeface="微软雅黑" panose="020B0503020204020204" pitchFamily="34" charset="-122"/>
                        <a:ea typeface="微软雅黑" panose="020B0503020204020204" pitchFamily="34" charset="-122"/>
                      </a:endParaRPr>
                    </a:p>
                  </a:txBody>
                  <a:tcPr marL="123688" marR="12368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331094">
                <a:tc>
                  <a:txBody>
                    <a:bodyPr/>
                    <a:lstStyle/>
                    <a:p>
                      <a:pPr indent="266700" algn="just">
                        <a:lnSpc>
                          <a:spcPts val="1560"/>
                        </a:lnSpc>
                        <a:spcAft>
                          <a:spcPts val="0"/>
                        </a:spcAft>
                      </a:pPr>
                      <a:r>
                        <a:rPr lang="en-US" sz="1900">
                          <a:solidFill>
                            <a:schemeClr val="tx1"/>
                          </a:solidFill>
                          <a:effectLst/>
                          <a:latin typeface="微软雅黑" panose="020B0503020204020204" pitchFamily="34" charset="-122"/>
                          <a:ea typeface="微软雅黑" panose="020B0503020204020204" pitchFamily="34" charset="-122"/>
                        </a:rPr>
                        <a:t>U</a:t>
                      </a:r>
                      <a:endParaRPr lang="zh-CN" sz="1900">
                        <a:solidFill>
                          <a:schemeClr val="tx1"/>
                        </a:solidFill>
                        <a:effectLst/>
                        <a:latin typeface="微软雅黑" panose="020B0503020204020204" pitchFamily="34" charset="-122"/>
                        <a:ea typeface="微软雅黑" panose="020B0503020204020204" pitchFamily="34" charset="-122"/>
                      </a:endParaRPr>
                    </a:p>
                  </a:txBody>
                  <a:tcPr marL="123688" marR="12368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indent="266700" algn="just">
                        <a:lnSpc>
                          <a:spcPts val="1560"/>
                        </a:lnSpc>
                        <a:spcAft>
                          <a:spcPts val="0"/>
                        </a:spcAft>
                      </a:pPr>
                      <a:r>
                        <a:rPr lang="en-US" sz="1900">
                          <a:solidFill>
                            <a:schemeClr val="tx1"/>
                          </a:solidFill>
                          <a:effectLst/>
                          <a:latin typeface="微软雅黑" panose="020B0503020204020204" pitchFamily="34" charset="-122"/>
                          <a:ea typeface="微软雅黑" panose="020B0503020204020204" pitchFamily="34" charset="-122"/>
                        </a:rPr>
                        <a:t>Unicode 32</a:t>
                      </a:r>
                      <a:r>
                        <a:rPr lang="zh-CN" sz="1900">
                          <a:solidFill>
                            <a:schemeClr val="tx1"/>
                          </a:solidFill>
                          <a:effectLst/>
                          <a:latin typeface="微软雅黑" panose="020B0503020204020204" pitchFamily="34" charset="-122"/>
                          <a:ea typeface="微软雅黑" panose="020B0503020204020204" pitchFamily="34" charset="-122"/>
                        </a:rPr>
                        <a:t>字符</a:t>
                      </a:r>
                    </a:p>
                  </a:txBody>
                  <a:tcPr marL="123688" marR="12368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indent="266700" algn="just">
                        <a:lnSpc>
                          <a:spcPts val="1560"/>
                        </a:lnSpc>
                        <a:spcAft>
                          <a:spcPts val="0"/>
                        </a:spcAft>
                      </a:pPr>
                      <a:r>
                        <a:rPr lang="en-US" sz="1900">
                          <a:solidFill>
                            <a:schemeClr val="tx1"/>
                          </a:solidFill>
                          <a:effectLst/>
                          <a:latin typeface="微软雅黑" panose="020B0503020204020204" pitchFamily="34" charset="-122"/>
                          <a:ea typeface="微软雅黑" panose="020B0503020204020204" pitchFamily="34" charset="-122"/>
                        </a:rPr>
                        <a:t>char32_t</a:t>
                      </a:r>
                      <a:endParaRPr lang="zh-CN" sz="1900">
                        <a:solidFill>
                          <a:schemeClr val="tx1"/>
                        </a:solidFill>
                        <a:effectLst/>
                        <a:latin typeface="微软雅黑" panose="020B0503020204020204" pitchFamily="34" charset="-122"/>
                        <a:ea typeface="微软雅黑" panose="020B0503020204020204" pitchFamily="34" charset="-122"/>
                      </a:endParaRPr>
                    </a:p>
                  </a:txBody>
                  <a:tcPr marL="123688" marR="12368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331094">
                <a:tc>
                  <a:txBody>
                    <a:bodyPr/>
                    <a:lstStyle/>
                    <a:p>
                      <a:pPr indent="266700" algn="just">
                        <a:lnSpc>
                          <a:spcPts val="1560"/>
                        </a:lnSpc>
                        <a:spcAft>
                          <a:spcPts val="0"/>
                        </a:spcAft>
                      </a:pPr>
                      <a:r>
                        <a:rPr lang="en-US" sz="1900">
                          <a:solidFill>
                            <a:schemeClr val="tx1"/>
                          </a:solidFill>
                          <a:effectLst/>
                          <a:latin typeface="微软雅黑" panose="020B0503020204020204" pitchFamily="34" charset="-122"/>
                          <a:ea typeface="微软雅黑" panose="020B0503020204020204" pitchFamily="34" charset="-122"/>
                        </a:rPr>
                        <a:t>L</a:t>
                      </a:r>
                      <a:endParaRPr lang="zh-CN" sz="1900">
                        <a:solidFill>
                          <a:schemeClr val="tx1"/>
                        </a:solidFill>
                        <a:effectLst/>
                        <a:latin typeface="微软雅黑" panose="020B0503020204020204" pitchFamily="34" charset="-122"/>
                        <a:ea typeface="微软雅黑" panose="020B0503020204020204" pitchFamily="34" charset="-122"/>
                      </a:endParaRPr>
                    </a:p>
                  </a:txBody>
                  <a:tcPr marL="123688" marR="12368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indent="266700" algn="just">
                        <a:lnSpc>
                          <a:spcPts val="1560"/>
                        </a:lnSpc>
                        <a:spcAft>
                          <a:spcPts val="0"/>
                        </a:spcAft>
                      </a:pPr>
                      <a:r>
                        <a:rPr lang="zh-CN" sz="1900">
                          <a:solidFill>
                            <a:schemeClr val="tx1"/>
                          </a:solidFill>
                          <a:effectLst/>
                          <a:latin typeface="微软雅黑" panose="020B0503020204020204" pitchFamily="34" charset="-122"/>
                          <a:ea typeface="微软雅黑" panose="020B0503020204020204" pitchFamily="34" charset="-122"/>
                        </a:rPr>
                        <a:t>宽字符</a:t>
                      </a:r>
                    </a:p>
                  </a:txBody>
                  <a:tcPr marL="123688" marR="12368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indent="266700" algn="just">
                        <a:lnSpc>
                          <a:spcPts val="1560"/>
                        </a:lnSpc>
                        <a:spcAft>
                          <a:spcPts val="0"/>
                        </a:spcAft>
                      </a:pPr>
                      <a:r>
                        <a:rPr lang="en-US" sz="1900">
                          <a:solidFill>
                            <a:schemeClr val="tx1"/>
                          </a:solidFill>
                          <a:effectLst/>
                          <a:latin typeface="微软雅黑" panose="020B0503020204020204" pitchFamily="34" charset="-122"/>
                          <a:ea typeface="微软雅黑" panose="020B0503020204020204" pitchFamily="34" charset="-122"/>
                        </a:rPr>
                        <a:t>wchar_t</a:t>
                      </a:r>
                      <a:endParaRPr lang="zh-CN" sz="1900">
                        <a:solidFill>
                          <a:schemeClr val="tx1"/>
                        </a:solidFill>
                        <a:effectLst/>
                        <a:latin typeface="微软雅黑" panose="020B0503020204020204" pitchFamily="34" charset="-122"/>
                        <a:ea typeface="微软雅黑" panose="020B0503020204020204" pitchFamily="34" charset="-122"/>
                      </a:endParaRPr>
                    </a:p>
                  </a:txBody>
                  <a:tcPr marL="123688" marR="12368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478688">
                <a:tc>
                  <a:txBody>
                    <a:bodyPr/>
                    <a:lstStyle/>
                    <a:p>
                      <a:pPr indent="266700" algn="just">
                        <a:lnSpc>
                          <a:spcPts val="1560"/>
                        </a:lnSpc>
                        <a:spcAft>
                          <a:spcPts val="0"/>
                        </a:spcAft>
                      </a:pPr>
                      <a:r>
                        <a:rPr lang="en-US" sz="1900">
                          <a:solidFill>
                            <a:schemeClr val="tx1"/>
                          </a:solidFill>
                          <a:effectLst/>
                          <a:latin typeface="微软雅黑" panose="020B0503020204020204" pitchFamily="34" charset="-122"/>
                          <a:ea typeface="微软雅黑" panose="020B0503020204020204" pitchFamily="34" charset="-122"/>
                        </a:rPr>
                        <a:t>u8</a:t>
                      </a:r>
                      <a:endParaRPr lang="zh-CN" sz="1900">
                        <a:solidFill>
                          <a:schemeClr val="tx1"/>
                        </a:solidFill>
                        <a:effectLst/>
                        <a:latin typeface="微软雅黑" panose="020B0503020204020204" pitchFamily="34" charset="-122"/>
                        <a:ea typeface="微软雅黑" panose="020B0503020204020204" pitchFamily="34" charset="-122"/>
                      </a:endParaRPr>
                    </a:p>
                  </a:txBody>
                  <a:tcPr marL="123688" marR="12368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indent="266700" algn="just">
                        <a:lnSpc>
                          <a:spcPts val="1560"/>
                        </a:lnSpc>
                        <a:spcAft>
                          <a:spcPts val="0"/>
                        </a:spcAft>
                      </a:pPr>
                      <a:r>
                        <a:rPr lang="en-US" sz="1900">
                          <a:solidFill>
                            <a:schemeClr val="tx1"/>
                          </a:solidFill>
                          <a:effectLst/>
                          <a:latin typeface="微软雅黑" panose="020B0503020204020204" pitchFamily="34" charset="-122"/>
                          <a:ea typeface="微软雅黑" panose="020B0503020204020204" pitchFamily="34" charset="-122"/>
                        </a:rPr>
                        <a:t>UTF-8</a:t>
                      </a:r>
                      <a:r>
                        <a:rPr lang="zh-CN" sz="1900">
                          <a:solidFill>
                            <a:schemeClr val="tx1"/>
                          </a:solidFill>
                          <a:effectLst/>
                          <a:latin typeface="微软雅黑" panose="020B0503020204020204" pitchFamily="34" charset="-122"/>
                          <a:ea typeface="微软雅黑" panose="020B0503020204020204" pitchFamily="34" charset="-122"/>
                        </a:rPr>
                        <a:t>（仅用于字符串字面常量）</a:t>
                      </a:r>
                    </a:p>
                  </a:txBody>
                  <a:tcPr marL="123688" marR="12368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indent="266700" algn="just">
                        <a:lnSpc>
                          <a:spcPts val="1560"/>
                        </a:lnSpc>
                        <a:spcAft>
                          <a:spcPts val="0"/>
                        </a:spcAft>
                      </a:pPr>
                      <a:r>
                        <a:rPr lang="en-US" sz="1900">
                          <a:solidFill>
                            <a:schemeClr val="tx1"/>
                          </a:solidFill>
                          <a:effectLst/>
                          <a:latin typeface="微软雅黑" panose="020B0503020204020204" pitchFamily="34" charset="-122"/>
                          <a:ea typeface="微软雅黑" panose="020B0503020204020204" pitchFamily="34" charset="-122"/>
                        </a:rPr>
                        <a:t>char</a:t>
                      </a:r>
                      <a:endParaRPr lang="zh-CN" sz="1900">
                        <a:solidFill>
                          <a:schemeClr val="tx1"/>
                        </a:solidFill>
                        <a:effectLst/>
                        <a:latin typeface="微软雅黑" panose="020B0503020204020204" pitchFamily="34" charset="-122"/>
                        <a:ea typeface="微软雅黑" panose="020B0503020204020204" pitchFamily="34" charset="-122"/>
                      </a:endParaRPr>
                    </a:p>
                  </a:txBody>
                  <a:tcPr marL="123688" marR="12368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bl>
          </a:graphicData>
        </a:graphic>
      </p:graphicFrame>
      <p:sp>
        <p:nvSpPr>
          <p:cNvPr id="6" name="灯片编号占位符 5"/>
          <p:cNvSpPr>
            <a:spLocks noGrp="1"/>
          </p:cNvSpPr>
          <p:nvPr>
            <p:ph type="sldNum" sz="quarter" idx="4"/>
          </p:nvPr>
        </p:nvSpPr>
        <p:spPr/>
        <p:txBody>
          <a:bodyPr/>
          <a:lstStyle/>
          <a:p>
            <a:fld id="{DEA904C8-CD7B-4714-BAE1-F1A91095C3EA}" type="slidenum">
              <a:rPr lang="zh-CN" altLang="en-US" smtClean="0"/>
              <a:pPr/>
              <a:t>25</a:t>
            </a:fld>
            <a:endParaRPr lang="zh-CN" altLang="en-US"/>
          </a:p>
        </p:txBody>
      </p:sp>
    </p:spTree>
    <p:extLst>
      <p:ext uri="{BB962C8B-B14F-4D97-AF65-F5344CB8AC3E}">
        <p14:creationId xmlns:p14="http://schemas.microsoft.com/office/powerpoint/2010/main" val="363509706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52971" y="764704"/>
            <a:ext cx="10975975" cy="1066800"/>
          </a:xfrm>
        </p:spPr>
        <p:txBody>
          <a:bodyPr>
            <a:normAutofit/>
          </a:bodyPr>
          <a:lstStyle/>
          <a:p>
            <a:pPr eaLnBrk="1" fontAlgn="auto" hangingPunct="1">
              <a:spcAft>
                <a:spcPts val="0"/>
              </a:spcAft>
              <a:defRPr/>
            </a:pPr>
            <a:r>
              <a:rPr lang="zh-CN" altLang="en-US">
                <a:solidFill>
                  <a:schemeClr val="accent4">
                    <a:lumMod val="75000"/>
                  </a:schemeClr>
                </a:solidFill>
                <a:latin typeface="微软雅黑" pitchFamily="34" charset="-122"/>
                <a:ea typeface="微软雅黑" pitchFamily="34" charset="-122"/>
              </a:rPr>
              <a:t>基本数据类型</a:t>
            </a:r>
            <a:endParaRPr lang="zh-CN" altLang="en-US" dirty="0">
              <a:solidFill>
                <a:schemeClr val="accent4">
                  <a:lumMod val="75000"/>
                </a:schemeClr>
              </a:solidFill>
              <a:latin typeface="微软雅黑" pitchFamily="34" charset="-122"/>
              <a:ea typeface="微软雅黑" pitchFamily="34" charset="-122"/>
            </a:endParaRPr>
          </a:p>
        </p:txBody>
      </p:sp>
      <p:graphicFrame>
        <p:nvGraphicFramePr>
          <p:cNvPr id="3" name="表格 2"/>
          <p:cNvGraphicFramePr>
            <a:graphicFrameLocks noGrp="1"/>
          </p:cNvGraphicFramePr>
          <p:nvPr/>
        </p:nvGraphicFramePr>
        <p:xfrm>
          <a:off x="768995" y="1628800"/>
          <a:ext cx="9937105" cy="4752519"/>
        </p:xfrm>
        <a:graphic>
          <a:graphicData uri="http://schemas.openxmlformats.org/drawingml/2006/table">
            <a:tbl>
              <a:tblPr firstRow="1" firstCol="1" bandRow="1" bandCol="1">
                <a:tableStyleId>{5C22544A-7EE6-4342-B048-85BDC9FD1C3A}</a:tableStyleId>
              </a:tblPr>
              <a:tblGrid>
                <a:gridCol w="3401797">
                  <a:extLst>
                    <a:ext uri="{9D8B030D-6E8A-4147-A177-3AD203B41FA5}">
                      <a16:colId xmlns:a16="http://schemas.microsoft.com/office/drawing/2014/main" val="20000"/>
                    </a:ext>
                  </a:extLst>
                </a:gridCol>
                <a:gridCol w="2495957">
                  <a:extLst>
                    <a:ext uri="{9D8B030D-6E8A-4147-A177-3AD203B41FA5}">
                      <a16:colId xmlns:a16="http://schemas.microsoft.com/office/drawing/2014/main" val="20001"/>
                    </a:ext>
                  </a:extLst>
                </a:gridCol>
                <a:gridCol w="4039351">
                  <a:extLst>
                    <a:ext uri="{9D8B030D-6E8A-4147-A177-3AD203B41FA5}">
                      <a16:colId xmlns:a16="http://schemas.microsoft.com/office/drawing/2014/main" val="20002"/>
                    </a:ext>
                  </a:extLst>
                </a:gridCol>
              </a:tblGrid>
              <a:tr h="292372">
                <a:tc>
                  <a:txBody>
                    <a:bodyPr/>
                    <a:lstStyle/>
                    <a:p>
                      <a:pPr indent="266700" algn="ctr">
                        <a:lnSpc>
                          <a:spcPts val="1560"/>
                        </a:lnSpc>
                        <a:spcAft>
                          <a:spcPts val="0"/>
                        </a:spcAft>
                      </a:pPr>
                      <a:r>
                        <a:rPr lang="zh-CN" sz="1800">
                          <a:solidFill>
                            <a:schemeClr val="tx1"/>
                          </a:solidFill>
                          <a:effectLst/>
                          <a:latin typeface="微软雅黑" panose="020B0503020204020204" pitchFamily="34" charset="-122"/>
                          <a:ea typeface="微软雅黑" panose="020B0503020204020204" pitchFamily="34" charset="-122"/>
                        </a:rPr>
                        <a:t>类型名</a:t>
                      </a:r>
                      <a:endParaRPr lang="zh-CN" sz="2400">
                        <a:solidFill>
                          <a:schemeClr val="tx1"/>
                        </a:solidFill>
                        <a:effectLst/>
                        <a:latin typeface="微软雅黑" panose="020B0503020204020204" pitchFamily="34" charset="-122"/>
                        <a:ea typeface="微软雅黑" panose="020B0503020204020204"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indent="266700" algn="ctr">
                        <a:lnSpc>
                          <a:spcPts val="1560"/>
                        </a:lnSpc>
                        <a:spcAft>
                          <a:spcPts val="0"/>
                        </a:spcAft>
                      </a:pPr>
                      <a:r>
                        <a:rPr lang="zh-CN" sz="1800">
                          <a:solidFill>
                            <a:schemeClr val="tx1"/>
                          </a:solidFill>
                          <a:effectLst/>
                          <a:latin typeface="微软雅黑" panose="020B0503020204020204" pitchFamily="34" charset="-122"/>
                          <a:ea typeface="微软雅黑" panose="020B0503020204020204" pitchFamily="34" charset="-122"/>
                        </a:rPr>
                        <a:t>长度（字节）</a:t>
                      </a:r>
                      <a:endParaRPr lang="zh-CN" sz="2400">
                        <a:solidFill>
                          <a:schemeClr val="tx1"/>
                        </a:solidFill>
                        <a:effectLst/>
                        <a:latin typeface="微软雅黑" panose="020B0503020204020204" pitchFamily="34" charset="-122"/>
                        <a:ea typeface="微软雅黑" panose="020B0503020204020204"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indent="266700" algn="ctr">
                        <a:lnSpc>
                          <a:spcPts val="1560"/>
                        </a:lnSpc>
                        <a:spcAft>
                          <a:spcPts val="0"/>
                        </a:spcAft>
                      </a:pPr>
                      <a:r>
                        <a:rPr lang="zh-CN" sz="1800">
                          <a:solidFill>
                            <a:schemeClr val="tx1"/>
                          </a:solidFill>
                          <a:effectLst/>
                          <a:latin typeface="微软雅黑" panose="020B0503020204020204" pitchFamily="34" charset="-122"/>
                          <a:ea typeface="微软雅黑" panose="020B0503020204020204" pitchFamily="34" charset="-122"/>
                        </a:rPr>
                        <a:t>取值范围</a:t>
                      </a:r>
                      <a:endParaRPr lang="zh-CN" sz="2400">
                        <a:solidFill>
                          <a:schemeClr val="tx1"/>
                        </a:solidFill>
                        <a:effectLst/>
                        <a:latin typeface="微软雅黑" panose="020B0503020204020204" pitchFamily="34" charset="-122"/>
                        <a:ea typeface="微软雅黑" panose="020B0503020204020204"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292372">
                <a:tc>
                  <a:txBody>
                    <a:bodyPr/>
                    <a:lstStyle/>
                    <a:p>
                      <a:pPr indent="266700" algn="ctr">
                        <a:lnSpc>
                          <a:spcPts val="1560"/>
                        </a:lnSpc>
                        <a:spcAft>
                          <a:spcPts val="0"/>
                        </a:spcAft>
                      </a:pPr>
                      <a:r>
                        <a:rPr lang="en-US" sz="1800">
                          <a:solidFill>
                            <a:schemeClr val="tx1"/>
                          </a:solidFill>
                          <a:effectLst/>
                          <a:latin typeface="微软雅黑" panose="020B0503020204020204" pitchFamily="34" charset="-122"/>
                          <a:ea typeface="微软雅黑" panose="020B0503020204020204" pitchFamily="34" charset="-122"/>
                        </a:rPr>
                        <a:t>bool</a:t>
                      </a:r>
                      <a:endParaRPr lang="zh-CN" sz="2400">
                        <a:solidFill>
                          <a:schemeClr val="tx1"/>
                        </a:solidFill>
                        <a:effectLst/>
                        <a:latin typeface="微软雅黑" panose="020B0503020204020204" pitchFamily="34" charset="-122"/>
                        <a:ea typeface="微软雅黑" panose="020B0503020204020204"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indent="266700" algn="ctr">
                        <a:lnSpc>
                          <a:spcPts val="1560"/>
                        </a:lnSpc>
                        <a:spcAft>
                          <a:spcPts val="0"/>
                        </a:spcAft>
                      </a:pPr>
                      <a:r>
                        <a:rPr lang="en-US" sz="1800">
                          <a:solidFill>
                            <a:schemeClr val="tx1"/>
                          </a:solidFill>
                          <a:effectLst/>
                          <a:latin typeface="微软雅黑" panose="020B0503020204020204" pitchFamily="34" charset="-122"/>
                          <a:ea typeface="微软雅黑" panose="020B0503020204020204" pitchFamily="34" charset="-122"/>
                        </a:rPr>
                        <a:t>1</a:t>
                      </a:r>
                      <a:endParaRPr lang="zh-CN" sz="2400">
                        <a:solidFill>
                          <a:schemeClr val="tx1"/>
                        </a:solidFill>
                        <a:effectLst/>
                        <a:latin typeface="微软雅黑" panose="020B0503020204020204" pitchFamily="34" charset="-122"/>
                        <a:ea typeface="微软雅黑" panose="020B0503020204020204"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indent="266700" algn="ctr">
                        <a:lnSpc>
                          <a:spcPts val="1560"/>
                        </a:lnSpc>
                        <a:spcAft>
                          <a:spcPts val="0"/>
                        </a:spcAft>
                      </a:pPr>
                      <a:r>
                        <a:rPr lang="en-US" sz="1800">
                          <a:solidFill>
                            <a:schemeClr val="tx1"/>
                          </a:solidFill>
                          <a:effectLst/>
                          <a:latin typeface="微软雅黑" panose="020B0503020204020204" pitchFamily="34" charset="-122"/>
                          <a:ea typeface="微软雅黑" panose="020B0503020204020204" pitchFamily="34" charset="-122"/>
                        </a:rPr>
                        <a:t>false</a:t>
                      </a:r>
                      <a:r>
                        <a:rPr lang="zh-CN" sz="1800">
                          <a:solidFill>
                            <a:schemeClr val="tx1"/>
                          </a:solidFill>
                          <a:effectLst/>
                          <a:latin typeface="微软雅黑" panose="020B0503020204020204" pitchFamily="34" charset="-122"/>
                          <a:ea typeface="微软雅黑" panose="020B0503020204020204" pitchFamily="34" charset="-122"/>
                        </a:rPr>
                        <a:t>，</a:t>
                      </a:r>
                      <a:r>
                        <a:rPr lang="en-US" sz="1800">
                          <a:solidFill>
                            <a:schemeClr val="tx1"/>
                          </a:solidFill>
                          <a:effectLst/>
                          <a:latin typeface="微软雅黑" panose="020B0503020204020204" pitchFamily="34" charset="-122"/>
                          <a:ea typeface="微软雅黑" panose="020B0503020204020204" pitchFamily="34" charset="-122"/>
                        </a:rPr>
                        <a:t>true</a:t>
                      </a:r>
                      <a:endParaRPr lang="zh-CN" sz="2400">
                        <a:solidFill>
                          <a:schemeClr val="tx1"/>
                        </a:solidFill>
                        <a:effectLst/>
                        <a:latin typeface="微软雅黑" panose="020B0503020204020204" pitchFamily="34" charset="-122"/>
                        <a:ea typeface="微软雅黑" panose="020B0503020204020204"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292372">
                <a:tc>
                  <a:txBody>
                    <a:bodyPr/>
                    <a:lstStyle/>
                    <a:p>
                      <a:pPr indent="266700" algn="ctr">
                        <a:lnSpc>
                          <a:spcPts val="1560"/>
                        </a:lnSpc>
                        <a:spcAft>
                          <a:spcPts val="0"/>
                        </a:spcAft>
                      </a:pPr>
                      <a:r>
                        <a:rPr lang="en-US" sz="1800">
                          <a:solidFill>
                            <a:schemeClr val="tx1"/>
                          </a:solidFill>
                          <a:effectLst/>
                          <a:latin typeface="微软雅黑" panose="020B0503020204020204" pitchFamily="34" charset="-122"/>
                          <a:ea typeface="微软雅黑" panose="020B0503020204020204" pitchFamily="34" charset="-122"/>
                        </a:rPr>
                        <a:t>char</a:t>
                      </a:r>
                      <a:endParaRPr lang="zh-CN" sz="2400">
                        <a:solidFill>
                          <a:schemeClr val="tx1"/>
                        </a:solidFill>
                        <a:effectLst/>
                        <a:latin typeface="微软雅黑" panose="020B0503020204020204" pitchFamily="34" charset="-122"/>
                        <a:ea typeface="微软雅黑" panose="020B0503020204020204"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indent="266700" algn="ctr">
                        <a:lnSpc>
                          <a:spcPts val="1560"/>
                        </a:lnSpc>
                        <a:spcAft>
                          <a:spcPts val="0"/>
                        </a:spcAft>
                      </a:pPr>
                      <a:r>
                        <a:rPr lang="en-US" sz="1800">
                          <a:solidFill>
                            <a:schemeClr val="tx1"/>
                          </a:solidFill>
                          <a:effectLst/>
                          <a:latin typeface="微软雅黑" panose="020B0503020204020204" pitchFamily="34" charset="-122"/>
                          <a:ea typeface="微软雅黑" panose="020B0503020204020204" pitchFamily="34" charset="-122"/>
                        </a:rPr>
                        <a:t>1</a:t>
                      </a:r>
                      <a:endParaRPr lang="zh-CN" sz="2400">
                        <a:solidFill>
                          <a:schemeClr val="tx1"/>
                        </a:solidFill>
                        <a:effectLst/>
                        <a:latin typeface="微软雅黑" panose="020B0503020204020204" pitchFamily="34" charset="-122"/>
                        <a:ea typeface="微软雅黑" panose="020B0503020204020204"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indent="266700" algn="ctr">
                        <a:lnSpc>
                          <a:spcPts val="1560"/>
                        </a:lnSpc>
                        <a:spcAft>
                          <a:spcPts val="0"/>
                        </a:spcAft>
                      </a:pPr>
                      <a:r>
                        <a:rPr lang="en-US" sz="1800">
                          <a:solidFill>
                            <a:schemeClr val="tx1"/>
                          </a:solidFill>
                          <a:effectLst/>
                          <a:latin typeface="微软雅黑" panose="020B0503020204020204" pitchFamily="34" charset="-122"/>
                          <a:ea typeface="微软雅黑" panose="020B0503020204020204" pitchFamily="34" charset="-122"/>
                        </a:rPr>
                        <a:t>-128~127</a:t>
                      </a:r>
                      <a:endParaRPr lang="zh-CN" sz="2400">
                        <a:solidFill>
                          <a:schemeClr val="tx1"/>
                        </a:solidFill>
                        <a:effectLst/>
                        <a:latin typeface="微软雅黑" panose="020B0503020204020204" pitchFamily="34" charset="-122"/>
                        <a:ea typeface="微软雅黑" panose="020B0503020204020204"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292372">
                <a:tc>
                  <a:txBody>
                    <a:bodyPr/>
                    <a:lstStyle/>
                    <a:p>
                      <a:pPr indent="266700" algn="ctr">
                        <a:lnSpc>
                          <a:spcPts val="1560"/>
                        </a:lnSpc>
                        <a:spcAft>
                          <a:spcPts val="0"/>
                        </a:spcAft>
                      </a:pPr>
                      <a:r>
                        <a:rPr lang="en-US" sz="1800">
                          <a:solidFill>
                            <a:schemeClr val="tx1"/>
                          </a:solidFill>
                          <a:effectLst/>
                          <a:latin typeface="微软雅黑" panose="020B0503020204020204" pitchFamily="34" charset="-122"/>
                          <a:ea typeface="微软雅黑" panose="020B0503020204020204" pitchFamily="34" charset="-122"/>
                        </a:rPr>
                        <a:t>signed char</a:t>
                      </a:r>
                      <a:endParaRPr lang="zh-CN" sz="2400">
                        <a:solidFill>
                          <a:schemeClr val="tx1"/>
                        </a:solidFill>
                        <a:effectLst/>
                        <a:latin typeface="微软雅黑" panose="020B0503020204020204" pitchFamily="34" charset="-122"/>
                        <a:ea typeface="微软雅黑" panose="020B0503020204020204"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indent="266700" algn="ctr">
                        <a:lnSpc>
                          <a:spcPts val="1560"/>
                        </a:lnSpc>
                        <a:spcAft>
                          <a:spcPts val="0"/>
                        </a:spcAft>
                      </a:pPr>
                      <a:r>
                        <a:rPr lang="en-US" sz="1800">
                          <a:solidFill>
                            <a:schemeClr val="tx1"/>
                          </a:solidFill>
                          <a:effectLst/>
                          <a:latin typeface="微软雅黑" panose="020B0503020204020204" pitchFamily="34" charset="-122"/>
                          <a:ea typeface="微软雅黑" panose="020B0503020204020204" pitchFamily="34" charset="-122"/>
                        </a:rPr>
                        <a:t>1</a:t>
                      </a:r>
                      <a:endParaRPr lang="zh-CN" sz="2400">
                        <a:solidFill>
                          <a:schemeClr val="tx1"/>
                        </a:solidFill>
                        <a:effectLst/>
                        <a:latin typeface="微软雅黑" panose="020B0503020204020204" pitchFamily="34" charset="-122"/>
                        <a:ea typeface="微软雅黑" panose="020B0503020204020204"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indent="266700" algn="ctr">
                        <a:lnSpc>
                          <a:spcPts val="1560"/>
                        </a:lnSpc>
                        <a:spcAft>
                          <a:spcPts val="0"/>
                        </a:spcAft>
                      </a:pPr>
                      <a:r>
                        <a:rPr lang="en-US" sz="1800">
                          <a:solidFill>
                            <a:schemeClr val="tx1"/>
                          </a:solidFill>
                          <a:effectLst/>
                          <a:latin typeface="微软雅黑" panose="020B0503020204020204" pitchFamily="34" charset="-122"/>
                          <a:ea typeface="微软雅黑" panose="020B0503020204020204" pitchFamily="34" charset="-122"/>
                        </a:rPr>
                        <a:t>-128~127</a:t>
                      </a:r>
                      <a:endParaRPr lang="zh-CN" sz="2400">
                        <a:solidFill>
                          <a:schemeClr val="tx1"/>
                        </a:solidFill>
                        <a:effectLst/>
                        <a:latin typeface="微软雅黑" panose="020B0503020204020204" pitchFamily="34" charset="-122"/>
                        <a:ea typeface="微软雅黑" panose="020B0503020204020204"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292372">
                <a:tc>
                  <a:txBody>
                    <a:bodyPr/>
                    <a:lstStyle/>
                    <a:p>
                      <a:pPr indent="266700" algn="ctr">
                        <a:lnSpc>
                          <a:spcPts val="1560"/>
                        </a:lnSpc>
                        <a:spcAft>
                          <a:spcPts val="0"/>
                        </a:spcAft>
                      </a:pPr>
                      <a:r>
                        <a:rPr lang="en-US" sz="1800">
                          <a:solidFill>
                            <a:schemeClr val="tx1"/>
                          </a:solidFill>
                          <a:effectLst/>
                          <a:latin typeface="微软雅黑" panose="020B0503020204020204" pitchFamily="34" charset="-122"/>
                          <a:ea typeface="微软雅黑" panose="020B0503020204020204" pitchFamily="34" charset="-122"/>
                        </a:rPr>
                        <a:t>unsigned char</a:t>
                      </a:r>
                      <a:endParaRPr lang="zh-CN" sz="2400">
                        <a:solidFill>
                          <a:schemeClr val="tx1"/>
                        </a:solidFill>
                        <a:effectLst/>
                        <a:latin typeface="微软雅黑" panose="020B0503020204020204" pitchFamily="34" charset="-122"/>
                        <a:ea typeface="微软雅黑" panose="020B0503020204020204"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indent="266700" algn="ctr">
                        <a:lnSpc>
                          <a:spcPts val="1560"/>
                        </a:lnSpc>
                        <a:spcAft>
                          <a:spcPts val="0"/>
                        </a:spcAft>
                      </a:pPr>
                      <a:r>
                        <a:rPr lang="en-US" sz="1800">
                          <a:solidFill>
                            <a:schemeClr val="tx1"/>
                          </a:solidFill>
                          <a:effectLst/>
                          <a:latin typeface="微软雅黑" panose="020B0503020204020204" pitchFamily="34" charset="-122"/>
                          <a:ea typeface="微软雅黑" panose="020B0503020204020204" pitchFamily="34" charset="-122"/>
                        </a:rPr>
                        <a:t>1</a:t>
                      </a:r>
                      <a:endParaRPr lang="zh-CN" sz="2400">
                        <a:solidFill>
                          <a:schemeClr val="tx1"/>
                        </a:solidFill>
                        <a:effectLst/>
                        <a:latin typeface="微软雅黑" panose="020B0503020204020204" pitchFamily="34" charset="-122"/>
                        <a:ea typeface="微软雅黑" panose="020B0503020204020204"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indent="266700" algn="ctr">
                        <a:lnSpc>
                          <a:spcPts val="1560"/>
                        </a:lnSpc>
                        <a:spcAft>
                          <a:spcPts val="0"/>
                        </a:spcAft>
                      </a:pPr>
                      <a:r>
                        <a:rPr lang="en-US" sz="1800">
                          <a:solidFill>
                            <a:schemeClr val="tx1"/>
                          </a:solidFill>
                          <a:effectLst/>
                          <a:latin typeface="微软雅黑" panose="020B0503020204020204" pitchFamily="34" charset="-122"/>
                          <a:ea typeface="微软雅黑" panose="020B0503020204020204" pitchFamily="34" charset="-122"/>
                        </a:rPr>
                        <a:t>0~255</a:t>
                      </a:r>
                      <a:endParaRPr lang="zh-CN" sz="2400">
                        <a:solidFill>
                          <a:schemeClr val="tx1"/>
                        </a:solidFill>
                        <a:effectLst/>
                        <a:latin typeface="微软雅黑" panose="020B0503020204020204" pitchFamily="34" charset="-122"/>
                        <a:ea typeface="微软雅黑" panose="020B0503020204020204"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r h="307338">
                <a:tc>
                  <a:txBody>
                    <a:bodyPr/>
                    <a:lstStyle/>
                    <a:p>
                      <a:pPr indent="266700" algn="ctr">
                        <a:lnSpc>
                          <a:spcPts val="1560"/>
                        </a:lnSpc>
                        <a:spcAft>
                          <a:spcPts val="0"/>
                        </a:spcAft>
                      </a:pPr>
                      <a:r>
                        <a:rPr lang="en-US" sz="1800">
                          <a:solidFill>
                            <a:schemeClr val="tx1"/>
                          </a:solidFill>
                          <a:effectLst/>
                          <a:latin typeface="微软雅黑" panose="020B0503020204020204" pitchFamily="34" charset="-122"/>
                          <a:ea typeface="微软雅黑" panose="020B0503020204020204" pitchFamily="34" charset="-122"/>
                        </a:rPr>
                        <a:t>short</a:t>
                      </a:r>
                      <a:r>
                        <a:rPr lang="zh-CN" sz="1800">
                          <a:solidFill>
                            <a:schemeClr val="tx1"/>
                          </a:solidFill>
                          <a:effectLst/>
                          <a:latin typeface="微软雅黑" panose="020B0503020204020204" pitchFamily="34" charset="-122"/>
                          <a:ea typeface="微软雅黑" panose="020B0503020204020204" pitchFamily="34" charset="-122"/>
                        </a:rPr>
                        <a:t>（</a:t>
                      </a:r>
                      <a:r>
                        <a:rPr lang="en-US" sz="1800">
                          <a:solidFill>
                            <a:schemeClr val="tx1"/>
                          </a:solidFill>
                          <a:effectLst/>
                          <a:latin typeface="微软雅黑" panose="020B0503020204020204" pitchFamily="34" charset="-122"/>
                          <a:ea typeface="微软雅黑" panose="020B0503020204020204" pitchFamily="34" charset="-122"/>
                        </a:rPr>
                        <a:t>signed short</a:t>
                      </a:r>
                      <a:r>
                        <a:rPr lang="zh-CN" sz="1800">
                          <a:solidFill>
                            <a:schemeClr val="tx1"/>
                          </a:solidFill>
                          <a:effectLst/>
                          <a:latin typeface="微软雅黑" panose="020B0503020204020204" pitchFamily="34" charset="-122"/>
                          <a:ea typeface="微软雅黑" panose="020B0503020204020204" pitchFamily="34" charset="-122"/>
                        </a:rPr>
                        <a:t>）</a:t>
                      </a:r>
                      <a:endParaRPr lang="zh-CN" sz="2400">
                        <a:solidFill>
                          <a:schemeClr val="tx1"/>
                        </a:solidFill>
                        <a:effectLst/>
                        <a:latin typeface="微软雅黑" panose="020B0503020204020204" pitchFamily="34" charset="-122"/>
                        <a:ea typeface="微软雅黑" panose="020B0503020204020204"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indent="266700" algn="ctr">
                        <a:lnSpc>
                          <a:spcPts val="1560"/>
                        </a:lnSpc>
                        <a:spcAft>
                          <a:spcPts val="0"/>
                        </a:spcAft>
                      </a:pPr>
                      <a:r>
                        <a:rPr lang="en-US" sz="1800">
                          <a:solidFill>
                            <a:schemeClr val="tx1"/>
                          </a:solidFill>
                          <a:effectLst/>
                          <a:latin typeface="微软雅黑" panose="020B0503020204020204" pitchFamily="34" charset="-122"/>
                          <a:ea typeface="微软雅黑" panose="020B0503020204020204" pitchFamily="34" charset="-122"/>
                        </a:rPr>
                        <a:t>2</a:t>
                      </a:r>
                      <a:endParaRPr lang="zh-CN" sz="2400">
                        <a:solidFill>
                          <a:schemeClr val="tx1"/>
                        </a:solidFill>
                        <a:effectLst/>
                        <a:latin typeface="微软雅黑" panose="020B0503020204020204" pitchFamily="34" charset="-122"/>
                        <a:ea typeface="微软雅黑" panose="020B0503020204020204"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indent="266700" algn="ctr">
                        <a:lnSpc>
                          <a:spcPts val="1560"/>
                        </a:lnSpc>
                        <a:spcAft>
                          <a:spcPts val="0"/>
                        </a:spcAft>
                      </a:pPr>
                      <a:r>
                        <a:rPr lang="en-US" sz="1800">
                          <a:solidFill>
                            <a:schemeClr val="tx1"/>
                          </a:solidFill>
                          <a:effectLst/>
                          <a:latin typeface="微软雅黑" panose="020B0503020204020204" pitchFamily="34" charset="-122"/>
                          <a:ea typeface="微软雅黑" panose="020B0503020204020204" pitchFamily="34" charset="-122"/>
                        </a:rPr>
                        <a:t>-32768~32767</a:t>
                      </a:r>
                      <a:endParaRPr lang="zh-CN" sz="2400">
                        <a:solidFill>
                          <a:schemeClr val="tx1"/>
                        </a:solidFill>
                        <a:effectLst/>
                        <a:latin typeface="微软雅黑" panose="020B0503020204020204" pitchFamily="34" charset="-122"/>
                        <a:ea typeface="微软雅黑" panose="020B0503020204020204"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5"/>
                  </a:ext>
                </a:extLst>
              </a:tr>
              <a:tr h="292372">
                <a:tc>
                  <a:txBody>
                    <a:bodyPr/>
                    <a:lstStyle/>
                    <a:p>
                      <a:pPr indent="266700" algn="ctr">
                        <a:lnSpc>
                          <a:spcPts val="1560"/>
                        </a:lnSpc>
                        <a:spcAft>
                          <a:spcPts val="0"/>
                        </a:spcAft>
                      </a:pPr>
                      <a:r>
                        <a:rPr lang="en-US" sz="1800">
                          <a:solidFill>
                            <a:schemeClr val="tx1"/>
                          </a:solidFill>
                          <a:effectLst/>
                          <a:latin typeface="微软雅黑" panose="020B0503020204020204" pitchFamily="34" charset="-122"/>
                          <a:ea typeface="微软雅黑" panose="020B0503020204020204" pitchFamily="34" charset="-122"/>
                        </a:rPr>
                        <a:t>unsigned short</a:t>
                      </a:r>
                      <a:endParaRPr lang="zh-CN" sz="2400">
                        <a:solidFill>
                          <a:schemeClr val="tx1"/>
                        </a:solidFill>
                        <a:effectLst/>
                        <a:latin typeface="微软雅黑" panose="020B0503020204020204" pitchFamily="34" charset="-122"/>
                        <a:ea typeface="微软雅黑" panose="020B0503020204020204"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indent="266700" algn="ctr">
                        <a:lnSpc>
                          <a:spcPts val="1560"/>
                        </a:lnSpc>
                        <a:spcAft>
                          <a:spcPts val="0"/>
                        </a:spcAft>
                      </a:pPr>
                      <a:r>
                        <a:rPr lang="en-US" sz="1800">
                          <a:solidFill>
                            <a:schemeClr val="tx1"/>
                          </a:solidFill>
                          <a:effectLst/>
                          <a:latin typeface="微软雅黑" panose="020B0503020204020204" pitchFamily="34" charset="-122"/>
                          <a:ea typeface="微软雅黑" panose="020B0503020204020204" pitchFamily="34" charset="-122"/>
                        </a:rPr>
                        <a:t>2</a:t>
                      </a:r>
                      <a:endParaRPr lang="zh-CN" sz="2400">
                        <a:solidFill>
                          <a:schemeClr val="tx1"/>
                        </a:solidFill>
                        <a:effectLst/>
                        <a:latin typeface="微软雅黑" panose="020B0503020204020204" pitchFamily="34" charset="-122"/>
                        <a:ea typeface="微软雅黑" panose="020B0503020204020204"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indent="266700" algn="ctr">
                        <a:lnSpc>
                          <a:spcPts val="1560"/>
                        </a:lnSpc>
                        <a:spcAft>
                          <a:spcPts val="0"/>
                        </a:spcAft>
                      </a:pPr>
                      <a:r>
                        <a:rPr lang="en-US" sz="1800">
                          <a:solidFill>
                            <a:schemeClr val="tx1"/>
                          </a:solidFill>
                          <a:effectLst/>
                          <a:latin typeface="微软雅黑" panose="020B0503020204020204" pitchFamily="34" charset="-122"/>
                          <a:ea typeface="微软雅黑" panose="020B0503020204020204" pitchFamily="34" charset="-122"/>
                        </a:rPr>
                        <a:t>0~65535</a:t>
                      </a:r>
                      <a:endParaRPr lang="zh-CN" sz="2400">
                        <a:solidFill>
                          <a:schemeClr val="tx1"/>
                        </a:solidFill>
                        <a:effectLst/>
                        <a:latin typeface="微软雅黑" panose="020B0503020204020204" pitchFamily="34" charset="-122"/>
                        <a:ea typeface="微软雅黑" panose="020B0503020204020204"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6"/>
                  </a:ext>
                </a:extLst>
              </a:tr>
              <a:tr h="292372">
                <a:tc>
                  <a:txBody>
                    <a:bodyPr/>
                    <a:lstStyle/>
                    <a:p>
                      <a:pPr indent="266700" algn="ctr">
                        <a:lnSpc>
                          <a:spcPts val="1560"/>
                        </a:lnSpc>
                        <a:spcAft>
                          <a:spcPts val="0"/>
                        </a:spcAft>
                      </a:pPr>
                      <a:r>
                        <a:rPr lang="en-US" sz="1800">
                          <a:solidFill>
                            <a:schemeClr val="tx1"/>
                          </a:solidFill>
                          <a:effectLst/>
                          <a:latin typeface="微软雅黑" panose="020B0503020204020204" pitchFamily="34" charset="-122"/>
                          <a:ea typeface="微软雅黑" panose="020B0503020204020204" pitchFamily="34" charset="-122"/>
                        </a:rPr>
                        <a:t>int</a:t>
                      </a:r>
                      <a:r>
                        <a:rPr lang="zh-CN" sz="1800">
                          <a:solidFill>
                            <a:schemeClr val="tx1"/>
                          </a:solidFill>
                          <a:effectLst/>
                          <a:latin typeface="微软雅黑" panose="020B0503020204020204" pitchFamily="34" charset="-122"/>
                          <a:ea typeface="微软雅黑" panose="020B0503020204020204" pitchFamily="34" charset="-122"/>
                        </a:rPr>
                        <a:t>（</a:t>
                      </a:r>
                      <a:r>
                        <a:rPr lang="en-US" sz="1800">
                          <a:solidFill>
                            <a:schemeClr val="tx1"/>
                          </a:solidFill>
                          <a:effectLst/>
                          <a:latin typeface="微软雅黑" panose="020B0503020204020204" pitchFamily="34" charset="-122"/>
                          <a:ea typeface="微软雅黑" panose="020B0503020204020204" pitchFamily="34" charset="-122"/>
                        </a:rPr>
                        <a:t>signed int</a:t>
                      </a:r>
                      <a:r>
                        <a:rPr lang="zh-CN" sz="1800">
                          <a:solidFill>
                            <a:schemeClr val="tx1"/>
                          </a:solidFill>
                          <a:effectLst/>
                          <a:latin typeface="微软雅黑" panose="020B0503020204020204" pitchFamily="34" charset="-122"/>
                          <a:ea typeface="微软雅黑" panose="020B0503020204020204" pitchFamily="34" charset="-122"/>
                        </a:rPr>
                        <a:t>）</a:t>
                      </a:r>
                      <a:endParaRPr lang="zh-CN" sz="2400">
                        <a:solidFill>
                          <a:schemeClr val="tx1"/>
                        </a:solidFill>
                        <a:effectLst/>
                        <a:latin typeface="微软雅黑" panose="020B0503020204020204" pitchFamily="34" charset="-122"/>
                        <a:ea typeface="微软雅黑" panose="020B0503020204020204"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indent="266700" algn="ctr">
                        <a:lnSpc>
                          <a:spcPts val="1560"/>
                        </a:lnSpc>
                        <a:spcAft>
                          <a:spcPts val="0"/>
                        </a:spcAft>
                      </a:pPr>
                      <a:r>
                        <a:rPr lang="en-US" sz="1800">
                          <a:solidFill>
                            <a:schemeClr val="tx1"/>
                          </a:solidFill>
                          <a:effectLst/>
                          <a:latin typeface="微软雅黑" panose="020B0503020204020204" pitchFamily="34" charset="-122"/>
                          <a:ea typeface="微软雅黑" panose="020B0503020204020204" pitchFamily="34" charset="-122"/>
                        </a:rPr>
                        <a:t>4</a:t>
                      </a:r>
                      <a:endParaRPr lang="zh-CN" sz="2400">
                        <a:solidFill>
                          <a:schemeClr val="tx1"/>
                        </a:solidFill>
                        <a:effectLst/>
                        <a:latin typeface="微软雅黑" panose="020B0503020204020204" pitchFamily="34" charset="-122"/>
                        <a:ea typeface="微软雅黑" panose="020B0503020204020204"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indent="266700" algn="ctr">
                        <a:lnSpc>
                          <a:spcPts val="1560"/>
                        </a:lnSpc>
                        <a:spcAft>
                          <a:spcPts val="0"/>
                        </a:spcAft>
                      </a:pPr>
                      <a:r>
                        <a:rPr lang="en-US" sz="1800">
                          <a:solidFill>
                            <a:schemeClr val="tx1"/>
                          </a:solidFill>
                          <a:effectLst/>
                          <a:latin typeface="微软雅黑" panose="020B0503020204020204" pitchFamily="34" charset="-122"/>
                          <a:ea typeface="微软雅黑" panose="020B0503020204020204" pitchFamily="34" charset="-122"/>
                        </a:rPr>
                        <a:t>-2</a:t>
                      </a:r>
                      <a:r>
                        <a:rPr lang="en-US" sz="1800" baseline="30000">
                          <a:solidFill>
                            <a:schemeClr val="tx1"/>
                          </a:solidFill>
                          <a:effectLst/>
                          <a:latin typeface="微软雅黑" panose="020B0503020204020204" pitchFamily="34" charset="-122"/>
                          <a:ea typeface="微软雅黑" panose="020B0503020204020204" pitchFamily="34" charset="-122"/>
                        </a:rPr>
                        <a:t>31</a:t>
                      </a:r>
                      <a:r>
                        <a:rPr lang="en-US" sz="1800">
                          <a:solidFill>
                            <a:schemeClr val="tx1"/>
                          </a:solidFill>
                          <a:effectLst/>
                          <a:latin typeface="微软雅黑" panose="020B0503020204020204" pitchFamily="34" charset="-122"/>
                          <a:ea typeface="微软雅黑" panose="020B0503020204020204" pitchFamily="34" charset="-122"/>
                        </a:rPr>
                        <a:t>~2</a:t>
                      </a:r>
                      <a:r>
                        <a:rPr lang="en-US" sz="1800" baseline="30000">
                          <a:solidFill>
                            <a:schemeClr val="tx1"/>
                          </a:solidFill>
                          <a:effectLst/>
                          <a:latin typeface="微软雅黑" panose="020B0503020204020204" pitchFamily="34" charset="-122"/>
                          <a:ea typeface="微软雅黑" panose="020B0503020204020204" pitchFamily="34" charset="-122"/>
                        </a:rPr>
                        <a:t>31</a:t>
                      </a:r>
                      <a:r>
                        <a:rPr lang="en-US" sz="1800">
                          <a:solidFill>
                            <a:schemeClr val="tx1"/>
                          </a:solidFill>
                          <a:effectLst/>
                          <a:latin typeface="微软雅黑" panose="020B0503020204020204" pitchFamily="34" charset="-122"/>
                          <a:ea typeface="微软雅黑" panose="020B0503020204020204" pitchFamily="34" charset="-122"/>
                        </a:rPr>
                        <a:t>-1</a:t>
                      </a:r>
                      <a:endParaRPr lang="zh-CN" sz="2400">
                        <a:solidFill>
                          <a:schemeClr val="tx1"/>
                        </a:solidFill>
                        <a:effectLst/>
                        <a:latin typeface="微软雅黑" panose="020B0503020204020204" pitchFamily="34" charset="-122"/>
                        <a:ea typeface="微软雅黑" panose="020B0503020204020204"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7"/>
                  </a:ext>
                </a:extLst>
              </a:tr>
              <a:tr h="292372">
                <a:tc>
                  <a:txBody>
                    <a:bodyPr/>
                    <a:lstStyle/>
                    <a:p>
                      <a:pPr indent="266700" algn="ctr">
                        <a:lnSpc>
                          <a:spcPts val="1560"/>
                        </a:lnSpc>
                        <a:spcAft>
                          <a:spcPts val="0"/>
                        </a:spcAft>
                      </a:pPr>
                      <a:r>
                        <a:rPr lang="en-US" sz="1800">
                          <a:solidFill>
                            <a:schemeClr val="tx1"/>
                          </a:solidFill>
                          <a:effectLst/>
                          <a:latin typeface="微软雅黑" panose="020B0503020204020204" pitchFamily="34" charset="-122"/>
                          <a:ea typeface="微软雅黑" panose="020B0503020204020204" pitchFamily="34" charset="-122"/>
                        </a:rPr>
                        <a:t>unsigned int</a:t>
                      </a:r>
                      <a:endParaRPr lang="zh-CN" sz="2400">
                        <a:solidFill>
                          <a:schemeClr val="tx1"/>
                        </a:solidFill>
                        <a:effectLst/>
                        <a:latin typeface="微软雅黑" panose="020B0503020204020204" pitchFamily="34" charset="-122"/>
                        <a:ea typeface="微软雅黑" panose="020B0503020204020204"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indent="266700" algn="ctr">
                        <a:lnSpc>
                          <a:spcPts val="1560"/>
                        </a:lnSpc>
                        <a:spcAft>
                          <a:spcPts val="0"/>
                        </a:spcAft>
                      </a:pPr>
                      <a:r>
                        <a:rPr lang="en-US" sz="1800">
                          <a:solidFill>
                            <a:schemeClr val="tx1"/>
                          </a:solidFill>
                          <a:effectLst/>
                          <a:latin typeface="微软雅黑" panose="020B0503020204020204" pitchFamily="34" charset="-122"/>
                          <a:ea typeface="微软雅黑" panose="020B0503020204020204" pitchFamily="34" charset="-122"/>
                        </a:rPr>
                        <a:t>4</a:t>
                      </a:r>
                      <a:endParaRPr lang="zh-CN" sz="2400">
                        <a:solidFill>
                          <a:schemeClr val="tx1"/>
                        </a:solidFill>
                        <a:effectLst/>
                        <a:latin typeface="微软雅黑" panose="020B0503020204020204" pitchFamily="34" charset="-122"/>
                        <a:ea typeface="微软雅黑" panose="020B0503020204020204"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indent="266700" algn="ctr">
                        <a:lnSpc>
                          <a:spcPts val="1560"/>
                        </a:lnSpc>
                        <a:spcAft>
                          <a:spcPts val="0"/>
                        </a:spcAft>
                      </a:pPr>
                      <a:r>
                        <a:rPr lang="en-US" sz="1800">
                          <a:solidFill>
                            <a:schemeClr val="tx1"/>
                          </a:solidFill>
                          <a:effectLst/>
                          <a:latin typeface="微软雅黑" panose="020B0503020204020204" pitchFamily="34" charset="-122"/>
                          <a:ea typeface="微软雅黑" panose="020B0503020204020204" pitchFamily="34" charset="-122"/>
                        </a:rPr>
                        <a:t>0~2</a:t>
                      </a:r>
                      <a:r>
                        <a:rPr lang="en-US" sz="1800" baseline="30000">
                          <a:solidFill>
                            <a:schemeClr val="tx1"/>
                          </a:solidFill>
                          <a:effectLst/>
                          <a:latin typeface="微软雅黑" panose="020B0503020204020204" pitchFamily="34" charset="-122"/>
                          <a:ea typeface="微软雅黑" panose="020B0503020204020204" pitchFamily="34" charset="-122"/>
                        </a:rPr>
                        <a:t>32</a:t>
                      </a:r>
                      <a:r>
                        <a:rPr lang="en-US" sz="1800">
                          <a:solidFill>
                            <a:schemeClr val="tx1"/>
                          </a:solidFill>
                          <a:effectLst/>
                          <a:latin typeface="微软雅黑" panose="020B0503020204020204" pitchFamily="34" charset="-122"/>
                          <a:ea typeface="微软雅黑" panose="020B0503020204020204" pitchFamily="34" charset="-122"/>
                        </a:rPr>
                        <a:t>-1</a:t>
                      </a:r>
                      <a:endParaRPr lang="zh-CN" sz="2400">
                        <a:solidFill>
                          <a:schemeClr val="tx1"/>
                        </a:solidFill>
                        <a:effectLst/>
                        <a:latin typeface="微软雅黑" panose="020B0503020204020204" pitchFamily="34" charset="-122"/>
                        <a:ea typeface="微软雅黑" panose="020B0503020204020204"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8"/>
                  </a:ext>
                </a:extLst>
              </a:tr>
              <a:tr h="302359">
                <a:tc>
                  <a:txBody>
                    <a:bodyPr/>
                    <a:lstStyle/>
                    <a:p>
                      <a:pPr indent="266700" algn="ctr">
                        <a:lnSpc>
                          <a:spcPts val="1560"/>
                        </a:lnSpc>
                        <a:spcAft>
                          <a:spcPts val="0"/>
                        </a:spcAft>
                      </a:pPr>
                      <a:r>
                        <a:rPr lang="en-US" sz="1800">
                          <a:solidFill>
                            <a:schemeClr val="tx1"/>
                          </a:solidFill>
                          <a:effectLst/>
                          <a:latin typeface="微软雅黑" panose="020B0503020204020204" pitchFamily="34" charset="-122"/>
                          <a:ea typeface="微软雅黑" panose="020B0503020204020204" pitchFamily="34" charset="-122"/>
                        </a:rPr>
                        <a:t>long</a:t>
                      </a:r>
                      <a:r>
                        <a:rPr lang="zh-CN" sz="1800">
                          <a:solidFill>
                            <a:schemeClr val="tx1"/>
                          </a:solidFill>
                          <a:effectLst/>
                          <a:latin typeface="微软雅黑" panose="020B0503020204020204" pitchFamily="34" charset="-122"/>
                          <a:ea typeface="微软雅黑" panose="020B0503020204020204" pitchFamily="34" charset="-122"/>
                        </a:rPr>
                        <a:t>（</a:t>
                      </a:r>
                      <a:r>
                        <a:rPr lang="en-US" sz="1800">
                          <a:solidFill>
                            <a:schemeClr val="tx1"/>
                          </a:solidFill>
                          <a:effectLst/>
                          <a:latin typeface="微软雅黑" panose="020B0503020204020204" pitchFamily="34" charset="-122"/>
                          <a:ea typeface="微软雅黑" panose="020B0503020204020204" pitchFamily="34" charset="-122"/>
                        </a:rPr>
                        <a:t>signed long</a:t>
                      </a:r>
                      <a:r>
                        <a:rPr lang="zh-CN" sz="1800">
                          <a:solidFill>
                            <a:schemeClr val="tx1"/>
                          </a:solidFill>
                          <a:effectLst/>
                          <a:latin typeface="微软雅黑" panose="020B0503020204020204" pitchFamily="34" charset="-122"/>
                          <a:ea typeface="微软雅黑" panose="020B0503020204020204" pitchFamily="34" charset="-122"/>
                        </a:rPr>
                        <a:t>）</a:t>
                      </a:r>
                      <a:endParaRPr lang="zh-CN" sz="2400">
                        <a:solidFill>
                          <a:schemeClr val="tx1"/>
                        </a:solidFill>
                        <a:effectLst/>
                        <a:latin typeface="微软雅黑" panose="020B0503020204020204" pitchFamily="34" charset="-122"/>
                        <a:ea typeface="微软雅黑" panose="020B0503020204020204"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indent="266700" algn="ctr">
                        <a:lnSpc>
                          <a:spcPts val="1560"/>
                        </a:lnSpc>
                        <a:spcAft>
                          <a:spcPts val="0"/>
                        </a:spcAft>
                      </a:pPr>
                      <a:r>
                        <a:rPr lang="en-US" sz="1800">
                          <a:solidFill>
                            <a:schemeClr val="tx1"/>
                          </a:solidFill>
                          <a:effectLst/>
                          <a:latin typeface="微软雅黑" panose="020B0503020204020204" pitchFamily="34" charset="-122"/>
                          <a:ea typeface="微软雅黑" panose="020B0503020204020204" pitchFamily="34" charset="-122"/>
                        </a:rPr>
                        <a:t>4</a:t>
                      </a:r>
                      <a:endParaRPr lang="zh-CN" sz="2400">
                        <a:solidFill>
                          <a:schemeClr val="tx1"/>
                        </a:solidFill>
                        <a:effectLst/>
                        <a:latin typeface="微软雅黑" panose="020B0503020204020204" pitchFamily="34" charset="-122"/>
                        <a:ea typeface="微软雅黑" panose="020B0503020204020204"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indent="266700" algn="ctr">
                        <a:lnSpc>
                          <a:spcPts val="1560"/>
                        </a:lnSpc>
                        <a:spcAft>
                          <a:spcPts val="0"/>
                        </a:spcAft>
                      </a:pPr>
                      <a:r>
                        <a:rPr lang="en-US" sz="1800">
                          <a:solidFill>
                            <a:schemeClr val="tx1"/>
                          </a:solidFill>
                          <a:effectLst/>
                          <a:latin typeface="微软雅黑" panose="020B0503020204020204" pitchFamily="34" charset="-122"/>
                          <a:ea typeface="微软雅黑" panose="020B0503020204020204" pitchFamily="34" charset="-122"/>
                        </a:rPr>
                        <a:t>-2</a:t>
                      </a:r>
                      <a:r>
                        <a:rPr lang="en-US" sz="1800" baseline="30000">
                          <a:solidFill>
                            <a:schemeClr val="tx1"/>
                          </a:solidFill>
                          <a:effectLst/>
                          <a:latin typeface="微软雅黑" panose="020B0503020204020204" pitchFamily="34" charset="-122"/>
                          <a:ea typeface="微软雅黑" panose="020B0503020204020204" pitchFamily="34" charset="-122"/>
                        </a:rPr>
                        <a:t>31</a:t>
                      </a:r>
                      <a:r>
                        <a:rPr lang="en-US" sz="1800">
                          <a:solidFill>
                            <a:schemeClr val="tx1"/>
                          </a:solidFill>
                          <a:effectLst/>
                          <a:latin typeface="微软雅黑" panose="020B0503020204020204" pitchFamily="34" charset="-122"/>
                          <a:ea typeface="微软雅黑" panose="020B0503020204020204" pitchFamily="34" charset="-122"/>
                        </a:rPr>
                        <a:t>~2</a:t>
                      </a:r>
                      <a:r>
                        <a:rPr lang="en-US" sz="1800" baseline="30000">
                          <a:solidFill>
                            <a:schemeClr val="tx1"/>
                          </a:solidFill>
                          <a:effectLst/>
                          <a:latin typeface="微软雅黑" panose="020B0503020204020204" pitchFamily="34" charset="-122"/>
                          <a:ea typeface="微软雅黑" panose="020B0503020204020204" pitchFamily="34" charset="-122"/>
                        </a:rPr>
                        <a:t>31</a:t>
                      </a:r>
                      <a:r>
                        <a:rPr lang="en-US" sz="1800">
                          <a:solidFill>
                            <a:schemeClr val="tx1"/>
                          </a:solidFill>
                          <a:effectLst/>
                          <a:latin typeface="微软雅黑" panose="020B0503020204020204" pitchFamily="34" charset="-122"/>
                          <a:ea typeface="微软雅黑" panose="020B0503020204020204" pitchFamily="34" charset="-122"/>
                        </a:rPr>
                        <a:t>-1</a:t>
                      </a:r>
                      <a:endParaRPr lang="zh-CN" sz="2400">
                        <a:solidFill>
                          <a:schemeClr val="tx1"/>
                        </a:solidFill>
                        <a:effectLst/>
                        <a:latin typeface="微软雅黑" panose="020B0503020204020204" pitchFamily="34" charset="-122"/>
                        <a:ea typeface="微软雅黑" panose="020B0503020204020204"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9"/>
                  </a:ext>
                </a:extLst>
              </a:tr>
              <a:tr h="292372">
                <a:tc>
                  <a:txBody>
                    <a:bodyPr/>
                    <a:lstStyle/>
                    <a:p>
                      <a:pPr indent="266700" algn="ctr">
                        <a:lnSpc>
                          <a:spcPts val="1560"/>
                        </a:lnSpc>
                        <a:spcAft>
                          <a:spcPts val="0"/>
                        </a:spcAft>
                      </a:pPr>
                      <a:r>
                        <a:rPr lang="en-US" sz="1800">
                          <a:solidFill>
                            <a:schemeClr val="tx1"/>
                          </a:solidFill>
                          <a:effectLst/>
                          <a:latin typeface="微软雅黑" panose="020B0503020204020204" pitchFamily="34" charset="-122"/>
                          <a:ea typeface="微软雅黑" panose="020B0503020204020204" pitchFamily="34" charset="-122"/>
                        </a:rPr>
                        <a:t>unsigned long</a:t>
                      </a:r>
                      <a:endParaRPr lang="zh-CN" sz="2400">
                        <a:solidFill>
                          <a:schemeClr val="tx1"/>
                        </a:solidFill>
                        <a:effectLst/>
                        <a:latin typeface="微软雅黑" panose="020B0503020204020204" pitchFamily="34" charset="-122"/>
                        <a:ea typeface="微软雅黑" panose="020B0503020204020204"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indent="266700" algn="ctr">
                        <a:lnSpc>
                          <a:spcPts val="1560"/>
                        </a:lnSpc>
                        <a:spcAft>
                          <a:spcPts val="0"/>
                        </a:spcAft>
                      </a:pPr>
                      <a:r>
                        <a:rPr lang="en-US" sz="1800">
                          <a:solidFill>
                            <a:schemeClr val="tx1"/>
                          </a:solidFill>
                          <a:effectLst/>
                          <a:latin typeface="微软雅黑" panose="020B0503020204020204" pitchFamily="34" charset="-122"/>
                          <a:ea typeface="微软雅黑" panose="020B0503020204020204" pitchFamily="34" charset="-122"/>
                        </a:rPr>
                        <a:t>4</a:t>
                      </a:r>
                      <a:endParaRPr lang="zh-CN" sz="2400">
                        <a:solidFill>
                          <a:schemeClr val="tx1"/>
                        </a:solidFill>
                        <a:effectLst/>
                        <a:latin typeface="微软雅黑" panose="020B0503020204020204" pitchFamily="34" charset="-122"/>
                        <a:ea typeface="微软雅黑" panose="020B0503020204020204"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indent="266700" algn="ctr">
                        <a:lnSpc>
                          <a:spcPts val="1560"/>
                        </a:lnSpc>
                        <a:spcAft>
                          <a:spcPts val="0"/>
                        </a:spcAft>
                      </a:pPr>
                      <a:r>
                        <a:rPr lang="en-US" sz="1800">
                          <a:solidFill>
                            <a:schemeClr val="tx1"/>
                          </a:solidFill>
                          <a:effectLst/>
                          <a:latin typeface="微软雅黑" panose="020B0503020204020204" pitchFamily="34" charset="-122"/>
                          <a:ea typeface="微软雅黑" panose="020B0503020204020204" pitchFamily="34" charset="-122"/>
                        </a:rPr>
                        <a:t>0~2</a:t>
                      </a:r>
                      <a:r>
                        <a:rPr lang="en-US" sz="1800" baseline="30000">
                          <a:solidFill>
                            <a:schemeClr val="tx1"/>
                          </a:solidFill>
                          <a:effectLst/>
                          <a:latin typeface="微软雅黑" panose="020B0503020204020204" pitchFamily="34" charset="-122"/>
                          <a:ea typeface="微软雅黑" panose="020B0503020204020204" pitchFamily="34" charset="-122"/>
                        </a:rPr>
                        <a:t>32</a:t>
                      </a:r>
                      <a:r>
                        <a:rPr lang="en-US" sz="1800">
                          <a:solidFill>
                            <a:schemeClr val="tx1"/>
                          </a:solidFill>
                          <a:effectLst/>
                          <a:latin typeface="微软雅黑" panose="020B0503020204020204" pitchFamily="34" charset="-122"/>
                          <a:ea typeface="微软雅黑" panose="020B0503020204020204" pitchFamily="34" charset="-122"/>
                        </a:rPr>
                        <a:t>-1</a:t>
                      </a:r>
                      <a:endParaRPr lang="zh-CN" sz="2400">
                        <a:solidFill>
                          <a:schemeClr val="tx1"/>
                        </a:solidFill>
                        <a:effectLst/>
                        <a:latin typeface="微软雅黑" panose="020B0503020204020204" pitchFamily="34" charset="-122"/>
                        <a:ea typeface="微软雅黑" panose="020B0503020204020204"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10"/>
                  </a:ext>
                </a:extLst>
              </a:tr>
              <a:tr h="292372">
                <a:tc>
                  <a:txBody>
                    <a:bodyPr/>
                    <a:lstStyle/>
                    <a:p>
                      <a:pPr indent="266700" algn="ctr">
                        <a:lnSpc>
                          <a:spcPts val="1560"/>
                        </a:lnSpc>
                        <a:spcAft>
                          <a:spcPts val="0"/>
                        </a:spcAft>
                      </a:pPr>
                      <a:r>
                        <a:rPr lang="en-US" sz="1800">
                          <a:solidFill>
                            <a:schemeClr val="tx1"/>
                          </a:solidFill>
                          <a:effectLst/>
                          <a:latin typeface="微软雅黑" panose="020B0503020204020204" pitchFamily="34" charset="-122"/>
                          <a:ea typeface="微软雅黑" panose="020B0503020204020204" pitchFamily="34" charset="-122"/>
                        </a:rPr>
                        <a:t>long long</a:t>
                      </a:r>
                      <a:endParaRPr lang="zh-CN" sz="2400">
                        <a:solidFill>
                          <a:schemeClr val="tx1"/>
                        </a:solidFill>
                        <a:effectLst/>
                        <a:latin typeface="微软雅黑" panose="020B0503020204020204" pitchFamily="34" charset="-122"/>
                        <a:ea typeface="微软雅黑" panose="020B0503020204020204"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indent="266700" algn="ctr">
                        <a:lnSpc>
                          <a:spcPts val="1560"/>
                        </a:lnSpc>
                        <a:spcAft>
                          <a:spcPts val="0"/>
                        </a:spcAft>
                      </a:pPr>
                      <a:r>
                        <a:rPr lang="en-US" sz="1800">
                          <a:solidFill>
                            <a:schemeClr val="tx1"/>
                          </a:solidFill>
                          <a:effectLst/>
                          <a:latin typeface="微软雅黑" panose="020B0503020204020204" pitchFamily="34" charset="-122"/>
                          <a:ea typeface="微软雅黑" panose="020B0503020204020204" pitchFamily="34" charset="-122"/>
                        </a:rPr>
                        <a:t>8</a:t>
                      </a:r>
                      <a:endParaRPr lang="zh-CN" sz="2400">
                        <a:solidFill>
                          <a:schemeClr val="tx1"/>
                        </a:solidFill>
                        <a:effectLst/>
                        <a:latin typeface="微软雅黑" panose="020B0503020204020204" pitchFamily="34" charset="-122"/>
                        <a:ea typeface="微软雅黑" panose="020B0503020204020204"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indent="266700" algn="ctr">
                        <a:lnSpc>
                          <a:spcPts val="1560"/>
                        </a:lnSpc>
                        <a:spcAft>
                          <a:spcPts val="0"/>
                        </a:spcAft>
                      </a:pPr>
                      <a:r>
                        <a:rPr lang="en-US" sz="1800">
                          <a:solidFill>
                            <a:schemeClr val="tx1"/>
                          </a:solidFill>
                          <a:effectLst/>
                          <a:latin typeface="微软雅黑" panose="020B0503020204020204" pitchFamily="34" charset="-122"/>
                          <a:ea typeface="微软雅黑" panose="020B0503020204020204" pitchFamily="34" charset="-122"/>
                        </a:rPr>
                        <a:t>-2</a:t>
                      </a:r>
                      <a:r>
                        <a:rPr lang="en-US" sz="1800" baseline="30000">
                          <a:solidFill>
                            <a:schemeClr val="tx1"/>
                          </a:solidFill>
                          <a:effectLst/>
                          <a:latin typeface="微软雅黑" panose="020B0503020204020204" pitchFamily="34" charset="-122"/>
                          <a:ea typeface="微软雅黑" panose="020B0503020204020204" pitchFamily="34" charset="-122"/>
                        </a:rPr>
                        <a:t>63</a:t>
                      </a:r>
                      <a:r>
                        <a:rPr lang="en-US" sz="1800">
                          <a:solidFill>
                            <a:schemeClr val="tx1"/>
                          </a:solidFill>
                          <a:effectLst/>
                          <a:latin typeface="微软雅黑" panose="020B0503020204020204" pitchFamily="34" charset="-122"/>
                          <a:ea typeface="微软雅黑" panose="020B0503020204020204" pitchFamily="34" charset="-122"/>
                        </a:rPr>
                        <a:t>~2</a:t>
                      </a:r>
                      <a:r>
                        <a:rPr lang="en-US" sz="1800" baseline="30000">
                          <a:solidFill>
                            <a:schemeClr val="tx1"/>
                          </a:solidFill>
                          <a:effectLst/>
                          <a:latin typeface="微软雅黑" panose="020B0503020204020204" pitchFamily="34" charset="-122"/>
                          <a:ea typeface="微软雅黑" panose="020B0503020204020204" pitchFamily="34" charset="-122"/>
                        </a:rPr>
                        <a:t>63</a:t>
                      </a:r>
                      <a:r>
                        <a:rPr lang="en-US" sz="1800">
                          <a:solidFill>
                            <a:schemeClr val="tx1"/>
                          </a:solidFill>
                          <a:effectLst/>
                          <a:latin typeface="微软雅黑" panose="020B0503020204020204" pitchFamily="34" charset="-122"/>
                          <a:ea typeface="微软雅黑" panose="020B0503020204020204" pitchFamily="34" charset="-122"/>
                        </a:rPr>
                        <a:t>-1</a:t>
                      </a:r>
                      <a:endParaRPr lang="zh-CN" sz="2400">
                        <a:solidFill>
                          <a:schemeClr val="tx1"/>
                        </a:solidFill>
                        <a:effectLst/>
                        <a:latin typeface="微软雅黑" panose="020B0503020204020204" pitchFamily="34" charset="-122"/>
                        <a:ea typeface="微软雅黑" panose="020B0503020204020204"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11"/>
                  </a:ext>
                </a:extLst>
              </a:tr>
              <a:tr h="341986">
                <a:tc>
                  <a:txBody>
                    <a:bodyPr/>
                    <a:lstStyle/>
                    <a:p>
                      <a:pPr indent="266700" algn="ctr">
                        <a:lnSpc>
                          <a:spcPts val="1560"/>
                        </a:lnSpc>
                        <a:spcAft>
                          <a:spcPts val="0"/>
                        </a:spcAft>
                      </a:pPr>
                      <a:r>
                        <a:rPr lang="en-US" sz="1800">
                          <a:solidFill>
                            <a:schemeClr val="tx1"/>
                          </a:solidFill>
                          <a:effectLst/>
                          <a:latin typeface="微软雅黑" panose="020B0503020204020204" pitchFamily="34" charset="-122"/>
                          <a:ea typeface="微软雅黑" panose="020B0503020204020204" pitchFamily="34" charset="-122"/>
                        </a:rPr>
                        <a:t>unsigned long long</a:t>
                      </a:r>
                      <a:endParaRPr lang="zh-CN" sz="2400">
                        <a:solidFill>
                          <a:schemeClr val="tx1"/>
                        </a:solidFill>
                        <a:effectLst/>
                        <a:latin typeface="微软雅黑" panose="020B0503020204020204" pitchFamily="34" charset="-122"/>
                        <a:ea typeface="微软雅黑" panose="020B0503020204020204"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indent="266700" algn="ctr">
                        <a:lnSpc>
                          <a:spcPts val="1560"/>
                        </a:lnSpc>
                        <a:spcAft>
                          <a:spcPts val="0"/>
                        </a:spcAft>
                      </a:pPr>
                      <a:r>
                        <a:rPr lang="en-US" sz="1800">
                          <a:solidFill>
                            <a:schemeClr val="tx1"/>
                          </a:solidFill>
                          <a:effectLst/>
                          <a:latin typeface="微软雅黑" panose="020B0503020204020204" pitchFamily="34" charset="-122"/>
                          <a:ea typeface="微软雅黑" panose="020B0503020204020204" pitchFamily="34" charset="-122"/>
                        </a:rPr>
                        <a:t>8</a:t>
                      </a:r>
                      <a:endParaRPr lang="zh-CN" sz="2400">
                        <a:solidFill>
                          <a:schemeClr val="tx1"/>
                        </a:solidFill>
                        <a:effectLst/>
                        <a:latin typeface="微软雅黑" panose="020B0503020204020204" pitchFamily="34" charset="-122"/>
                        <a:ea typeface="微软雅黑" panose="020B0503020204020204"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indent="266700" algn="ctr">
                        <a:lnSpc>
                          <a:spcPts val="1560"/>
                        </a:lnSpc>
                        <a:spcAft>
                          <a:spcPts val="0"/>
                        </a:spcAft>
                      </a:pPr>
                      <a:r>
                        <a:rPr lang="en-US" sz="1800">
                          <a:solidFill>
                            <a:schemeClr val="tx1"/>
                          </a:solidFill>
                          <a:effectLst/>
                          <a:latin typeface="微软雅黑" panose="020B0503020204020204" pitchFamily="34" charset="-122"/>
                          <a:ea typeface="微软雅黑" panose="020B0503020204020204" pitchFamily="34" charset="-122"/>
                        </a:rPr>
                        <a:t>0~2</a:t>
                      </a:r>
                      <a:r>
                        <a:rPr lang="en-US" sz="1800" baseline="30000">
                          <a:solidFill>
                            <a:schemeClr val="tx1"/>
                          </a:solidFill>
                          <a:effectLst/>
                          <a:latin typeface="微软雅黑" panose="020B0503020204020204" pitchFamily="34" charset="-122"/>
                          <a:ea typeface="微软雅黑" panose="020B0503020204020204" pitchFamily="34" charset="-122"/>
                        </a:rPr>
                        <a:t>64</a:t>
                      </a:r>
                      <a:r>
                        <a:rPr lang="en-US" sz="1800">
                          <a:solidFill>
                            <a:schemeClr val="tx1"/>
                          </a:solidFill>
                          <a:effectLst/>
                          <a:latin typeface="微软雅黑" panose="020B0503020204020204" pitchFamily="34" charset="-122"/>
                          <a:ea typeface="微软雅黑" panose="020B0503020204020204" pitchFamily="34" charset="-122"/>
                        </a:rPr>
                        <a:t>-1</a:t>
                      </a:r>
                      <a:endParaRPr lang="zh-CN" sz="2400">
                        <a:solidFill>
                          <a:schemeClr val="tx1"/>
                        </a:solidFill>
                        <a:effectLst/>
                        <a:latin typeface="微软雅黑" panose="020B0503020204020204" pitchFamily="34" charset="-122"/>
                        <a:ea typeface="微软雅黑" panose="020B0503020204020204"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12"/>
                  </a:ext>
                </a:extLst>
              </a:tr>
              <a:tr h="292372">
                <a:tc>
                  <a:txBody>
                    <a:bodyPr/>
                    <a:lstStyle/>
                    <a:p>
                      <a:pPr indent="266700" algn="ctr">
                        <a:lnSpc>
                          <a:spcPts val="1560"/>
                        </a:lnSpc>
                        <a:spcAft>
                          <a:spcPts val="0"/>
                        </a:spcAft>
                      </a:pPr>
                      <a:r>
                        <a:rPr lang="en-US" sz="1800">
                          <a:solidFill>
                            <a:schemeClr val="tx1"/>
                          </a:solidFill>
                          <a:effectLst/>
                          <a:latin typeface="微软雅黑" panose="020B0503020204020204" pitchFamily="34" charset="-122"/>
                          <a:ea typeface="微软雅黑" panose="020B0503020204020204" pitchFamily="34" charset="-122"/>
                        </a:rPr>
                        <a:t>float</a:t>
                      </a:r>
                      <a:endParaRPr lang="zh-CN" sz="2400">
                        <a:solidFill>
                          <a:schemeClr val="tx1"/>
                        </a:solidFill>
                        <a:effectLst/>
                        <a:latin typeface="微软雅黑" panose="020B0503020204020204" pitchFamily="34" charset="-122"/>
                        <a:ea typeface="微软雅黑" panose="020B0503020204020204"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indent="266700" algn="ctr">
                        <a:lnSpc>
                          <a:spcPts val="1560"/>
                        </a:lnSpc>
                        <a:spcAft>
                          <a:spcPts val="0"/>
                        </a:spcAft>
                      </a:pPr>
                      <a:r>
                        <a:rPr lang="en-US" sz="1800">
                          <a:solidFill>
                            <a:schemeClr val="tx1"/>
                          </a:solidFill>
                          <a:effectLst/>
                          <a:latin typeface="微软雅黑" panose="020B0503020204020204" pitchFamily="34" charset="-122"/>
                          <a:ea typeface="微软雅黑" panose="020B0503020204020204" pitchFamily="34" charset="-122"/>
                        </a:rPr>
                        <a:t>4</a:t>
                      </a:r>
                      <a:endParaRPr lang="zh-CN" sz="2400">
                        <a:solidFill>
                          <a:schemeClr val="tx1"/>
                        </a:solidFill>
                        <a:effectLst/>
                        <a:latin typeface="微软雅黑" panose="020B0503020204020204" pitchFamily="34" charset="-122"/>
                        <a:ea typeface="微软雅黑" panose="020B0503020204020204"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indent="266700" algn="ctr">
                        <a:lnSpc>
                          <a:spcPts val="1560"/>
                        </a:lnSpc>
                        <a:spcAft>
                          <a:spcPts val="0"/>
                        </a:spcAft>
                      </a:pPr>
                      <a:r>
                        <a:rPr lang="zh-CN" altLang="en-US" sz="1800">
                          <a:solidFill>
                            <a:schemeClr val="tx1"/>
                          </a:solidFill>
                          <a:effectLst/>
                          <a:latin typeface="微软雅黑" panose="020B0503020204020204" pitchFamily="34" charset="-122"/>
                          <a:ea typeface="微软雅黑" panose="020B0503020204020204" pitchFamily="34" charset="-122"/>
                        </a:rPr>
                        <a:t>绝对值范围</a:t>
                      </a:r>
                      <a:r>
                        <a:rPr lang="en-US" sz="1800">
                          <a:solidFill>
                            <a:schemeClr val="tx1"/>
                          </a:solidFill>
                          <a:effectLst/>
                          <a:latin typeface="微软雅黑" panose="020B0503020204020204" pitchFamily="34" charset="-122"/>
                          <a:ea typeface="微软雅黑" panose="020B0503020204020204" pitchFamily="34" charset="-122"/>
                        </a:rPr>
                        <a:t>3.4</a:t>
                      </a:r>
                      <a:r>
                        <a:rPr lang="zh-CN" sz="1800">
                          <a:solidFill>
                            <a:schemeClr val="tx1"/>
                          </a:solidFill>
                          <a:effectLst/>
                          <a:latin typeface="微软雅黑" panose="020B0503020204020204" pitchFamily="34" charset="-122"/>
                          <a:ea typeface="微软雅黑" panose="020B0503020204020204" pitchFamily="34" charset="-122"/>
                        </a:rPr>
                        <a:t>×</a:t>
                      </a:r>
                      <a:r>
                        <a:rPr lang="en-US" sz="1800">
                          <a:solidFill>
                            <a:schemeClr val="tx1"/>
                          </a:solidFill>
                          <a:effectLst/>
                          <a:latin typeface="微软雅黑" panose="020B0503020204020204" pitchFamily="34" charset="-122"/>
                          <a:ea typeface="微软雅黑" panose="020B0503020204020204" pitchFamily="34" charset="-122"/>
                        </a:rPr>
                        <a:t>10</a:t>
                      </a:r>
                      <a:r>
                        <a:rPr lang="en-US" sz="1800" baseline="30000">
                          <a:solidFill>
                            <a:schemeClr val="tx1"/>
                          </a:solidFill>
                          <a:effectLst/>
                          <a:latin typeface="微软雅黑" panose="020B0503020204020204" pitchFamily="34" charset="-122"/>
                          <a:ea typeface="微软雅黑" panose="020B0503020204020204" pitchFamily="34" charset="-122"/>
                        </a:rPr>
                        <a:t>-38</a:t>
                      </a:r>
                      <a:r>
                        <a:rPr lang="en-US" sz="1800">
                          <a:solidFill>
                            <a:schemeClr val="tx1"/>
                          </a:solidFill>
                          <a:effectLst/>
                          <a:latin typeface="微软雅黑" panose="020B0503020204020204" pitchFamily="34" charset="-122"/>
                          <a:ea typeface="微软雅黑" panose="020B0503020204020204" pitchFamily="34" charset="-122"/>
                        </a:rPr>
                        <a:t>~3.4</a:t>
                      </a:r>
                      <a:r>
                        <a:rPr lang="zh-CN" sz="1800">
                          <a:solidFill>
                            <a:schemeClr val="tx1"/>
                          </a:solidFill>
                          <a:effectLst/>
                          <a:latin typeface="微软雅黑" panose="020B0503020204020204" pitchFamily="34" charset="-122"/>
                          <a:ea typeface="微软雅黑" panose="020B0503020204020204" pitchFamily="34" charset="-122"/>
                        </a:rPr>
                        <a:t>×</a:t>
                      </a:r>
                      <a:r>
                        <a:rPr lang="en-US" sz="1800">
                          <a:solidFill>
                            <a:schemeClr val="tx1"/>
                          </a:solidFill>
                          <a:effectLst/>
                          <a:latin typeface="微软雅黑" panose="020B0503020204020204" pitchFamily="34" charset="-122"/>
                          <a:ea typeface="微软雅黑" panose="020B0503020204020204" pitchFamily="34" charset="-122"/>
                        </a:rPr>
                        <a:t>10</a:t>
                      </a:r>
                      <a:r>
                        <a:rPr lang="en-US" sz="1800" baseline="30000">
                          <a:solidFill>
                            <a:schemeClr val="tx1"/>
                          </a:solidFill>
                          <a:effectLst/>
                          <a:latin typeface="微软雅黑" panose="020B0503020204020204" pitchFamily="34" charset="-122"/>
                          <a:ea typeface="微软雅黑" panose="020B0503020204020204" pitchFamily="34" charset="-122"/>
                        </a:rPr>
                        <a:t>38</a:t>
                      </a:r>
                      <a:endParaRPr lang="zh-CN" sz="2400">
                        <a:solidFill>
                          <a:schemeClr val="tx1"/>
                        </a:solidFill>
                        <a:effectLst/>
                        <a:latin typeface="微软雅黑" panose="020B0503020204020204" pitchFamily="34" charset="-122"/>
                        <a:ea typeface="微软雅黑" panose="020B0503020204020204"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13"/>
                  </a:ext>
                </a:extLst>
              </a:tr>
              <a:tr h="292372">
                <a:tc>
                  <a:txBody>
                    <a:bodyPr/>
                    <a:lstStyle/>
                    <a:p>
                      <a:pPr indent="266700" algn="ctr">
                        <a:lnSpc>
                          <a:spcPts val="1560"/>
                        </a:lnSpc>
                        <a:spcAft>
                          <a:spcPts val="0"/>
                        </a:spcAft>
                      </a:pPr>
                      <a:r>
                        <a:rPr lang="en-US" sz="1800">
                          <a:solidFill>
                            <a:schemeClr val="tx1"/>
                          </a:solidFill>
                          <a:effectLst/>
                          <a:latin typeface="微软雅黑" panose="020B0503020204020204" pitchFamily="34" charset="-122"/>
                          <a:ea typeface="微软雅黑" panose="020B0503020204020204" pitchFamily="34" charset="-122"/>
                        </a:rPr>
                        <a:t>double</a:t>
                      </a:r>
                      <a:endParaRPr lang="zh-CN" sz="2400">
                        <a:solidFill>
                          <a:schemeClr val="tx1"/>
                        </a:solidFill>
                        <a:effectLst/>
                        <a:latin typeface="微软雅黑" panose="020B0503020204020204" pitchFamily="34" charset="-122"/>
                        <a:ea typeface="微软雅黑" panose="020B0503020204020204"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indent="266700" algn="ctr">
                        <a:lnSpc>
                          <a:spcPts val="1560"/>
                        </a:lnSpc>
                        <a:spcAft>
                          <a:spcPts val="0"/>
                        </a:spcAft>
                      </a:pPr>
                      <a:r>
                        <a:rPr lang="en-US" sz="1800">
                          <a:solidFill>
                            <a:schemeClr val="tx1"/>
                          </a:solidFill>
                          <a:effectLst/>
                          <a:latin typeface="微软雅黑" panose="020B0503020204020204" pitchFamily="34" charset="-122"/>
                          <a:ea typeface="微软雅黑" panose="020B0503020204020204" pitchFamily="34" charset="-122"/>
                        </a:rPr>
                        <a:t>8</a:t>
                      </a:r>
                      <a:endParaRPr lang="zh-CN" sz="2400">
                        <a:solidFill>
                          <a:schemeClr val="tx1"/>
                        </a:solidFill>
                        <a:effectLst/>
                        <a:latin typeface="微软雅黑" panose="020B0503020204020204" pitchFamily="34" charset="-122"/>
                        <a:ea typeface="微软雅黑" panose="020B0503020204020204"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indent="266700" algn="ctr">
                        <a:lnSpc>
                          <a:spcPts val="1560"/>
                        </a:lnSpc>
                        <a:spcAft>
                          <a:spcPts val="0"/>
                        </a:spcAft>
                      </a:pPr>
                      <a:r>
                        <a:rPr lang="zh-CN" altLang="en-US" sz="1800">
                          <a:solidFill>
                            <a:schemeClr val="tx1"/>
                          </a:solidFill>
                          <a:effectLst/>
                          <a:latin typeface="微软雅黑" panose="020B0503020204020204" pitchFamily="34" charset="-122"/>
                          <a:ea typeface="微软雅黑" panose="020B0503020204020204" pitchFamily="34" charset="-122"/>
                        </a:rPr>
                        <a:t>绝对值范围</a:t>
                      </a:r>
                      <a:r>
                        <a:rPr lang="en-US" sz="1800">
                          <a:solidFill>
                            <a:schemeClr val="tx1"/>
                          </a:solidFill>
                          <a:effectLst/>
                          <a:latin typeface="微软雅黑" panose="020B0503020204020204" pitchFamily="34" charset="-122"/>
                          <a:ea typeface="微软雅黑" panose="020B0503020204020204" pitchFamily="34" charset="-122"/>
                        </a:rPr>
                        <a:t>1.7</a:t>
                      </a:r>
                      <a:r>
                        <a:rPr lang="zh-CN" sz="1800">
                          <a:solidFill>
                            <a:schemeClr val="tx1"/>
                          </a:solidFill>
                          <a:effectLst/>
                          <a:latin typeface="微软雅黑" panose="020B0503020204020204" pitchFamily="34" charset="-122"/>
                          <a:ea typeface="微软雅黑" panose="020B0503020204020204" pitchFamily="34" charset="-122"/>
                        </a:rPr>
                        <a:t>×</a:t>
                      </a:r>
                      <a:r>
                        <a:rPr lang="en-US" sz="1800">
                          <a:solidFill>
                            <a:schemeClr val="tx1"/>
                          </a:solidFill>
                          <a:effectLst/>
                          <a:latin typeface="微软雅黑" panose="020B0503020204020204" pitchFamily="34" charset="-122"/>
                          <a:ea typeface="微软雅黑" panose="020B0503020204020204" pitchFamily="34" charset="-122"/>
                        </a:rPr>
                        <a:t>10</a:t>
                      </a:r>
                      <a:r>
                        <a:rPr lang="en-US" sz="1800" baseline="30000">
                          <a:solidFill>
                            <a:schemeClr val="tx1"/>
                          </a:solidFill>
                          <a:effectLst/>
                          <a:latin typeface="微软雅黑" panose="020B0503020204020204" pitchFamily="34" charset="-122"/>
                          <a:ea typeface="微软雅黑" panose="020B0503020204020204" pitchFamily="34" charset="-122"/>
                        </a:rPr>
                        <a:t>-308</a:t>
                      </a:r>
                      <a:r>
                        <a:rPr lang="en-US" sz="1800">
                          <a:solidFill>
                            <a:schemeClr val="tx1"/>
                          </a:solidFill>
                          <a:effectLst/>
                          <a:latin typeface="微软雅黑" panose="020B0503020204020204" pitchFamily="34" charset="-122"/>
                          <a:ea typeface="微软雅黑" panose="020B0503020204020204" pitchFamily="34" charset="-122"/>
                        </a:rPr>
                        <a:t>~1.7</a:t>
                      </a:r>
                      <a:r>
                        <a:rPr lang="zh-CN" sz="1800">
                          <a:solidFill>
                            <a:schemeClr val="tx1"/>
                          </a:solidFill>
                          <a:effectLst/>
                          <a:latin typeface="微软雅黑" panose="020B0503020204020204" pitchFamily="34" charset="-122"/>
                          <a:ea typeface="微软雅黑" panose="020B0503020204020204" pitchFamily="34" charset="-122"/>
                        </a:rPr>
                        <a:t>×</a:t>
                      </a:r>
                      <a:r>
                        <a:rPr lang="en-US" sz="1800">
                          <a:solidFill>
                            <a:schemeClr val="tx1"/>
                          </a:solidFill>
                          <a:effectLst/>
                          <a:latin typeface="微软雅黑" panose="020B0503020204020204" pitchFamily="34" charset="-122"/>
                          <a:ea typeface="微软雅黑" panose="020B0503020204020204" pitchFamily="34" charset="-122"/>
                        </a:rPr>
                        <a:t>10</a:t>
                      </a:r>
                      <a:r>
                        <a:rPr lang="en-US" sz="1800" baseline="30000">
                          <a:solidFill>
                            <a:schemeClr val="tx1"/>
                          </a:solidFill>
                          <a:effectLst/>
                          <a:latin typeface="微软雅黑" panose="020B0503020204020204" pitchFamily="34" charset="-122"/>
                          <a:ea typeface="微软雅黑" panose="020B0503020204020204" pitchFamily="34" charset="-122"/>
                        </a:rPr>
                        <a:t>308</a:t>
                      </a:r>
                      <a:endParaRPr lang="zh-CN" sz="2400">
                        <a:solidFill>
                          <a:schemeClr val="tx1"/>
                        </a:solidFill>
                        <a:effectLst/>
                        <a:latin typeface="微软雅黑" panose="020B0503020204020204" pitchFamily="34" charset="-122"/>
                        <a:ea typeface="微软雅黑" panose="020B0503020204020204"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14"/>
                  </a:ext>
                </a:extLst>
              </a:tr>
              <a:tr h="292372">
                <a:tc>
                  <a:txBody>
                    <a:bodyPr/>
                    <a:lstStyle/>
                    <a:p>
                      <a:pPr indent="266700" algn="ctr">
                        <a:lnSpc>
                          <a:spcPts val="1560"/>
                        </a:lnSpc>
                        <a:spcAft>
                          <a:spcPts val="0"/>
                        </a:spcAft>
                      </a:pPr>
                      <a:r>
                        <a:rPr lang="en-US" sz="1800">
                          <a:solidFill>
                            <a:schemeClr val="tx1"/>
                          </a:solidFill>
                          <a:effectLst/>
                          <a:latin typeface="微软雅黑" panose="020B0503020204020204" pitchFamily="34" charset="-122"/>
                          <a:ea typeface="微软雅黑" panose="020B0503020204020204" pitchFamily="34" charset="-122"/>
                        </a:rPr>
                        <a:t>long double</a:t>
                      </a:r>
                      <a:endParaRPr lang="zh-CN" sz="2400">
                        <a:solidFill>
                          <a:schemeClr val="tx1"/>
                        </a:solidFill>
                        <a:effectLst/>
                        <a:latin typeface="微软雅黑" panose="020B0503020204020204" pitchFamily="34" charset="-122"/>
                        <a:ea typeface="微软雅黑" panose="020B0503020204020204"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indent="266700" algn="ctr">
                        <a:lnSpc>
                          <a:spcPts val="1560"/>
                        </a:lnSpc>
                        <a:spcAft>
                          <a:spcPts val="0"/>
                        </a:spcAft>
                      </a:pPr>
                      <a:r>
                        <a:rPr lang="en-US" sz="1800">
                          <a:solidFill>
                            <a:schemeClr val="tx1"/>
                          </a:solidFill>
                          <a:effectLst/>
                          <a:latin typeface="微软雅黑" panose="020B0503020204020204" pitchFamily="34" charset="-122"/>
                          <a:ea typeface="微软雅黑" panose="020B0503020204020204" pitchFamily="34" charset="-122"/>
                        </a:rPr>
                        <a:t>8</a:t>
                      </a:r>
                      <a:endParaRPr lang="zh-CN" sz="2400">
                        <a:solidFill>
                          <a:schemeClr val="tx1"/>
                        </a:solidFill>
                        <a:effectLst/>
                        <a:latin typeface="微软雅黑" panose="020B0503020204020204" pitchFamily="34" charset="-122"/>
                        <a:ea typeface="微软雅黑" panose="020B0503020204020204"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indent="266700" algn="ctr">
                        <a:lnSpc>
                          <a:spcPts val="1560"/>
                        </a:lnSpc>
                        <a:spcAft>
                          <a:spcPts val="0"/>
                        </a:spcAft>
                      </a:pPr>
                      <a:r>
                        <a:rPr lang="zh-CN" altLang="en-US" sz="1800">
                          <a:solidFill>
                            <a:schemeClr val="tx1"/>
                          </a:solidFill>
                          <a:effectLst/>
                          <a:latin typeface="微软雅黑" panose="020B0503020204020204" pitchFamily="34" charset="-122"/>
                          <a:ea typeface="微软雅黑" panose="020B0503020204020204" pitchFamily="34" charset="-122"/>
                        </a:rPr>
                        <a:t>绝对值范围</a:t>
                      </a:r>
                      <a:r>
                        <a:rPr lang="en-US" sz="1800">
                          <a:solidFill>
                            <a:schemeClr val="tx1"/>
                          </a:solidFill>
                          <a:effectLst/>
                          <a:latin typeface="微软雅黑" panose="020B0503020204020204" pitchFamily="34" charset="-122"/>
                          <a:ea typeface="微软雅黑" panose="020B0503020204020204" pitchFamily="34" charset="-122"/>
                        </a:rPr>
                        <a:t>1.7</a:t>
                      </a:r>
                      <a:r>
                        <a:rPr lang="zh-CN" sz="1800">
                          <a:solidFill>
                            <a:schemeClr val="tx1"/>
                          </a:solidFill>
                          <a:effectLst/>
                          <a:latin typeface="微软雅黑" panose="020B0503020204020204" pitchFamily="34" charset="-122"/>
                          <a:ea typeface="微软雅黑" panose="020B0503020204020204" pitchFamily="34" charset="-122"/>
                        </a:rPr>
                        <a:t>×</a:t>
                      </a:r>
                      <a:r>
                        <a:rPr lang="en-US" sz="1800">
                          <a:solidFill>
                            <a:schemeClr val="tx1"/>
                          </a:solidFill>
                          <a:effectLst/>
                          <a:latin typeface="微软雅黑" panose="020B0503020204020204" pitchFamily="34" charset="-122"/>
                          <a:ea typeface="微软雅黑" panose="020B0503020204020204" pitchFamily="34" charset="-122"/>
                        </a:rPr>
                        <a:t>10</a:t>
                      </a:r>
                      <a:r>
                        <a:rPr lang="en-US" sz="1800" baseline="30000">
                          <a:solidFill>
                            <a:schemeClr val="tx1"/>
                          </a:solidFill>
                          <a:effectLst/>
                          <a:latin typeface="微软雅黑" panose="020B0503020204020204" pitchFamily="34" charset="-122"/>
                          <a:ea typeface="微软雅黑" panose="020B0503020204020204" pitchFamily="34" charset="-122"/>
                        </a:rPr>
                        <a:t>-308</a:t>
                      </a:r>
                      <a:r>
                        <a:rPr lang="en-US" sz="1800">
                          <a:solidFill>
                            <a:schemeClr val="tx1"/>
                          </a:solidFill>
                          <a:effectLst/>
                          <a:latin typeface="微软雅黑" panose="020B0503020204020204" pitchFamily="34" charset="-122"/>
                          <a:ea typeface="微软雅黑" panose="020B0503020204020204" pitchFamily="34" charset="-122"/>
                        </a:rPr>
                        <a:t>~1.7</a:t>
                      </a:r>
                      <a:r>
                        <a:rPr lang="zh-CN" sz="1800">
                          <a:solidFill>
                            <a:schemeClr val="tx1"/>
                          </a:solidFill>
                          <a:effectLst/>
                          <a:latin typeface="微软雅黑" panose="020B0503020204020204" pitchFamily="34" charset="-122"/>
                          <a:ea typeface="微软雅黑" panose="020B0503020204020204" pitchFamily="34" charset="-122"/>
                        </a:rPr>
                        <a:t>×</a:t>
                      </a:r>
                      <a:r>
                        <a:rPr lang="en-US" sz="1800">
                          <a:solidFill>
                            <a:schemeClr val="tx1"/>
                          </a:solidFill>
                          <a:effectLst/>
                          <a:latin typeface="微软雅黑" panose="020B0503020204020204" pitchFamily="34" charset="-122"/>
                          <a:ea typeface="微软雅黑" panose="020B0503020204020204" pitchFamily="34" charset="-122"/>
                        </a:rPr>
                        <a:t>10</a:t>
                      </a:r>
                      <a:r>
                        <a:rPr lang="en-US" sz="1800" baseline="30000">
                          <a:solidFill>
                            <a:schemeClr val="tx1"/>
                          </a:solidFill>
                          <a:effectLst/>
                          <a:latin typeface="微软雅黑" panose="020B0503020204020204" pitchFamily="34" charset="-122"/>
                          <a:ea typeface="微软雅黑" panose="020B0503020204020204" pitchFamily="34" charset="-122"/>
                        </a:rPr>
                        <a:t>308</a:t>
                      </a:r>
                      <a:endParaRPr lang="zh-CN" sz="2400">
                        <a:solidFill>
                          <a:schemeClr val="tx1"/>
                        </a:solidFill>
                        <a:effectLst/>
                        <a:latin typeface="微软雅黑" panose="020B0503020204020204" pitchFamily="34" charset="-122"/>
                        <a:ea typeface="微软雅黑" panose="020B0503020204020204"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15"/>
                  </a:ext>
                </a:extLst>
              </a:tr>
            </a:tbl>
          </a:graphicData>
        </a:graphic>
      </p:graphicFrame>
      <p:sp>
        <p:nvSpPr>
          <p:cNvPr id="4" name="文本框 3"/>
          <p:cNvSpPr txBox="1"/>
          <p:nvPr/>
        </p:nvSpPr>
        <p:spPr>
          <a:xfrm>
            <a:off x="841003" y="6381328"/>
            <a:ext cx="8421023" cy="369332"/>
          </a:xfrm>
          <a:prstGeom prst="rect">
            <a:avLst/>
          </a:prstGeom>
          <a:noFill/>
        </p:spPr>
        <p:txBody>
          <a:bodyPr wrap="none" rtlCol="0">
            <a:spAutoFit/>
          </a:bodyPr>
          <a:lstStyle/>
          <a:p>
            <a:r>
              <a:rPr lang="zh-CN" altLang="en-US" sz="1800">
                <a:latin typeface="微软雅黑" panose="020B0503020204020204" pitchFamily="34" charset="-122"/>
                <a:ea typeface="微软雅黑" panose="020B0503020204020204" pitchFamily="34" charset="-122"/>
              </a:rPr>
              <a:t>注：</a:t>
            </a:r>
            <a:r>
              <a:rPr lang="zh-CN" altLang="zh-CN" sz="1800">
                <a:latin typeface="微软雅黑" panose="020B0503020204020204" pitchFamily="34" charset="-122"/>
                <a:ea typeface="微软雅黑" panose="020B0503020204020204" pitchFamily="34" charset="-122"/>
              </a:rPr>
              <a:t>表中各类型的长度和取值范围，以面向</a:t>
            </a:r>
            <a:r>
              <a:rPr lang="en-US" altLang="zh-CN" sz="1800">
                <a:latin typeface="微软雅黑" panose="020B0503020204020204" pitchFamily="34" charset="-122"/>
                <a:ea typeface="微软雅黑" panose="020B0503020204020204" pitchFamily="34" charset="-122"/>
              </a:rPr>
              <a:t>IA32</a:t>
            </a:r>
            <a:r>
              <a:rPr lang="zh-CN" altLang="zh-CN" sz="1800">
                <a:latin typeface="微软雅黑" panose="020B0503020204020204" pitchFamily="34" charset="-122"/>
                <a:ea typeface="微软雅黑" panose="020B0503020204020204" pitchFamily="34" charset="-122"/>
              </a:rPr>
              <a:t>处理器的</a:t>
            </a:r>
            <a:r>
              <a:rPr lang="en-US" altLang="zh-CN" sz="1800">
                <a:latin typeface="微软雅黑" panose="020B0503020204020204" pitchFamily="34" charset="-122"/>
                <a:ea typeface="微软雅黑" panose="020B0503020204020204" pitchFamily="34" charset="-122"/>
              </a:rPr>
              <a:t>msvc12</a:t>
            </a:r>
            <a:r>
              <a:rPr lang="zh-CN" altLang="zh-CN" sz="1800">
                <a:latin typeface="微软雅黑" panose="020B0503020204020204" pitchFamily="34" charset="-122"/>
                <a:ea typeface="微软雅黑" panose="020B0503020204020204" pitchFamily="34" charset="-122"/>
              </a:rPr>
              <a:t>和</a:t>
            </a:r>
            <a:r>
              <a:rPr lang="en-US" altLang="zh-CN" sz="1800">
                <a:latin typeface="微软雅黑" panose="020B0503020204020204" pitchFamily="34" charset="-122"/>
                <a:ea typeface="微软雅黑" panose="020B0503020204020204" pitchFamily="34" charset="-122"/>
              </a:rPr>
              <a:t>2 gcc4.8</a:t>
            </a:r>
            <a:r>
              <a:rPr lang="zh-CN" altLang="zh-CN" sz="1800">
                <a:latin typeface="微软雅黑" panose="020B0503020204020204" pitchFamily="34" charset="-122"/>
                <a:ea typeface="微软雅黑" panose="020B0503020204020204" pitchFamily="34" charset="-122"/>
              </a:rPr>
              <a:t>为准</a:t>
            </a:r>
            <a:endParaRPr lang="zh-CN" altLang="en-US" sz="1800">
              <a:latin typeface="微软雅黑" panose="020B0503020204020204" pitchFamily="34" charset="-122"/>
              <a:ea typeface="微软雅黑" panose="020B0503020204020204" pitchFamily="34" charset="-122"/>
            </a:endParaRPr>
          </a:p>
        </p:txBody>
      </p:sp>
      <p:sp>
        <p:nvSpPr>
          <p:cNvPr id="6" name="灯片编号占位符 5"/>
          <p:cNvSpPr>
            <a:spLocks noGrp="1"/>
          </p:cNvSpPr>
          <p:nvPr>
            <p:ph type="sldNum" sz="quarter" idx="4"/>
          </p:nvPr>
        </p:nvSpPr>
        <p:spPr/>
        <p:txBody>
          <a:bodyPr/>
          <a:lstStyle/>
          <a:p>
            <a:fld id="{DEA904C8-CD7B-4714-BAE1-F1A91095C3EA}" type="slidenum">
              <a:rPr lang="zh-CN" altLang="en-US" smtClean="0"/>
              <a:pPr/>
              <a:t>26</a:t>
            </a:fld>
            <a:endParaRPr lang="zh-CN" altLang="en-US"/>
          </a:p>
        </p:txBody>
      </p:sp>
    </p:spTree>
    <p:extLst>
      <p:ext uri="{BB962C8B-B14F-4D97-AF65-F5344CB8AC3E}">
        <p14:creationId xmlns:p14="http://schemas.microsoft.com/office/powerpoint/2010/main" val="1875337948"/>
      </p:ext>
    </p:extLst>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09600" y="1066056"/>
            <a:ext cx="10975975" cy="1066800"/>
          </a:xfrm>
        </p:spPr>
        <p:txBody>
          <a:bodyPr/>
          <a:lstStyle/>
          <a:p>
            <a:r>
              <a:rPr lang="zh-CN" altLang="en-US">
                <a:solidFill>
                  <a:schemeClr val="accent4">
                    <a:lumMod val="75000"/>
                  </a:schemeClr>
                </a:solidFill>
                <a:latin typeface="微软雅黑" pitchFamily="34" charset="-122"/>
                <a:ea typeface="微软雅黑" pitchFamily="34" charset="-122"/>
              </a:rPr>
              <a:t>基本数据类型</a:t>
            </a:r>
            <a:endParaRPr lang="zh-CN" altLang="en-US"/>
          </a:p>
        </p:txBody>
      </p:sp>
      <p:sp>
        <p:nvSpPr>
          <p:cNvPr id="3" name="内容占位符 2"/>
          <p:cNvSpPr>
            <a:spLocks noGrp="1"/>
          </p:cNvSpPr>
          <p:nvPr>
            <p:ph idx="1"/>
          </p:nvPr>
        </p:nvSpPr>
        <p:spPr>
          <a:xfrm>
            <a:off x="609600" y="2132856"/>
            <a:ext cx="10975975" cy="4440982"/>
          </a:xfrm>
        </p:spPr>
        <p:txBody>
          <a:bodyPr/>
          <a:lstStyle/>
          <a:p>
            <a:pPr>
              <a:lnSpc>
                <a:spcPct val="150000"/>
              </a:lnSpc>
            </a:pPr>
            <a:r>
              <a:rPr lang="en-US" altLang="zh-CN" sz="2400">
                <a:latin typeface="微软雅黑" panose="020B0503020204020204" pitchFamily="34" charset="-122"/>
                <a:ea typeface="微软雅黑" panose="020B0503020204020204" pitchFamily="34" charset="-122"/>
              </a:rPr>
              <a:t> ISO C++</a:t>
            </a:r>
            <a:r>
              <a:rPr lang="zh-CN" altLang="en-US" sz="2400">
                <a:latin typeface="微软雅黑" panose="020B0503020204020204" pitchFamily="34" charset="-122"/>
                <a:ea typeface="微软雅黑" panose="020B0503020204020204" pitchFamily="34" charset="-122"/>
              </a:rPr>
              <a:t>标准并没有明确规定每种数据类型的字节数和取值范围，它只是规定它们之间的字节数大小顺序满足：</a:t>
            </a:r>
          </a:p>
          <a:p>
            <a:pPr lvl="1">
              <a:lnSpc>
                <a:spcPct val="150000"/>
              </a:lnSpc>
            </a:pPr>
            <a:r>
              <a:rPr lang="en-US" altLang="zh-CN" sz="2400">
                <a:latin typeface="微软雅黑" panose="020B0503020204020204" pitchFamily="34" charset="-122"/>
                <a:ea typeface="微软雅黑" panose="020B0503020204020204" pitchFamily="34" charset="-122"/>
              </a:rPr>
              <a:t>(signed/unsigned)signed char ≤ (unsigned) short int ≤ (unsigned) int ≤ (unsigned) long int ≤ long long int</a:t>
            </a:r>
          </a:p>
        </p:txBody>
      </p:sp>
      <p:sp>
        <p:nvSpPr>
          <p:cNvPr id="4" name="灯片编号占位符 3"/>
          <p:cNvSpPr>
            <a:spLocks noGrp="1"/>
          </p:cNvSpPr>
          <p:nvPr>
            <p:ph type="sldNum" sz="quarter" idx="4"/>
          </p:nvPr>
        </p:nvSpPr>
        <p:spPr/>
        <p:txBody>
          <a:bodyPr/>
          <a:lstStyle/>
          <a:p>
            <a:fld id="{DEA904C8-CD7B-4714-BAE1-F1A91095C3EA}" type="slidenum">
              <a:rPr lang="zh-CN" altLang="en-US" smtClean="0"/>
              <a:pPr/>
              <a:t>27</a:t>
            </a:fld>
            <a:endParaRPr lang="zh-CN" altLang="en-US"/>
          </a:p>
        </p:txBody>
      </p:sp>
    </p:spTree>
    <p:extLst>
      <p:ext uri="{BB962C8B-B14F-4D97-AF65-F5344CB8AC3E}">
        <p14:creationId xmlns:p14="http://schemas.microsoft.com/office/powerpoint/2010/main" val="324452334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09600" y="980728"/>
            <a:ext cx="10975975" cy="1066800"/>
          </a:xfrm>
        </p:spPr>
        <p:txBody>
          <a:bodyPr/>
          <a:lstStyle/>
          <a:p>
            <a:pPr eaLnBrk="1" hangingPunct="1">
              <a:defRPr/>
            </a:pPr>
            <a:r>
              <a:rPr lang="zh-CN" altLang="en-US">
                <a:solidFill>
                  <a:schemeClr val="accent5"/>
                </a:solidFill>
                <a:latin typeface="微软雅黑" pitchFamily="34" charset="-122"/>
                <a:ea typeface="微软雅黑" pitchFamily="34" charset="-122"/>
              </a:rPr>
              <a:t>类型别名</a:t>
            </a:r>
          </a:p>
        </p:txBody>
      </p:sp>
      <p:sp>
        <p:nvSpPr>
          <p:cNvPr id="3" name="内容占位符 2"/>
          <p:cNvSpPr>
            <a:spLocks noGrp="1"/>
          </p:cNvSpPr>
          <p:nvPr>
            <p:ph idx="1"/>
          </p:nvPr>
        </p:nvSpPr>
        <p:spPr>
          <a:xfrm>
            <a:off x="609600" y="2132856"/>
            <a:ext cx="10975975" cy="4440982"/>
          </a:xfrm>
        </p:spPr>
        <p:txBody>
          <a:bodyPr/>
          <a:lstStyle/>
          <a:p>
            <a:r>
              <a:rPr lang="zh-CN" altLang="en-US">
                <a:latin typeface="微软雅黑" panose="020B0503020204020204" pitchFamily="34" charset="-122"/>
                <a:ea typeface="微软雅黑" panose="020B0503020204020204" pitchFamily="34" charset="-122"/>
              </a:rPr>
              <a:t>可以为一个已有的数据类型另外命名</a:t>
            </a:r>
            <a:endParaRPr lang="en-US" altLang="zh-CN">
              <a:latin typeface="微软雅黑" panose="020B0503020204020204" pitchFamily="34" charset="-122"/>
              <a:ea typeface="微软雅黑" panose="020B0503020204020204" pitchFamily="34" charset="-122"/>
            </a:endParaRPr>
          </a:p>
          <a:p>
            <a:pPr lvl="1"/>
            <a:r>
              <a:rPr lang="en-US" altLang="zh-CN">
                <a:latin typeface="微软雅黑" panose="020B0503020204020204" pitchFamily="34" charset="-122"/>
                <a:ea typeface="微软雅黑" panose="020B0503020204020204" pitchFamily="34" charset="-122"/>
              </a:rPr>
              <a:t>typedef  </a:t>
            </a:r>
            <a:r>
              <a:rPr lang="zh-CN" altLang="en-US">
                <a:latin typeface="微软雅黑" panose="020B0503020204020204" pitchFamily="34" charset="-122"/>
                <a:ea typeface="微软雅黑" panose="020B0503020204020204" pitchFamily="34" charset="-122"/>
              </a:rPr>
              <a:t>已有类型名  新类型名表</a:t>
            </a:r>
            <a:endParaRPr lang="en-US" altLang="zh-CN">
              <a:latin typeface="微软雅黑" panose="020B0503020204020204" pitchFamily="34" charset="-122"/>
              <a:ea typeface="微软雅黑" panose="020B0503020204020204" pitchFamily="34" charset="-122"/>
            </a:endParaRPr>
          </a:p>
          <a:p>
            <a:pPr lvl="2"/>
            <a:r>
              <a:rPr lang="en-US" altLang="zh-CN">
                <a:latin typeface="微软雅黑" panose="020B0503020204020204" pitchFamily="34" charset="-122"/>
                <a:ea typeface="微软雅黑" panose="020B0503020204020204" pitchFamily="34" charset="-122"/>
              </a:rPr>
              <a:t>typedef double Area, Volume;</a:t>
            </a:r>
          </a:p>
          <a:p>
            <a:pPr lvl="2"/>
            <a:r>
              <a:rPr lang="en-US" altLang="zh-CN">
                <a:latin typeface="微软雅黑" panose="020B0503020204020204" pitchFamily="34" charset="-122"/>
                <a:ea typeface="微软雅黑" panose="020B0503020204020204" pitchFamily="34" charset="-122"/>
              </a:rPr>
              <a:t>typedef int Natural;</a:t>
            </a:r>
          </a:p>
          <a:p>
            <a:pPr lvl="2"/>
            <a:r>
              <a:rPr lang="en-US" altLang="zh-CN">
                <a:latin typeface="微软雅黑" panose="020B0503020204020204" pitchFamily="34" charset="-122"/>
                <a:ea typeface="微软雅黑" panose="020B0503020204020204" pitchFamily="34" charset="-122"/>
              </a:rPr>
              <a:t>Natural i1,i2;</a:t>
            </a:r>
          </a:p>
          <a:p>
            <a:pPr lvl="2"/>
            <a:r>
              <a:rPr lang="en-US" altLang="zh-CN">
                <a:latin typeface="微软雅黑" panose="020B0503020204020204" pitchFamily="34" charset="-122"/>
                <a:ea typeface="微软雅黑" panose="020B0503020204020204" pitchFamily="34" charset="-122"/>
              </a:rPr>
              <a:t>Area a;</a:t>
            </a:r>
          </a:p>
          <a:p>
            <a:pPr lvl="2"/>
            <a:r>
              <a:rPr lang="en-US" altLang="zh-CN">
                <a:latin typeface="微软雅黑" panose="020B0503020204020204" pitchFamily="34" charset="-122"/>
                <a:ea typeface="微软雅黑" panose="020B0503020204020204" pitchFamily="34" charset="-122"/>
              </a:rPr>
              <a:t>Volume v;</a:t>
            </a:r>
          </a:p>
          <a:p>
            <a:pPr lvl="1"/>
            <a:r>
              <a:rPr lang="en-US" altLang="zh-CN">
                <a:latin typeface="微软雅黑" panose="020B0503020204020204" pitchFamily="34" charset="-122"/>
                <a:ea typeface="微软雅黑" panose="020B0503020204020204" pitchFamily="34" charset="-122"/>
              </a:rPr>
              <a:t>using  </a:t>
            </a:r>
            <a:r>
              <a:rPr lang="zh-CN" altLang="en-US">
                <a:latin typeface="微软雅黑" panose="020B0503020204020204" pitchFamily="34" charset="-122"/>
                <a:ea typeface="微软雅黑" panose="020B0503020204020204" pitchFamily="34" charset="-122"/>
              </a:rPr>
              <a:t>新类型名 </a:t>
            </a:r>
            <a:r>
              <a:rPr lang="en-US" altLang="zh-CN">
                <a:latin typeface="微软雅黑" panose="020B0503020204020204" pitchFamily="34" charset="-122"/>
                <a:ea typeface="微软雅黑" panose="020B0503020204020204" pitchFamily="34" charset="-122"/>
              </a:rPr>
              <a:t>= </a:t>
            </a:r>
            <a:r>
              <a:rPr lang="zh-CN" altLang="en-US">
                <a:latin typeface="微软雅黑" panose="020B0503020204020204" pitchFamily="34" charset="-122"/>
                <a:ea typeface="微软雅黑" panose="020B0503020204020204" pitchFamily="34" charset="-122"/>
              </a:rPr>
              <a:t>已有类型名</a:t>
            </a:r>
            <a:r>
              <a:rPr lang="en-US" altLang="zh-CN">
                <a:latin typeface="微软雅黑" panose="020B0503020204020204" pitchFamily="34" charset="-122"/>
                <a:ea typeface="微软雅黑" panose="020B0503020204020204" pitchFamily="34" charset="-122"/>
              </a:rPr>
              <a:t>;</a:t>
            </a:r>
          </a:p>
          <a:p>
            <a:pPr lvl="2"/>
            <a:r>
              <a:rPr lang="en-US" altLang="zh-CN">
                <a:latin typeface="微软雅黑" panose="020B0503020204020204" pitchFamily="34" charset="-122"/>
                <a:ea typeface="微软雅黑" panose="020B0503020204020204" pitchFamily="34" charset="-122"/>
              </a:rPr>
              <a:t>using Area = double;</a:t>
            </a:r>
          </a:p>
          <a:p>
            <a:pPr lvl="2"/>
            <a:r>
              <a:rPr lang="en-US" altLang="zh-CN">
                <a:latin typeface="微软雅黑" panose="020B0503020204020204" pitchFamily="34" charset="-122"/>
                <a:ea typeface="微软雅黑" panose="020B0503020204020204" pitchFamily="34" charset="-122"/>
              </a:rPr>
              <a:t>using Volume = double;</a:t>
            </a:r>
          </a:p>
        </p:txBody>
      </p:sp>
      <p:sp>
        <p:nvSpPr>
          <p:cNvPr id="4" name="灯片编号占位符 3"/>
          <p:cNvSpPr>
            <a:spLocks noGrp="1"/>
          </p:cNvSpPr>
          <p:nvPr>
            <p:ph type="sldNum" sz="quarter" idx="4"/>
          </p:nvPr>
        </p:nvSpPr>
        <p:spPr/>
        <p:txBody>
          <a:bodyPr/>
          <a:lstStyle/>
          <a:p>
            <a:fld id="{DEA904C8-CD7B-4714-BAE1-F1A91095C3EA}" type="slidenum">
              <a:rPr lang="zh-CN" altLang="en-US" smtClean="0"/>
              <a:pPr/>
              <a:t>28</a:t>
            </a:fld>
            <a:endParaRPr lang="zh-CN" altLang="en-US"/>
          </a:p>
        </p:txBody>
      </p:sp>
    </p:spTree>
    <p:extLst>
      <p:ext uri="{BB962C8B-B14F-4D97-AF65-F5344CB8AC3E}">
        <p14:creationId xmlns:p14="http://schemas.microsoft.com/office/powerpoint/2010/main" val="64806606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09600" y="1066056"/>
            <a:ext cx="10975975" cy="1066800"/>
          </a:xfrm>
        </p:spPr>
        <p:txBody>
          <a:bodyPr/>
          <a:lstStyle/>
          <a:p>
            <a:r>
              <a:rPr lang="en-US" altLang="zh-CN">
                <a:solidFill>
                  <a:schemeClr val="accent5"/>
                </a:solidFill>
                <a:latin typeface="微软雅黑" pitchFamily="34" charset="-122"/>
                <a:ea typeface="微软雅黑" pitchFamily="34" charset="-122"/>
              </a:rPr>
              <a:t>auto</a:t>
            </a:r>
            <a:r>
              <a:rPr lang="zh-CN" altLang="en-US">
                <a:solidFill>
                  <a:schemeClr val="accent5"/>
                </a:solidFill>
                <a:latin typeface="微软雅黑" pitchFamily="34" charset="-122"/>
                <a:ea typeface="微软雅黑" pitchFamily="34" charset="-122"/>
              </a:rPr>
              <a:t>类型与</a:t>
            </a:r>
            <a:r>
              <a:rPr lang="en-US" altLang="zh-CN">
                <a:solidFill>
                  <a:schemeClr val="accent5"/>
                </a:solidFill>
                <a:latin typeface="微软雅黑" pitchFamily="34" charset="-122"/>
                <a:ea typeface="微软雅黑" pitchFamily="34" charset="-122"/>
              </a:rPr>
              <a:t>decltype</a:t>
            </a:r>
            <a:r>
              <a:rPr lang="zh-CN" altLang="en-US">
                <a:solidFill>
                  <a:schemeClr val="accent5"/>
                </a:solidFill>
                <a:latin typeface="微软雅黑" pitchFamily="34" charset="-122"/>
                <a:ea typeface="微软雅黑" pitchFamily="34" charset="-122"/>
              </a:rPr>
              <a:t>类型</a:t>
            </a:r>
            <a:endParaRPr lang="zh-CN" altLang="en-US"/>
          </a:p>
        </p:txBody>
      </p:sp>
      <p:sp>
        <p:nvSpPr>
          <p:cNvPr id="3" name="内容占位符 2"/>
          <p:cNvSpPr>
            <a:spLocks noGrp="1"/>
          </p:cNvSpPr>
          <p:nvPr>
            <p:ph idx="1"/>
          </p:nvPr>
        </p:nvSpPr>
        <p:spPr>
          <a:xfrm>
            <a:off x="609600" y="2132856"/>
            <a:ext cx="10975975" cy="4464496"/>
          </a:xfrm>
        </p:spPr>
        <p:txBody>
          <a:bodyPr/>
          <a:lstStyle/>
          <a:p>
            <a:pPr>
              <a:lnSpc>
                <a:spcPct val="120000"/>
              </a:lnSpc>
            </a:pPr>
            <a:r>
              <a:rPr lang="en-US" altLang="zh-CN" sz="2400">
                <a:latin typeface="微软雅黑" panose="020B0503020204020204" pitchFamily="34" charset="-122"/>
                <a:ea typeface="微软雅黑" panose="020B0503020204020204" pitchFamily="34" charset="-122"/>
              </a:rPr>
              <a:t>auto</a:t>
            </a:r>
            <a:r>
              <a:rPr lang="zh-CN" altLang="en-US" sz="2400">
                <a:latin typeface="微软雅黑" panose="020B0503020204020204" pitchFamily="34" charset="-122"/>
                <a:ea typeface="微软雅黑" panose="020B0503020204020204" pitchFamily="34" charset="-122"/>
              </a:rPr>
              <a:t>让编译器通过初始值自动推断变量的类型。</a:t>
            </a:r>
            <a:endParaRPr lang="en-US" altLang="zh-CN" sz="2400">
              <a:latin typeface="微软雅黑" panose="020B0503020204020204" pitchFamily="34" charset="-122"/>
              <a:ea typeface="微软雅黑" panose="020B0503020204020204" pitchFamily="34" charset="-122"/>
            </a:endParaRPr>
          </a:p>
          <a:p>
            <a:pPr lvl="1">
              <a:lnSpc>
                <a:spcPct val="120000"/>
              </a:lnSpc>
            </a:pPr>
            <a:r>
              <a:rPr lang="zh-CN" altLang="en-US" sz="2400">
                <a:latin typeface="微软雅黑" panose="020B0503020204020204" pitchFamily="34" charset="-122"/>
                <a:ea typeface="微软雅黑" panose="020B0503020204020204" pitchFamily="34" charset="-122"/>
              </a:rPr>
              <a:t>例如：</a:t>
            </a:r>
            <a:endParaRPr lang="en-US" altLang="zh-CN" sz="2400">
              <a:latin typeface="微软雅黑" panose="020B0503020204020204" pitchFamily="34" charset="-122"/>
              <a:ea typeface="微软雅黑" panose="020B0503020204020204" pitchFamily="34" charset="-122"/>
            </a:endParaRPr>
          </a:p>
          <a:p>
            <a:pPr marL="676275" lvl="2" indent="0">
              <a:lnSpc>
                <a:spcPct val="120000"/>
              </a:lnSpc>
              <a:buNone/>
            </a:pPr>
            <a:r>
              <a:rPr lang="en-US" altLang="zh-CN" sz="2000">
                <a:latin typeface="微软雅黑" panose="020B0503020204020204" pitchFamily="34" charset="-122"/>
                <a:ea typeface="微软雅黑" panose="020B0503020204020204" pitchFamily="34" charset="-122"/>
              </a:rPr>
              <a:t>auto val = val1 + val2;</a:t>
            </a:r>
          </a:p>
          <a:p>
            <a:pPr marL="676275" lvl="2" indent="0">
              <a:lnSpc>
                <a:spcPct val="120000"/>
              </a:lnSpc>
              <a:buNone/>
            </a:pPr>
            <a:r>
              <a:rPr lang="en-US" altLang="zh-CN" sz="2000">
                <a:latin typeface="微软雅黑" panose="020B0503020204020204" pitchFamily="34" charset="-122"/>
                <a:ea typeface="微软雅黑" panose="020B0503020204020204" pitchFamily="34" charset="-122"/>
              </a:rPr>
              <a:t>val</a:t>
            </a:r>
            <a:r>
              <a:rPr lang="zh-CN" altLang="en-US" sz="2000">
                <a:latin typeface="微软雅黑" panose="020B0503020204020204" pitchFamily="34" charset="-122"/>
                <a:ea typeface="微软雅黑" panose="020B0503020204020204" pitchFamily="34" charset="-122"/>
              </a:rPr>
              <a:t>的类型取决于表达式</a:t>
            </a:r>
            <a:r>
              <a:rPr lang="en-US" altLang="zh-CN" sz="2000">
                <a:latin typeface="微软雅黑" panose="020B0503020204020204" pitchFamily="34" charset="-122"/>
                <a:ea typeface="微软雅黑" panose="020B0503020204020204" pitchFamily="34" charset="-122"/>
              </a:rPr>
              <a:t>val1+val2</a:t>
            </a:r>
            <a:r>
              <a:rPr lang="zh-CN" altLang="en-US" sz="2000">
                <a:latin typeface="微软雅黑" panose="020B0503020204020204" pitchFamily="34" charset="-122"/>
                <a:ea typeface="微软雅黑" panose="020B0503020204020204" pitchFamily="34" charset="-122"/>
              </a:rPr>
              <a:t>的类型，如果</a:t>
            </a:r>
            <a:r>
              <a:rPr lang="en-US" altLang="zh-CN" sz="2000">
                <a:latin typeface="微软雅黑" panose="020B0503020204020204" pitchFamily="34" charset="-122"/>
                <a:ea typeface="微软雅黑" panose="020B0503020204020204" pitchFamily="34" charset="-122"/>
              </a:rPr>
              <a:t>val1+val2</a:t>
            </a:r>
            <a:r>
              <a:rPr lang="zh-CN" altLang="en-US" sz="2000">
                <a:latin typeface="微软雅黑" panose="020B0503020204020204" pitchFamily="34" charset="-122"/>
                <a:ea typeface="微软雅黑" panose="020B0503020204020204" pitchFamily="34" charset="-122"/>
              </a:rPr>
              <a:t>是</a:t>
            </a:r>
            <a:r>
              <a:rPr lang="en-US" altLang="zh-CN" sz="2000">
                <a:latin typeface="微软雅黑" panose="020B0503020204020204" pitchFamily="34" charset="-122"/>
                <a:ea typeface="微软雅黑" panose="020B0503020204020204" pitchFamily="34" charset="-122"/>
              </a:rPr>
              <a:t>int</a:t>
            </a:r>
            <a:r>
              <a:rPr lang="zh-CN" altLang="en-US" sz="2000">
                <a:latin typeface="微软雅黑" panose="020B0503020204020204" pitchFamily="34" charset="-122"/>
                <a:ea typeface="微软雅黑" panose="020B0503020204020204" pitchFamily="34" charset="-122"/>
              </a:rPr>
              <a:t>类型，那么</a:t>
            </a:r>
            <a:r>
              <a:rPr lang="en-US" altLang="zh-CN" sz="2000">
                <a:latin typeface="微软雅黑" panose="020B0503020204020204" pitchFamily="34" charset="-122"/>
                <a:ea typeface="微软雅黑" panose="020B0503020204020204" pitchFamily="34" charset="-122"/>
              </a:rPr>
              <a:t>val</a:t>
            </a:r>
            <a:r>
              <a:rPr lang="zh-CN" altLang="en-US" sz="2000">
                <a:latin typeface="微软雅黑" panose="020B0503020204020204" pitchFamily="34" charset="-122"/>
                <a:ea typeface="微软雅黑" panose="020B0503020204020204" pitchFamily="34" charset="-122"/>
              </a:rPr>
              <a:t>将是</a:t>
            </a:r>
            <a:r>
              <a:rPr lang="en-US" altLang="zh-CN" sz="2000">
                <a:latin typeface="微软雅黑" panose="020B0503020204020204" pitchFamily="34" charset="-122"/>
                <a:ea typeface="微软雅黑" panose="020B0503020204020204" pitchFamily="34" charset="-122"/>
              </a:rPr>
              <a:t>int</a:t>
            </a:r>
            <a:r>
              <a:rPr lang="zh-CN" altLang="en-US" sz="2000">
                <a:latin typeface="微软雅黑" panose="020B0503020204020204" pitchFamily="34" charset="-122"/>
                <a:ea typeface="微软雅黑" panose="020B0503020204020204" pitchFamily="34" charset="-122"/>
              </a:rPr>
              <a:t>类型；如果</a:t>
            </a:r>
            <a:r>
              <a:rPr lang="en-US" altLang="zh-CN" sz="2000">
                <a:latin typeface="微软雅黑" panose="020B0503020204020204" pitchFamily="34" charset="-122"/>
                <a:ea typeface="微软雅黑" panose="020B0503020204020204" pitchFamily="34" charset="-122"/>
              </a:rPr>
              <a:t>val1+val2</a:t>
            </a:r>
            <a:r>
              <a:rPr lang="zh-CN" altLang="en-US" sz="2000">
                <a:latin typeface="微软雅黑" panose="020B0503020204020204" pitchFamily="34" charset="-122"/>
                <a:ea typeface="微软雅黑" panose="020B0503020204020204" pitchFamily="34" charset="-122"/>
              </a:rPr>
              <a:t>是</a:t>
            </a:r>
            <a:r>
              <a:rPr lang="en-US" altLang="zh-CN" sz="2000">
                <a:latin typeface="微软雅黑" panose="020B0503020204020204" pitchFamily="34" charset="-122"/>
                <a:ea typeface="微软雅黑" panose="020B0503020204020204" pitchFamily="34" charset="-122"/>
              </a:rPr>
              <a:t>double</a:t>
            </a:r>
            <a:r>
              <a:rPr lang="zh-CN" altLang="en-US" sz="2000">
                <a:latin typeface="微软雅黑" panose="020B0503020204020204" pitchFamily="34" charset="-122"/>
                <a:ea typeface="微软雅黑" panose="020B0503020204020204" pitchFamily="34" charset="-122"/>
              </a:rPr>
              <a:t>类型，那么</a:t>
            </a:r>
            <a:r>
              <a:rPr lang="en-US" altLang="zh-CN" sz="2000">
                <a:latin typeface="微软雅黑" panose="020B0503020204020204" pitchFamily="34" charset="-122"/>
                <a:ea typeface="微软雅黑" panose="020B0503020204020204" pitchFamily="34" charset="-122"/>
              </a:rPr>
              <a:t>val</a:t>
            </a:r>
            <a:r>
              <a:rPr lang="zh-CN" altLang="en-US" sz="2000">
                <a:latin typeface="微软雅黑" panose="020B0503020204020204" pitchFamily="34" charset="-122"/>
                <a:ea typeface="微软雅黑" panose="020B0503020204020204" pitchFamily="34" charset="-122"/>
              </a:rPr>
              <a:t>将是</a:t>
            </a:r>
            <a:r>
              <a:rPr lang="en-US" altLang="zh-CN" sz="2000">
                <a:latin typeface="微软雅黑" panose="020B0503020204020204" pitchFamily="34" charset="-122"/>
                <a:ea typeface="微软雅黑" panose="020B0503020204020204" pitchFamily="34" charset="-122"/>
              </a:rPr>
              <a:t>double</a:t>
            </a:r>
            <a:r>
              <a:rPr lang="zh-CN" altLang="en-US" sz="2000">
                <a:latin typeface="微软雅黑" panose="020B0503020204020204" pitchFamily="34" charset="-122"/>
                <a:ea typeface="微软雅黑" panose="020B0503020204020204" pitchFamily="34" charset="-122"/>
              </a:rPr>
              <a:t>类型。</a:t>
            </a:r>
          </a:p>
          <a:p>
            <a:pPr>
              <a:lnSpc>
                <a:spcPct val="120000"/>
              </a:lnSpc>
            </a:pPr>
            <a:r>
              <a:rPr lang="zh-CN" altLang="en-US" sz="2400">
                <a:latin typeface="微软雅黑" panose="020B0503020204020204" pitchFamily="34" charset="-122"/>
                <a:ea typeface="微软雅黑" panose="020B0503020204020204" pitchFamily="34" charset="-122"/>
              </a:rPr>
              <a:t>定义一个变量与某一表达式的类型相同，但并不想用该表达式初始化这个变量，这时我们需要</a:t>
            </a:r>
            <a:r>
              <a:rPr lang="en-US" altLang="zh-CN" sz="2400">
                <a:latin typeface="微软雅黑" panose="020B0503020204020204" pitchFamily="34" charset="-122"/>
                <a:ea typeface="微软雅黑" panose="020B0503020204020204" pitchFamily="34" charset="-122"/>
              </a:rPr>
              <a:t>decltype</a:t>
            </a:r>
            <a:r>
              <a:rPr lang="zh-CN" altLang="en-US" sz="2400">
                <a:latin typeface="微软雅黑" panose="020B0503020204020204" pitchFamily="34" charset="-122"/>
                <a:ea typeface="微软雅黑" panose="020B0503020204020204" pitchFamily="34" charset="-122"/>
              </a:rPr>
              <a:t>变量</a:t>
            </a:r>
            <a:endParaRPr lang="en-US" altLang="zh-CN" sz="2400">
              <a:latin typeface="微软雅黑" panose="020B0503020204020204" pitchFamily="34" charset="-122"/>
              <a:ea typeface="微软雅黑" panose="020B0503020204020204" pitchFamily="34" charset="-122"/>
            </a:endParaRPr>
          </a:p>
          <a:p>
            <a:pPr lvl="1">
              <a:lnSpc>
                <a:spcPct val="120000"/>
              </a:lnSpc>
            </a:pPr>
            <a:r>
              <a:rPr lang="zh-CN" altLang="en-US" sz="2400">
                <a:latin typeface="微软雅黑" panose="020B0503020204020204" pitchFamily="34" charset="-122"/>
                <a:ea typeface="微软雅黑" panose="020B0503020204020204" pitchFamily="34" charset="-122"/>
              </a:rPr>
              <a:t>例如：</a:t>
            </a:r>
          </a:p>
          <a:p>
            <a:pPr marL="676275" lvl="2" indent="0">
              <a:lnSpc>
                <a:spcPct val="120000"/>
              </a:lnSpc>
              <a:buNone/>
            </a:pPr>
            <a:r>
              <a:rPr lang="en-US" altLang="zh-CN" sz="2000">
                <a:latin typeface="微软雅黑" panose="020B0503020204020204" pitchFamily="34" charset="-122"/>
                <a:ea typeface="微软雅黑" panose="020B0503020204020204" pitchFamily="34" charset="-122"/>
              </a:rPr>
              <a:t>decltype(i) j = 2;</a:t>
            </a:r>
          </a:p>
          <a:p>
            <a:pPr marL="703263" lvl="2" indent="0">
              <a:lnSpc>
                <a:spcPct val="120000"/>
              </a:lnSpc>
              <a:buNone/>
            </a:pPr>
            <a:r>
              <a:rPr lang="zh-CN" altLang="en-US" sz="2000">
                <a:latin typeface="微软雅黑" panose="020B0503020204020204" pitchFamily="34" charset="-122"/>
                <a:ea typeface="微软雅黑" panose="020B0503020204020204" pitchFamily="34" charset="-122"/>
              </a:rPr>
              <a:t>表示 </a:t>
            </a:r>
            <a:r>
              <a:rPr lang="en-US" altLang="zh-CN" sz="2000">
                <a:latin typeface="微软雅黑" panose="020B0503020204020204" pitchFamily="34" charset="-122"/>
                <a:ea typeface="微软雅黑" panose="020B0503020204020204" pitchFamily="34" charset="-122"/>
              </a:rPr>
              <a:t>j </a:t>
            </a:r>
            <a:r>
              <a:rPr lang="zh-CN" altLang="en-US" sz="2000">
                <a:latin typeface="微软雅黑" panose="020B0503020204020204" pitchFamily="34" charset="-122"/>
                <a:ea typeface="微软雅黑" panose="020B0503020204020204" pitchFamily="34" charset="-122"/>
              </a:rPr>
              <a:t>以 </a:t>
            </a:r>
            <a:r>
              <a:rPr lang="en-US" altLang="zh-CN" sz="2000">
                <a:latin typeface="微软雅黑" panose="020B0503020204020204" pitchFamily="34" charset="-122"/>
                <a:ea typeface="微软雅黑" panose="020B0503020204020204" pitchFamily="34" charset="-122"/>
              </a:rPr>
              <a:t>2 </a:t>
            </a:r>
            <a:r>
              <a:rPr lang="zh-CN" altLang="en-US" sz="2000">
                <a:latin typeface="微软雅黑" panose="020B0503020204020204" pitchFamily="34" charset="-122"/>
                <a:ea typeface="微软雅黑" panose="020B0503020204020204" pitchFamily="34" charset="-122"/>
              </a:rPr>
              <a:t>作为初始值，类型与 </a:t>
            </a:r>
            <a:r>
              <a:rPr lang="en-US" altLang="zh-CN" sz="2000">
                <a:latin typeface="微软雅黑" panose="020B0503020204020204" pitchFamily="34" charset="-122"/>
                <a:ea typeface="微软雅黑" panose="020B0503020204020204" pitchFamily="34" charset="-122"/>
              </a:rPr>
              <a:t>i </a:t>
            </a:r>
            <a:r>
              <a:rPr lang="zh-CN" altLang="en-US" sz="2000">
                <a:latin typeface="微软雅黑" panose="020B0503020204020204" pitchFamily="34" charset="-122"/>
                <a:ea typeface="微软雅黑" panose="020B0503020204020204" pitchFamily="34" charset="-122"/>
              </a:rPr>
              <a:t>一致。</a:t>
            </a:r>
          </a:p>
        </p:txBody>
      </p:sp>
      <p:sp>
        <p:nvSpPr>
          <p:cNvPr id="5" name="灯片编号占位符 4"/>
          <p:cNvSpPr>
            <a:spLocks noGrp="1"/>
          </p:cNvSpPr>
          <p:nvPr>
            <p:ph type="sldNum" sz="quarter" idx="4"/>
          </p:nvPr>
        </p:nvSpPr>
        <p:spPr/>
        <p:txBody>
          <a:bodyPr/>
          <a:lstStyle/>
          <a:p>
            <a:fld id="{DEA904C8-CD7B-4714-BAE1-F1A91095C3EA}" type="slidenum">
              <a:rPr lang="zh-CN" altLang="en-US" smtClean="0"/>
              <a:pPr/>
              <a:t>29</a:t>
            </a:fld>
            <a:endParaRPr lang="zh-CN" altLang="en-US"/>
          </a:p>
        </p:txBody>
      </p:sp>
    </p:spTree>
    <p:extLst>
      <p:ext uri="{BB962C8B-B14F-4D97-AF65-F5344CB8AC3E}">
        <p14:creationId xmlns:p14="http://schemas.microsoft.com/office/powerpoint/2010/main" val="338618825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标题 1"/>
          <p:cNvSpPr>
            <a:spLocks noGrp="1"/>
          </p:cNvSpPr>
          <p:nvPr>
            <p:ph type="title"/>
          </p:nvPr>
        </p:nvSpPr>
        <p:spPr>
          <a:xfrm>
            <a:off x="609600" y="1147763"/>
            <a:ext cx="10975975" cy="1066800"/>
          </a:xfrm>
        </p:spPr>
        <p:txBody>
          <a:bodyPr/>
          <a:lstStyle/>
          <a:p>
            <a:pPr eaLnBrk="1" hangingPunct="1">
              <a:defRPr/>
            </a:pPr>
            <a:r>
              <a:rPr lang="zh-CN" altLang="en-US">
                <a:solidFill>
                  <a:schemeClr val="accent5"/>
                </a:solidFill>
                <a:latin typeface="微软雅黑" pitchFamily="34" charset="-122"/>
                <a:ea typeface="微软雅黑" pitchFamily="34" charset="-122"/>
              </a:rPr>
              <a:t>算术运算符与算术表达式</a:t>
            </a:r>
          </a:p>
        </p:txBody>
      </p:sp>
      <p:sp>
        <p:nvSpPr>
          <p:cNvPr id="52227" name="内容占位符 2"/>
          <p:cNvSpPr>
            <a:spLocks noGrp="1"/>
          </p:cNvSpPr>
          <p:nvPr>
            <p:ph idx="1"/>
          </p:nvPr>
        </p:nvSpPr>
        <p:spPr>
          <a:xfrm>
            <a:off x="609599" y="2284412"/>
            <a:ext cx="10825163" cy="3880891"/>
          </a:xfrm>
        </p:spPr>
        <p:txBody>
          <a:bodyPr/>
          <a:lstStyle/>
          <a:p>
            <a:pPr eaLnBrk="1" hangingPunct="1">
              <a:lnSpc>
                <a:spcPct val="120000"/>
              </a:lnSpc>
            </a:pPr>
            <a:r>
              <a:rPr lang="zh-CN" altLang="en-US" sz="2400" dirty="0">
                <a:latin typeface="微软雅黑" panose="020B0503020204020204" pitchFamily="34" charset="-122"/>
                <a:ea typeface="微软雅黑" panose="020B0503020204020204" pitchFamily="34" charset="-122"/>
              </a:rPr>
              <a:t>基本算术运算符</a:t>
            </a:r>
          </a:p>
          <a:p>
            <a:pPr lvl="1" eaLnBrk="1" hangingPunct="1">
              <a:lnSpc>
                <a:spcPct val="120000"/>
              </a:lnSpc>
              <a:buFont typeface="Georgia" panose="02040502050405020303" pitchFamily="18" charset="0"/>
              <a:buNone/>
            </a:pPr>
            <a:r>
              <a:rPr lang="zh-CN" altLang="en-US" sz="2000" dirty="0">
                <a:latin typeface="微软雅黑" panose="020B0503020204020204" pitchFamily="34" charset="-122"/>
                <a:ea typeface="微软雅黑" panose="020B0503020204020204" pitchFamily="34" charset="-122"/>
              </a:rPr>
              <a:t>  </a:t>
            </a:r>
            <a:r>
              <a:rPr lang="en-US" altLang="zh-CN" sz="2000" dirty="0">
                <a:latin typeface="微软雅黑" panose="020B0503020204020204" pitchFamily="34" charset="-122"/>
                <a:ea typeface="微软雅黑" panose="020B0503020204020204" pitchFamily="34" charset="-122"/>
              </a:rPr>
              <a:t>+  -  *  /</a:t>
            </a:r>
            <a:r>
              <a:rPr lang="en-US" altLang="zh-CN" sz="2000" dirty="0">
                <a:solidFill>
                  <a:schemeClr val="tx1"/>
                </a:solidFill>
                <a:latin typeface="微软雅黑" panose="020B0503020204020204" pitchFamily="34" charset="-122"/>
                <a:ea typeface="微软雅黑" panose="020B0503020204020204" pitchFamily="34" charset="-122"/>
              </a:rPr>
              <a:t>(</a:t>
            </a:r>
            <a:r>
              <a:rPr lang="zh-CN" altLang="en-US" sz="2000" dirty="0">
                <a:solidFill>
                  <a:schemeClr val="tx1"/>
                </a:solidFill>
                <a:latin typeface="微软雅黑" panose="020B0503020204020204" pitchFamily="34" charset="-122"/>
                <a:ea typeface="微软雅黑" panose="020B0503020204020204" pitchFamily="34" charset="-122"/>
              </a:rPr>
              <a:t>若整数相除，结果取整</a:t>
            </a:r>
            <a:r>
              <a:rPr lang="en-US" altLang="zh-CN" sz="2000" dirty="0">
                <a:solidFill>
                  <a:schemeClr val="tx1"/>
                </a:solidFill>
                <a:latin typeface="微软雅黑" panose="020B0503020204020204" pitchFamily="34" charset="-122"/>
                <a:ea typeface="微软雅黑" panose="020B0503020204020204" pitchFamily="34" charset="-122"/>
              </a:rPr>
              <a:t>)</a:t>
            </a:r>
          </a:p>
          <a:p>
            <a:pPr lvl="1" eaLnBrk="1" hangingPunct="1">
              <a:lnSpc>
                <a:spcPct val="120000"/>
              </a:lnSpc>
              <a:buFont typeface="Georgia" panose="02040502050405020303" pitchFamily="18" charset="0"/>
              <a:buNone/>
            </a:pPr>
            <a:r>
              <a:rPr lang="en-US" altLang="zh-CN" sz="2000" dirty="0">
                <a:latin typeface="微软雅黑" panose="020B0503020204020204" pitchFamily="34" charset="-122"/>
                <a:ea typeface="微软雅黑" panose="020B0503020204020204" pitchFamily="34" charset="-122"/>
              </a:rPr>
              <a:t>  %</a:t>
            </a:r>
            <a:r>
              <a:rPr lang="zh-CN" altLang="en-US" sz="2000" dirty="0">
                <a:solidFill>
                  <a:schemeClr val="tx1"/>
                </a:solidFill>
                <a:latin typeface="微软雅黑" panose="020B0503020204020204" pitchFamily="34" charset="-122"/>
                <a:ea typeface="微软雅黑" panose="020B0503020204020204" pitchFamily="34" charset="-122"/>
              </a:rPr>
              <a:t>（取余，操作数为整数）</a:t>
            </a:r>
          </a:p>
          <a:p>
            <a:pPr eaLnBrk="1" hangingPunct="1">
              <a:lnSpc>
                <a:spcPct val="120000"/>
              </a:lnSpc>
            </a:pPr>
            <a:r>
              <a:rPr lang="zh-CN" altLang="en-US" sz="2400" dirty="0">
                <a:latin typeface="微软雅黑" panose="020B0503020204020204" pitchFamily="34" charset="-122"/>
                <a:ea typeface="微软雅黑" panose="020B0503020204020204" pitchFamily="34" charset="-122"/>
              </a:rPr>
              <a:t>优先级与结合性</a:t>
            </a:r>
          </a:p>
          <a:p>
            <a:pPr lvl="1" eaLnBrk="1" hangingPunct="1">
              <a:lnSpc>
                <a:spcPct val="120000"/>
              </a:lnSpc>
              <a:buFont typeface="Georgia" panose="02040502050405020303" pitchFamily="18" charset="0"/>
              <a:buNone/>
            </a:pPr>
            <a:r>
              <a:rPr lang="zh-CN" altLang="en-US" sz="2000" dirty="0">
                <a:latin typeface="微软雅黑" panose="020B0503020204020204" pitchFamily="34" charset="-122"/>
                <a:ea typeface="微软雅黑" panose="020B0503020204020204" pitchFamily="34" charset="-122"/>
              </a:rPr>
              <a:t>先乘除，后加减，同级自左至右</a:t>
            </a:r>
          </a:p>
          <a:p>
            <a:pPr eaLnBrk="1" hangingPunct="1">
              <a:lnSpc>
                <a:spcPct val="120000"/>
              </a:lnSpc>
            </a:pPr>
            <a:r>
              <a:rPr lang="en-US" altLang="zh-CN" sz="2400" dirty="0">
                <a:latin typeface="微软雅黑" panose="020B0503020204020204" pitchFamily="34" charset="-122"/>
                <a:ea typeface="微软雅黑" panose="020B0503020204020204" pitchFamily="34" charset="-122"/>
              </a:rPr>
              <a:t>++, --</a:t>
            </a:r>
            <a:r>
              <a:rPr lang="zh-CN" altLang="en-US" sz="2400" dirty="0">
                <a:latin typeface="微软雅黑" panose="020B0503020204020204" pitchFamily="34" charset="-122"/>
                <a:ea typeface="微软雅黑" panose="020B0503020204020204" pitchFamily="34" charset="-122"/>
              </a:rPr>
              <a:t>（自增、自减）</a:t>
            </a:r>
          </a:p>
          <a:p>
            <a:pPr lvl="1" eaLnBrk="1" hangingPunct="1">
              <a:lnSpc>
                <a:spcPct val="120000"/>
              </a:lnSpc>
              <a:buFont typeface="Georgia" panose="02040502050405020303" pitchFamily="18" charset="0"/>
              <a:buNone/>
            </a:pPr>
            <a:r>
              <a:rPr lang="zh-CN" altLang="en-US" sz="2000" dirty="0">
                <a:latin typeface="微软雅黑" panose="020B0503020204020204" pitchFamily="34" charset="-122"/>
                <a:ea typeface="微软雅黑" panose="020B0503020204020204" pitchFamily="34" charset="-122"/>
              </a:rPr>
              <a:t>例：</a:t>
            </a:r>
            <a:r>
              <a:rPr lang="en-US" altLang="zh-CN" sz="2000" dirty="0" err="1">
                <a:latin typeface="微软雅黑" panose="020B0503020204020204" pitchFamily="34" charset="-122"/>
                <a:ea typeface="微软雅黑" panose="020B0503020204020204" pitchFamily="34" charset="-122"/>
              </a:rPr>
              <a:t>i</a:t>
            </a:r>
            <a:r>
              <a:rPr lang="en-US" altLang="zh-CN" sz="2000" dirty="0">
                <a:latin typeface="微软雅黑" panose="020B0503020204020204" pitchFamily="34" charset="-122"/>
                <a:ea typeface="微软雅黑" panose="020B0503020204020204" pitchFamily="34" charset="-122"/>
              </a:rPr>
              <a:t>++;    --j;</a:t>
            </a:r>
          </a:p>
          <a:p>
            <a:pPr eaLnBrk="1" hangingPunct="1"/>
            <a:endParaRPr lang="zh-CN" altLang="en-US" sz="2400" dirty="0">
              <a:latin typeface="微软雅黑" panose="020B0503020204020204" pitchFamily="34" charset="-122"/>
              <a:ea typeface="微软雅黑" panose="020B0503020204020204" pitchFamily="34" charset="-122"/>
            </a:endParaRPr>
          </a:p>
        </p:txBody>
      </p:sp>
      <p:sp>
        <p:nvSpPr>
          <p:cNvPr id="2" name="灯片编号占位符 1"/>
          <p:cNvSpPr>
            <a:spLocks noGrp="1"/>
          </p:cNvSpPr>
          <p:nvPr>
            <p:ph type="sldNum" sz="quarter" idx="4"/>
          </p:nvPr>
        </p:nvSpPr>
        <p:spPr/>
        <p:txBody>
          <a:bodyPr/>
          <a:lstStyle/>
          <a:p>
            <a:fld id="{DEA904C8-CD7B-4714-BAE1-F1A91095C3EA}" type="slidenum">
              <a:rPr lang="zh-CN" altLang="en-US" smtClean="0"/>
              <a:pPr/>
              <a:t>30</a:t>
            </a:fld>
            <a:endParaRPr lang="zh-CN" altLang="en-US"/>
          </a:p>
        </p:txBody>
      </p:sp>
    </p:spTree>
    <p:extLst>
      <p:ext uri="{BB962C8B-B14F-4D97-AF65-F5344CB8AC3E}">
        <p14:creationId xmlns:p14="http://schemas.microsoft.com/office/powerpoint/2010/main" val="3985355425"/>
      </p:ext>
    </p:extLst>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09600" y="1076324"/>
            <a:ext cx="10975975" cy="1350963"/>
          </a:xfrm>
        </p:spPr>
        <p:txBody>
          <a:bodyPr>
            <a:normAutofit/>
          </a:bodyPr>
          <a:lstStyle/>
          <a:p>
            <a:pPr eaLnBrk="1" fontAlgn="auto" hangingPunct="1">
              <a:spcAft>
                <a:spcPts val="0"/>
              </a:spcAft>
              <a:defRPr/>
            </a:pPr>
            <a:r>
              <a:rPr lang="zh-CN" altLang="en-US" dirty="0">
                <a:solidFill>
                  <a:schemeClr val="accent5"/>
                </a:solidFill>
                <a:latin typeface="微软雅黑" pitchFamily="34" charset="-122"/>
                <a:ea typeface="微软雅黑" pitchFamily="34" charset="-122"/>
              </a:rPr>
              <a:t>赋值运算符和赋值表达式</a:t>
            </a:r>
            <a:br>
              <a:rPr lang="en-US" altLang="zh-CN" dirty="0">
                <a:solidFill>
                  <a:schemeClr val="accent5"/>
                </a:solidFill>
                <a:latin typeface="微软雅黑" pitchFamily="34" charset="-122"/>
                <a:ea typeface="微软雅黑" pitchFamily="34" charset="-122"/>
              </a:rPr>
            </a:br>
            <a:r>
              <a:rPr lang="en-US" altLang="zh-CN" dirty="0">
                <a:solidFill>
                  <a:schemeClr val="accent5"/>
                </a:solidFill>
                <a:latin typeface="微软雅黑" pitchFamily="34" charset="-122"/>
                <a:ea typeface="微软雅黑" pitchFamily="34" charset="-122"/>
              </a:rPr>
              <a:t>        ——</a:t>
            </a:r>
            <a:r>
              <a:rPr lang="zh-CN" altLang="en-US" sz="3600" dirty="0">
                <a:solidFill>
                  <a:schemeClr val="accent5"/>
                </a:solidFill>
                <a:latin typeface="微软雅黑" pitchFamily="34" charset="-122"/>
                <a:ea typeface="微软雅黑" pitchFamily="34" charset="-122"/>
              </a:rPr>
              <a:t>简单的赋值运算符</a:t>
            </a:r>
            <a:r>
              <a:rPr lang="en-US" altLang="zh-CN" sz="3600" dirty="0">
                <a:solidFill>
                  <a:schemeClr val="accent5"/>
                </a:solidFill>
                <a:latin typeface="微软雅黑" pitchFamily="34" charset="-122"/>
                <a:ea typeface="微软雅黑" pitchFamily="34" charset="-122"/>
              </a:rPr>
              <a:t>"="</a:t>
            </a:r>
            <a:endParaRPr lang="zh-CN" altLang="en-US" sz="3600" dirty="0">
              <a:solidFill>
                <a:schemeClr val="accent5"/>
              </a:solidFill>
              <a:latin typeface="微软雅黑" pitchFamily="34" charset="-122"/>
              <a:ea typeface="微软雅黑" pitchFamily="34" charset="-122"/>
            </a:endParaRPr>
          </a:p>
        </p:txBody>
      </p:sp>
      <p:sp>
        <p:nvSpPr>
          <p:cNvPr id="3" name="内容占位符 2"/>
          <p:cNvSpPr>
            <a:spLocks noGrp="1"/>
          </p:cNvSpPr>
          <p:nvPr>
            <p:ph idx="1"/>
          </p:nvPr>
        </p:nvSpPr>
        <p:spPr>
          <a:xfrm>
            <a:off x="668337" y="2658145"/>
            <a:ext cx="10917237" cy="2859087"/>
          </a:xfrm>
        </p:spPr>
        <p:txBody>
          <a:bodyPr>
            <a:normAutofit/>
          </a:bodyPr>
          <a:lstStyle/>
          <a:p>
            <a:pPr marL="671513" indent="-256032" eaLnBrk="1" fontAlgn="auto" hangingPunct="1">
              <a:lnSpc>
                <a:spcPct val="120000"/>
              </a:lnSpc>
              <a:spcAft>
                <a:spcPts val="0"/>
              </a:spcAft>
              <a:buClr>
                <a:schemeClr val="accent3"/>
              </a:buClr>
              <a:buFont typeface="Georgia"/>
              <a:buChar char="•"/>
              <a:defRPr/>
            </a:pPr>
            <a:r>
              <a:rPr lang="zh-CN" altLang="en-US" sz="2400" dirty="0">
                <a:latin typeface="微软雅黑" pitchFamily="34" charset="-122"/>
                <a:ea typeface="微软雅黑" pitchFamily="34" charset="-122"/>
              </a:rPr>
              <a:t>举例</a:t>
            </a:r>
            <a:br>
              <a:rPr lang="zh-CN" altLang="en-US" sz="2400" dirty="0">
                <a:latin typeface="微软雅黑" pitchFamily="34" charset="-122"/>
                <a:ea typeface="微软雅黑" pitchFamily="34" charset="-122"/>
              </a:rPr>
            </a:br>
            <a:r>
              <a:rPr lang="en-US" altLang="zh-CN" sz="2400" dirty="0">
                <a:solidFill>
                  <a:srgbClr val="0070C0"/>
                </a:solidFill>
                <a:latin typeface="微软雅黑" pitchFamily="34" charset="-122"/>
                <a:ea typeface="微软雅黑" pitchFamily="34" charset="-122"/>
              </a:rPr>
              <a:t>n = n + 5</a:t>
            </a:r>
          </a:p>
          <a:p>
            <a:pPr marL="671513" indent="-256032" eaLnBrk="1" fontAlgn="auto" hangingPunct="1">
              <a:lnSpc>
                <a:spcPct val="120000"/>
              </a:lnSpc>
              <a:spcAft>
                <a:spcPts val="0"/>
              </a:spcAft>
              <a:buClr>
                <a:schemeClr val="accent3"/>
              </a:buClr>
              <a:buFont typeface="Georgia"/>
              <a:buChar char="•"/>
              <a:defRPr/>
            </a:pPr>
            <a:r>
              <a:rPr lang="zh-CN" altLang="en-US" sz="2400" dirty="0">
                <a:latin typeface="微软雅黑" pitchFamily="34" charset="-122"/>
                <a:ea typeface="微软雅黑" pitchFamily="34" charset="-122"/>
              </a:rPr>
              <a:t>表达式的类型</a:t>
            </a:r>
            <a:br>
              <a:rPr lang="zh-CN" altLang="en-US" sz="2400" dirty="0">
                <a:latin typeface="微软雅黑" pitchFamily="34" charset="-122"/>
                <a:ea typeface="微软雅黑" pitchFamily="34" charset="-122"/>
              </a:rPr>
            </a:br>
            <a:r>
              <a:rPr lang="zh-CN" altLang="en-US" sz="2400" dirty="0">
                <a:solidFill>
                  <a:srgbClr val="0070C0"/>
                </a:solidFill>
                <a:latin typeface="微软雅黑" pitchFamily="34" charset="-122"/>
                <a:ea typeface="微软雅黑" pitchFamily="34" charset="-122"/>
              </a:rPr>
              <a:t>赋值运算符左边对象的类型</a:t>
            </a:r>
          </a:p>
          <a:p>
            <a:pPr marL="671513" indent="-256032" eaLnBrk="1" fontAlgn="auto" hangingPunct="1">
              <a:lnSpc>
                <a:spcPct val="120000"/>
              </a:lnSpc>
              <a:spcAft>
                <a:spcPts val="0"/>
              </a:spcAft>
              <a:buClr>
                <a:schemeClr val="accent3"/>
              </a:buClr>
              <a:buFont typeface="Georgia"/>
              <a:buChar char="•"/>
              <a:defRPr/>
            </a:pPr>
            <a:r>
              <a:rPr lang="zh-CN" altLang="en-US" sz="2400" dirty="0">
                <a:latin typeface="微软雅黑" pitchFamily="34" charset="-122"/>
                <a:ea typeface="微软雅黑" pitchFamily="34" charset="-122"/>
              </a:rPr>
              <a:t>表达式的值</a:t>
            </a:r>
            <a:br>
              <a:rPr lang="zh-CN" altLang="en-US" sz="2400" dirty="0">
                <a:latin typeface="微软雅黑" pitchFamily="34" charset="-122"/>
                <a:ea typeface="微软雅黑" pitchFamily="34" charset="-122"/>
              </a:rPr>
            </a:br>
            <a:r>
              <a:rPr lang="zh-CN" altLang="en-US" sz="2400" dirty="0">
                <a:solidFill>
                  <a:srgbClr val="0070C0"/>
                </a:solidFill>
                <a:latin typeface="微软雅黑" pitchFamily="34" charset="-122"/>
                <a:ea typeface="微软雅黑" pitchFamily="34" charset="-122"/>
              </a:rPr>
              <a:t>赋值运算符左边对象被赋值后的值</a:t>
            </a:r>
          </a:p>
          <a:p>
            <a:pPr marL="365760" indent="-256032" eaLnBrk="1" fontAlgn="auto" hangingPunct="1">
              <a:spcAft>
                <a:spcPts val="0"/>
              </a:spcAft>
              <a:buClr>
                <a:schemeClr val="accent3"/>
              </a:buClr>
              <a:buFont typeface="Georgia"/>
              <a:buChar char="•"/>
              <a:defRPr/>
            </a:pPr>
            <a:endParaRPr lang="zh-CN" altLang="en-US" sz="2400" dirty="0">
              <a:latin typeface="微软雅黑" pitchFamily="34" charset="-122"/>
              <a:ea typeface="微软雅黑" pitchFamily="34" charset="-122"/>
            </a:endParaRPr>
          </a:p>
        </p:txBody>
      </p:sp>
      <p:sp>
        <p:nvSpPr>
          <p:cNvPr id="4" name="灯片编号占位符 3"/>
          <p:cNvSpPr>
            <a:spLocks noGrp="1"/>
          </p:cNvSpPr>
          <p:nvPr>
            <p:ph type="sldNum" sz="quarter" idx="4"/>
          </p:nvPr>
        </p:nvSpPr>
        <p:spPr/>
        <p:txBody>
          <a:bodyPr/>
          <a:lstStyle/>
          <a:p>
            <a:fld id="{DEA904C8-CD7B-4714-BAE1-F1A91095C3EA}" type="slidenum">
              <a:rPr lang="zh-CN" altLang="en-US" smtClean="0"/>
              <a:pPr/>
              <a:t>31</a:t>
            </a:fld>
            <a:endParaRPr lang="zh-CN" altLang="en-US"/>
          </a:p>
        </p:txBody>
      </p:sp>
    </p:spTree>
    <p:extLst>
      <p:ext uri="{BB962C8B-B14F-4D97-AF65-F5344CB8AC3E}">
        <p14:creationId xmlns:p14="http://schemas.microsoft.com/office/powerpoint/2010/main" val="142801953"/>
      </p:ext>
    </p:extLst>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标题 1"/>
          <p:cNvSpPr>
            <a:spLocks noGrp="1"/>
          </p:cNvSpPr>
          <p:nvPr>
            <p:ph type="title"/>
          </p:nvPr>
        </p:nvSpPr>
        <p:spPr>
          <a:xfrm>
            <a:off x="609600" y="1071563"/>
            <a:ext cx="10975975" cy="1066800"/>
          </a:xfrm>
        </p:spPr>
        <p:txBody>
          <a:bodyPr/>
          <a:lstStyle/>
          <a:p>
            <a:pPr eaLnBrk="1" hangingPunct="1">
              <a:defRPr/>
            </a:pPr>
            <a:r>
              <a:rPr lang="zh-CN" altLang="en-US">
                <a:solidFill>
                  <a:schemeClr val="accent5"/>
                </a:solidFill>
                <a:latin typeface="微软雅黑" pitchFamily="34" charset="-122"/>
                <a:ea typeface="微软雅黑" pitchFamily="34" charset="-122"/>
              </a:rPr>
              <a:t>逗号运算和逗号表达式</a:t>
            </a:r>
          </a:p>
        </p:txBody>
      </p:sp>
      <p:sp>
        <p:nvSpPr>
          <p:cNvPr id="77827" name="内容占位符 2"/>
          <p:cNvSpPr>
            <a:spLocks noGrp="1"/>
          </p:cNvSpPr>
          <p:nvPr>
            <p:ph idx="1"/>
          </p:nvPr>
        </p:nvSpPr>
        <p:spPr>
          <a:xfrm>
            <a:off x="609600" y="2212975"/>
            <a:ext cx="11104611" cy="3160713"/>
          </a:xfrm>
        </p:spPr>
        <p:txBody>
          <a:bodyPr/>
          <a:lstStyle/>
          <a:p>
            <a:pPr eaLnBrk="1" hangingPunct="1"/>
            <a:r>
              <a:rPr lang="zh-CN" altLang="en-US" sz="2400">
                <a:latin typeface="微软雅黑" panose="020B0503020204020204" pitchFamily="34" charset="-122"/>
                <a:ea typeface="微软雅黑" panose="020B0503020204020204" pitchFamily="34" charset="-122"/>
              </a:rPr>
              <a:t>格式</a:t>
            </a:r>
          </a:p>
          <a:p>
            <a:pPr marL="571500" lvl="1" indent="0" eaLnBrk="1" hangingPunct="1">
              <a:buFont typeface="Georgia" panose="02040502050405020303" pitchFamily="18" charset="0"/>
              <a:buNone/>
            </a:pPr>
            <a:r>
              <a:rPr lang="zh-CN" altLang="en-US" sz="2400" u="sng">
                <a:latin typeface="微软雅黑" panose="020B0503020204020204" pitchFamily="34" charset="-122"/>
                <a:ea typeface="微软雅黑" panose="020B0503020204020204" pitchFamily="34" charset="-122"/>
              </a:rPr>
              <a:t>表达式</a:t>
            </a:r>
            <a:r>
              <a:rPr lang="en-US" altLang="zh-CN" sz="2400" u="sng">
                <a:latin typeface="微软雅黑" panose="020B0503020204020204" pitchFamily="34" charset="-122"/>
                <a:ea typeface="微软雅黑" panose="020B0503020204020204" pitchFamily="34" charset="-122"/>
              </a:rPr>
              <a:t>1</a:t>
            </a:r>
            <a:r>
              <a:rPr lang="zh-CN" altLang="en-US" sz="2400" u="sng">
                <a:latin typeface="微软雅黑" panose="020B0503020204020204" pitchFamily="34" charset="-122"/>
                <a:ea typeface="微软雅黑" panose="020B0503020204020204" pitchFamily="34" charset="-122"/>
              </a:rPr>
              <a:t>，表达式</a:t>
            </a:r>
            <a:r>
              <a:rPr lang="en-US" altLang="zh-CN" sz="2400" u="sng">
                <a:latin typeface="微软雅黑" panose="020B0503020204020204" pitchFamily="34" charset="-122"/>
                <a:ea typeface="微软雅黑" panose="020B0503020204020204" pitchFamily="34" charset="-122"/>
              </a:rPr>
              <a:t>2</a:t>
            </a:r>
          </a:p>
          <a:p>
            <a:pPr eaLnBrk="1" hangingPunct="1"/>
            <a:r>
              <a:rPr lang="zh-CN" altLang="en-US" sz="2400">
                <a:latin typeface="微软雅黑" panose="020B0503020204020204" pitchFamily="34" charset="-122"/>
                <a:ea typeface="微软雅黑" panose="020B0503020204020204" pitchFamily="34" charset="-122"/>
              </a:rPr>
              <a:t>求解顺序及结果</a:t>
            </a:r>
          </a:p>
          <a:p>
            <a:pPr marL="571500" lvl="1" indent="0" eaLnBrk="1" hangingPunct="1"/>
            <a:r>
              <a:rPr lang="zh-CN" altLang="en-US" sz="2400">
                <a:latin typeface="微软雅黑" panose="020B0503020204020204" pitchFamily="34" charset="-122"/>
                <a:ea typeface="微软雅黑" panose="020B0503020204020204" pitchFamily="34" charset="-122"/>
              </a:rPr>
              <a:t>先求解表达式</a:t>
            </a:r>
            <a:r>
              <a:rPr lang="en-US" altLang="zh-CN" sz="2400">
                <a:latin typeface="微软雅黑" panose="020B0503020204020204" pitchFamily="34" charset="-122"/>
                <a:ea typeface="微软雅黑" panose="020B0503020204020204" pitchFamily="34" charset="-122"/>
              </a:rPr>
              <a:t>1</a:t>
            </a:r>
            <a:r>
              <a:rPr lang="zh-CN" altLang="en-US" sz="2400">
                <a:latin typeface="微软雅黑" panose="020B0503020204020204" pitchFamily="34" charset="-122"/>
                <a:ea typeface="微软雅黑" panose="020B0503020204020204" pitchFamily="34" charset="-122"/>
              </a:rPr>
              <a:t>，再求解表达式</a:t>
            </a:r>
            <a:r>
              <a:rPr lang="en-US" altLang="zh-CN" sz="2400">
                <a:latin typeface="微软雅黑" panose="020B0503020204020204" pitchFamily="34" charset="-122"/>
                <a:ea typeface="微软雅黑" panose="020B0503020204020204" pitchFamily="34" charset="-122"/>
              </a:rPr>
              <a:t>2</a:t>
            </a:r>
          </a:p>
          <a:p>
            <a:pPr marL="571500" lvl="1" indent="0" eaLnBrk="1" hangingPunct="1"/>
            <a:r>
              <a:rPr lang="zh-CN" altLang="en-US" sz="2400">
                <a:latin typeface="微软雅黑" panose="020B0503020204020204" pitchFamily="34" charset="-122"/>
                <a:ea typeface="微软雅黑" panose="020B0503020204020204" pitchFamily="34" charset="-122"/>
              </a:rPr>
              <a:t>最终结果为表达式</a:t>
            </a:r>
            <a:r>
              <a:rPr lang="en-US" altLang="zh-CN" sz="2400">
                <a:latin typeface="微软雅黑" panose="020B0503020204020204" pitchFamily="34" charset="-122"/>
                <a:ea typeface="微软雅黑" panose="020B0503020204020204" pitchFamily="34" charset="-122"/>
              </a:rPr>
              <a:t>2</a:t>
            </a:r>
            <a:r>
              <a:rPr lang="zh-CN" altLang="en-US" sz="2400">
                <a:latin typeface="微软雅黑" panose="020B0503020204020204" pitchFamily="34" charset="-122"/>
                <a:ea typeface="微软雅黑" panose="020B0503020204020204" pitchFamily="34" charset="-122"/>
              </a:rPr>
              <a:t>的值</a:t>
            </a:r>
          </a:p>
          <a:p>
            <a:pPr eaLnBrk="1" hangingPunct="1"/>
            <a:r>
              <a:rPr lang="zh-CN" altLang="en-US" sz="2400">
                <a:latin typeface="微软雅黑" panose="020B0503020204020204" pitchFamily="34" charset="-122"/>
                <a:ea typeface="微软雅黑" panose="020B0503020204020204" pitchFamily="34" charset="-122"/>
              </a:rPr>
              <a:t>例</a:t>
            </a:r>
          </a:p>
          <a:p>
            <a:pPr marL="571500" lvl="1" indent="0" eaLnBrk="1" hangingPunct="1">
              <a:buFont typeface="Georgia" panose="02040502050405020303" pitchFamily="18" charset="0"/>
              <a:buNone/>
            </a:pPr>
            <a:r>
              <a:rPr lang="en-US" altLang="zh-CN" sz="2400" u="sng">
                <a:latin typeface="微软雅黑" panose="020B0503020204020204" pitchFamily="34" charset="-122"/>
                <a:ea typeface="微软雅黑" panose="020B0503020204020204" pitchFamily="34" charset="-122"/>
              </a:rPr>
              <a:t>a = 3 * 5</a:t>
            </a:r>
            <a:r>
              <a:rPr lang="en-US" altLang="zh-CN" sz="2400">
                <a:latin typeface="微软雅黑" panose="020B0503020204020204" pitchFamily="34" charset="-122"/>
                <a:ea typeface="微软雅黑" panose="020B0503020204020204" pitchFamily="34" charset="-122"/>
              </a:rPr>
              <a:t> , </a:t>
            </a:r>
            <a:r>
              <a:rPr lang="en-US" altLang="zh-CN" sz="2400" u="sng">
                <a:latin typeface="微软雅黑" panose="020B0503020204020204" pitchFamily="34" charset="-122"/>
                <a:ea typeface="微软雅黑" panose="020B0503020204020204" pitchFamily="34" charset="-122"/>
              </a:rPr>
              <a:t>a * 4</a:t>
            </a:r>
            <a:r>
              <a:rPr lang="en-US" altLang="zh-CN" sz="2400">
                <a:latin typeface="微软雅黑" panose="020B0503020204020204" pitchFamily="34" charset="-122"/>
                <a:ea typeface="微软雅黑" panose="020B0503020204020204" pitchFamily="34" charset="-122"/>
              </a:rPr>
              <a:t>   </a:t>
            </a:r>
            <a:r>
              <a:rPr lang="zh-CN" altLang="en-US" sz="2400">
                <a:latin typeface="微软雅黑" panose="020B0503020204020204" pitchFamily="34" charset="-122"/>
                <a:ea typeface="微软雅黑" panose="020B0503020204020204" pitchFamily="34" charset="-122"/>
              </a:rPr>
              <a:t>最终结果为</a:t>
            </a:r>
            <a:r>
              <a:rPr lang="en-US" altLang="zh-CN" sz="2400">
                <a:latin typeface="微软雅黑" panose="020B0503020204020204" pitchFamily="34" charset="-122"/>
                <a:ea typeface="微软雅黑" panose="020B0503020204020204" pitchFamily="34" charset="-122"/>
              </a:rPr>
              <a:t>60</a:t>
            </a:r>
          </a:p>
          <a:p>
            <a:pPr eaLnBrk="1" hangingPunct="1"/>
            <a:endParaRPr lang="zh-CN" altLang="en-US" sz="2400">
              <a:latin typeface="微软雅黑" panose="020B0503020204020204" pitchFamily="34" charset="-122"/>
              <a:ea typeface="微软雅黑" panose="020B0503020204020204" pitchFamily="34" charset="-122"/>
            </a:endParaRPr>
          </a:p>
        </p:txBody>
      </p:sp>
      <p:sp>
        <p:nvSpPr>
          <p:cNvPr id="2" name="灯片编号占位符 1"/>
          <p:cNvSpPr>
            <a:spLocks noGrp="1"/>
          </p:cNvSpPr>
          <p:nvPr>
            <p:ph type="sldNum" sz="quarter" idx="4"/>
          </p:nvPr>
        </p:nvSpPr>
        <p:spPr/>
        <p:txBody>
          <a:bodyPr/>
          <a:lstStyle/>
          <a:p>
            <a:fld id="{DEA904C8-CD7B-4714-BAE1-F1A91095C3EA}" type="slidenum">
              <a:rPr lang="zh-CN" altLang="en-US" smtClean="0"/>
              <a:pPr/>
              <a:t>32</a:t>
            </a:fld>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77827">
                                            <p:txEl>
                                              <p:pRg st="0" end="0"/>
                                            </p:txEl>
                                          </p:spTgt>
                                        </p:tgtEl>
                                        <p:attrNameLst>
                                          <p:attrName>style.visibility</p:attrName>
                                        </p:attrNameLst>
                                      </p:cBhvr>
                                      <p:to>
                                        <p:strVal val="visible"/>
                                      </p:to>
                                    </p:set>
                                    <p:anim calcmode="lin" valueType="num">
                                      <p:cBhvr additive="base">
                                        <p:cTn id="7" dur="500" fill="hold"/>
                                        <p:tgtEl>
                                          <p:spTgt spid="77827">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77827">
                                            <p:txEl>
                                              <p:pRg st="0" end="0"/>
                                            </p:txEl>
                                          </p:spTgt>
                                        </p:tgtEl>
                                        <p:attrNameLst>
                                          <p:attrName>ppt_y</p:attrName>
                                        </p:attrNameLst>
                                      </p:cBhvr>
                                      <p:tavLst>
                                        <p:tav tm="0">
                                          <p:val>
                                            <p:strVal val="#ppt_y"/>
                                          </p:val>
                                        </p:tav>
                                        <p:tav tm="100000">
                                          <p:val>
                                            <p:strVal val="#ppt_y"/>
                                          </p:val>
                                        </p:tav>
                                      </p:tavLst>
                                    </p:anim>
                                  </p:childTnLst>
                                </p:cTn>
                              </p:par>
                              <p:par>
                                <p:cTn id="9" presetID="2" presetClass="entr" presetSubtype="8" fill="hold" nodeType="withEffect">
                                  <p:stCondLst>
                                    <p:cond delay="0"/>
                                  </p:stCondLst>
                                  <p:childTnLst>
                                    <p:set>
                                      <p:cBhvr>
                                        <p:cTn id="10" dur="1" fill="hold">
                                          <p:stCondLst>
                                            <p:cond delay="0"/>
                                          </p:stCondLst>
                                        </p:cTn>
                                        <p:tgtEl>
                                          <p:spTgt spid="77827">
                                            <p:txEl>
                                              <p:pRg st="1" end="1"/>
                                            </p:txEl>
                                          </p:spTgt>
                                        </p:tgtEl>
                                        <p:attrNameLst>
                                          <p:attrName>style.visibility</p:attrName>
                                        </p:attrNameLst>
                                      </p:cBhvr>
                                      <p:to>
                                        <p:strVal val="visible"/>
                                      </p:to>
                                    </p:set>
                                    <p:anim calcmode="lin" valueType="num">
                                      <p:cBhvr additive="base">
                                        <p:cTn id="11" dur="500" fill="hold"/>
                                        <p:tgtEl>
                                          <p:spTgt spid="77827">
                                            <p:txEl>
                                              <p:pRg st="1" end="1"/>
                                            </p:txEl>
                                          </p:spTgt>
                                        </p:tgtEl>
                                        <p:attrNameLst>
                                          <p:attrName>ppt_x</p:attrName>
                                        </p:attrNameLst>
                                      </p:cBhvr>
                                      <p:tavLst>
                                        <p:tav tm="0">
                                          <p:val>
                                            <p:strVal val="0-#ppt_w/2"/>
                                          </p:val>
                                        </p:tav>
                                        <p:tav tm="100000">
                                          <p:val>
                                            <p:strVal val="#ppt_x"/>
                                          </p:val>
                                        </p:tav>
                                      </p:tavLst>
                                    </p:anim>
                                    <p:anim calcmode="lin" valueType="num">
                                      <p:cBhvr additive="base">
                                        <p:cTn id="12" dur="500" fill="hold"/>
                                        <p:tgtEl>
                                          <p:spTgt spid="77827">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8" fill="hold" nodeType="clickEffect">
                                  <p:stCondLst>
                                    <p:cond delay="0"/>
                                  </p:stCondLst>
                                  <p:childTnLst>
                                    <p:set>
                                      <p:cBhvr>
                                        <p:cTn id="16" dur="1" fill="hold">
                                          <p:stCondLst>
                                            <p:cond delay="0"/>
                                          </p:stCondLst>
                                        </p:cTn>
                                        <p:tgtEl>
                                          <p:spTgt spid="77827">
                                            <p:txEl>
                                              <p:pRg st="2" end="2"/>
                                            </p:txEl>
                                          </p:spTgt>
                                        </p:tgtEl>
                                        <p:attrNameLst>
                                          <p:attrName>style.visibility</p:attrName>
                                        </p:attrNameLst>
                                      </p:cBhvr>
                                      <p:to>
                                        <p:strVal val="visible"/>
                                      </p:to>
                                    </p:set>
                                    <p:anim calcmode="lin" valueType="num">
                                      <p:cBhvr additive="base">
                                        <p:cTn id="17" dur="1000" fill="hold"/>
                                        <p:tgtEl>
                                          <p:spTgt spid="77827">
                                            <p:txEl>
                                              <p:pRg st="2" end="2"/>
                                            </p:txEl>
                                          </p:spTgt>
                                        </p:tgtEl>
                                        <p:attrNameLst>
                                          <p:attrName>ppt_x</p:attrName>
                                        </p:attrNameLst>
                                      </p:cBhvr>
                                      <p:tavLst>
                                        <p:tav tm="0">
                                          <p:val>
                                            <p:strVal val="0-#ppt_w/2"/>
                                          </p:val>
                                        </p:tav>
                                        <p:tav tm="100000">
                                          <p:val>
                                            <p:strVal val="#ppt_x"/>
                                          </p:val>
                                        </p:tav>
                                      </p:tavLst>
                                    </p:anim>
                                    <p:anim calcmode="lin" valueType="num">
                                      <p:cBhvr additive="base">
                                        <p:cTn id="18" dur="1000" fill="hold"/>
                                        <p:tgtEl>
                                          <p:spTgt spid="77827">
                                            <p:txEl>
                                              <p:pRg st="2" end="2"/>
                                            </p:txEl>
                                          </p:spTgt>
                                        </p:tgtEl>
                                        <p:attrNameLst>
                                          <p:attrName>ppt_y</p:attrName>
                                        </p:attrNameLst>
                                      </p:cBhvr>
                                      <p:tavLst>
                                        <p:tav tm="0">
                                          <p:val>
                                            <p:strVal val="#ppt_y"/>
                                          </p:val>
                                        </p:tav>
                                        <p:tav tm="100000">
                                          <p:val>
                                            <p:strVal val="#ppt_y"/>
                                          </p:val>
                                        </p:tav>
                                      </p:tavLst>
                                    </p:anim>
                                  </p:childTnLst>
                                </p:cTn>
                              </p:par>
                              <p:par>
                                <p:cTn id="19" presetID="2" presetClass="entr" presetSubtype="8" fill="hold" nodeType="withEffect">
                                  <p:stCondLst>
                                    <p:cond delay="0"/>
                                  </p:stCondLst>
                                  <p:childTnLst>
                                    <p:set>
                                      <p:cBhvr>
                                        <p:cTn id="20" dur="1" fill="hold">
                                          <p:stCondLst>
                                            <p:cond delay="0"/>
                                          </p:stCondLst>
                                        </p:cTn>
                                        <p:tgtEl>
                                          <p:spTgt spid="77827">
                                            <p:txEl>
                                              <p:pRg st="3" end="3"/>
                                            </p:txEl>
                                          </p:spTgt>
                                        </p:tgtEl>
                                        <p:attrNameLst>
                                          <p:attrName>style.visibility</p:attrName>
                                        </p:attrNameLst>
                                      </p:cBhvr>
                                      <p:to>
                                        <p:strVal val="visible"/>
                                      </p:to>
                                    </p:set>
                                    <p:anim calcmode="lin" valueType="num">
                                      <p:cBhvr additive="base">
                                        <p:cTn id="21" dur="1000" fill="hold"/>
                                        <p:tgtEl>
                                          <p:spTgt spid="77827">
                                            <p:txEl>
                                              <p:pRg st="3" end="3"/>
                                            </p:txEl>
                                          </p:spTgt>
                                        </p:tgtEl>
                                        <p:attrNameLst>
                                          <p:attrName>ppt_x</p:attrName>
                                        </p:attrNameLst>
                                      </p:cBhvr>
                                      <p:tavLst>
                                        <p:tav tm="0">
                                          <p:val>
                                            <p:strVal val="0-#ppt_w/2"/>
                                          </p:val>
                                        </p:tav>
                                        <p:tav tm="100000">
                                          <p:val>
                                            <p:strVal val="#ppt_x"/>
                                          </p:val>
                                        </p:tav>
                                      </p:tavLst>
                                    </p:anim>
                                    <p:anim calcmode="lin" valueType="num">
                                      <p:cBhvr additive="base">
                                        <p:cTn id="22" dur="1000" fill="hold"/>
                                        <p:tgtEl>
                                          <p:spTgt spid="77827">
                                            <p:txEl>
                                              <p:pRg st="3" end="3"/>
                                            </p:txEl>
                                          </p:spTgt>
                                        </p:tgtEl>
                                        <p:attrNameLst>
                                          <p:attrName>ppt_y</p:attrName>
                                        </p:attrNameLst>
                                      </p:cBhvr>
                                      <p:tavLst>
                                        <p:tav tm="0">
                                          <p:val>
                                            <p:strVal val="#ppt_y"/>
                                          </p:val>
                                        </p:tav>
                                        <p:tav tm="100000">
                                          <p:val>
                                            <p:strVal val="#ppt_y"/>
                                          </p:val>
                                        </p:tav>
                                      </p:tavLst>
                                    </p:anim>
                                  </p:childTnLst>
                                </p:cTn>
                              </p:par>
                              <p:par>
                                <p:cTn id="23" presetID="2" presetClass="entr" presetSubtype="8" fill="hold" nodeType="withEffect">
                                  <p:stCondLst>
                                    <p:cond delay="0"/>
                                  </p:stCondLst>
                                  <p:childTnLst>
                                    <p:set>
                                      <p:cBhvr>
                                        <p:cTn id="24" dur="1" fill="hold">
                                          <p:stCondLst>
                                            <p:cond delay="0"/>
                                          </p:stCondLst>
                                        </p:cTn>
                                        <p:tgtEl>
                                          <p:spTgt spid="77827">
                                            <p:txEl>
                                              <p:pRg st="4" end="4"/>
                                            </p:txEl>
                                          </p:spTgt>
                                        </p:tgtEl>
                                        <p:attrNameLst>
                                          <p:attrName>style.visibility</p:attrName>
                                        </p:attrNameLst>
                                      </p:cBhvr>
                                      <p:to>
                                        <p:strVal val="visible"/>
                                      </p:to>
                                    </p:set>
                                    <p:anim calcmode="lin" valueType="num">
                                      <p:cBhvr additive="base">
                                        <p:cTn id="25" dur="1000" fill="hold"/>
                                        <p:tgtEl>
                                          <p:spTgt spid="77827">
                                            <p:txEl>
                                              <p:pRg st="4" end="4"/>
                                            </p:txEl>
                                          </p:spTgt>
                                        </p:tgtEl>
                                        <p:attrNameLst>
                                          <p:attrName>ppt_x</p:attrName>
                                        </p:attrNameLst>
                                      </p:cBhvr>
                                      <p:tavLst>
                                        <p:tav tm="0">
                                          <p:val>
                                            <p:strVal val="0-#ppt_w/2"/>
                                          </p:val>
                                        </p:tav>
                                        <p:tav tm="100000">
                                          <p:val>
                                            <p:strVal val="#ppt_x"/>
                                          </p:val>
                                        </p:tav>
                                      </p:tavLst>
                                    </p:anim>
                                    <p:anim calcmode="lin" valueType="num">
                                      <p:cBhvr additive="base">
                                        <p:cTn id="26" dur="1000" fill="hold"/>
                                        <p:tgtEl>
                                          <p:spTgt spid="77827">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nodeType="clickEffect">
                                  <p:stCondLst>
                                    <p:cond delay="0"/>
                                  </p:stCondLst>
                                  <p:childTnLst>
                                    <p:set>
                                      <p:cBhvr>
                                        <p:cTn id="30" dur="1" fill="hold">
                                          <p:stCondLst>
                                            <p:cond delay="0"/>
                                          </p:stCondLst>
                                        </p:cTn>
                                        <p:tgtEl>
                                          <p:spTgt spid="77827">
                                            <p:txEl>
                                              <p:pRg st="5" end="5"/>
                                            </p:txEl>
                                          </p:spTgt>
                                        </p:tgtEl>
                                        <p:attrNameLst>
                                          <p:attrName>style.visibility</p:attrName>
                                        </p:attrNameLst>
                                      </p:cBhvr>
                                      <p:to>
                                        <p:strVal val="visible"/>
                                      </p:to>
                                    </p:set>
                                    <p:anim calcmode="lin" valueType="num">
                                      <p:cBhvr additive="base">
                                        <p:cTn id="31" dur="1000" fill="hold"/>
                                        <p:tgtEl>
                                          <p:spTgt spid="77827">
                                            <p:txEl>
                                              <p:pRg st="5" end="5"/>
                                            </p:txEl>
                                          </p:spTgt>
                                        </p:tgtEl>
                                        <p:attrNameLst>
                                          <p:attrName>ppt_x</p:attrName>
                                        </p:attrNameLst>
                                      </p:cBhvr>
                                      <p:tavLst>
                                        <p:tav tm="0">
                                          <p:val>
                                            <p:strVal val="0-#ppt_w/2"/>
                                          </p:val>
                                        </p:tav>
                                        <p:tav tm="100000">
                                          <p:val>
                                            <p:strVal val="#ppt_x"/>
                                          </p:val>
                                        </p:tav>
                                      </p:tavLst>
                                    </p:anim>
                                    <p:anim calcmode="lin" valueType="num">
                                      <p:cBhvr additive="base">
                                        <p:cTn id="32" dur="1000" fill="hold"/>
                                        <p:tgtEl>
                                          <p:spTgt spid="77827">
                                            <p:txEl>
                                              <p:pRg st="5" end="5"/>
                                            </p:txEl>
                                          </p:spTgt>
                                        </p:tgtEl>
                                        <p:attrNameLst>
                                          <p:attrName>ppt_y</p:attrName>
                                        </p:attrNameLst>
                                      </p:cBhvr>
                                      <p:tavLst>
                                        <p:tav tm="0">
                                          <p:val>
                                            <p:strVal val="#ppt_y"/>
                                          </p:val>
                                        </p:tav>
                                        <p:tav tm="100000">
                                          <p:val>
                                            <p:strVal val="#ppt_y"/>
                                          </p:val>
                                        </p:tav>
                                      </p:tavLst>
                                    </p:anim>
                                  </p:childTnLst>
                                </p:cTn>
                              </p:par>
                              <p:par>
                                <p:cTn id="33" presetID="2" presetClass="entr" presetSubtype="8" fill="hold" nodeType="withEffect">
                                  <p:stCondLst>
                                    <p:cond delay="0"/>
                                  </p:stCondLst>
                                  <p:childTnLst>
                                    <p:set>
                                      <p:cBhvr>
                                        <p:cTn id="34" dur="1" fill="hold">
                                          <p:stCondLst>
                                            <p:cond delay="0"/>
                                          </p:stCondLst>
                                        </p:cTn>
                                        <p:tgtEl>
                                          <p:spTgt spid="77827">
                                            <p:txEl>
                                              <p:pRg st="6" end="6"/>
                                            </p:txEl>
                                          </p:spTgt>
                                        </p:tgtEl>
                                        <p:attrNameLst>
                                          <p:attrName>style.visibility</p:attrName>
                                        </p:attrNameLst>
                                      </p:cBhvr>
                                      <p:to>
                                        <p:strVal val="visible"/>
                                      </p:to>
                                    </p:set>
                                    <p:anim calcmode="lin" valueType="num">
                                      <p:cBhvr additive="base">
                                        <p:cTn id="35" dur="1000" fill="hold"/>
                                        <p:tgtEl>
                                          <p:spTgt spid="77827">
                                            <p:txEl>
                                              <p:pRg st="6" end="6"/>
                                            </p:txEl>
                                          </p:spTgt>
                                        </p:tgtEl>
                                        <p:attrNameLst>
                                          <p:attrName>ppt_x</p:attrName>
                                        </p:attrNameLst>
                                      </p:cBhvr>
                                      <p:tavLst>
                                        <p:tav tm="0">
                                          <p:val>
                                            <p:strVal val="0-#ppt_w/2"/>
                                          </p:val>
                                        </p:tav>
                                        <p:tav tm="100000">
                                          <p:val>
                                            <p:strVal val="#ppt_x"/>
                                          </p:val>
                                        </p:tav>
                                      </p:tavLst>
                                    </p:anim>
                                    <p:anim calcmode="lin" valueType="num">
                                      <p:cBhvr additive="base">
                                        <p:cTn id="36" dur="1000" fill="hold"/>
                                        <p:tgtEl>
                                          <p:spTgt spid="77827">
                                            <p:txEl>
                                              <p:pRg st="6" end="6"/>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标题 1"/>
          <p:cNvSpPr>
            <a:spLocks noGrp="1"/>
          </p:cNvSpPr>
          <p:nvPr>
            <p:ph type="title"/>
          </p:nvPr>
        </p:nvSpPr>
        <p:spPr>
          <a:xfrm>
            <a:off x="609600" y="1071563"/>
            <a:ext cx="10975975" cy="1066800"/>
          </a:xfrm>
        </p:spPr>
        <p:txBody>
          <a:bodyPr/>
          <a:lstStyle/>
          <a:p>
            <a:pPr eaLnBrk="1" hangingPunct="1">
              <a:defRPr/>
            </a:pPr>
            <a:r>
              <a:rPr lang="zh-CN" altLang="en-US" dirty="0">
                <a:solidFill>
                  <a:schemeClr val="accent5"/>
                </a:solidFill>
                <a:latin typeface="微软雅黑" pitchFamily="34" charset="-122"/>
                <a:ea typeface="微软雅黑" pitchFamily="34" charset="-122"/>
              </a:rPr>
              <a:t>关系运算与关系表达式</a:t>
            </a:r>
          </a:p>
        </p:txBody>
      </p:sp>
      <p:sp>
        <p:nvSpPr>
          <p:cNvPr id="70659" name="内容占位符 2"/>
          <p:cNvSpPr>
            <a:spLocks noGrp="1"/>
          </p:cNvSpPr>
          <p:nvPr>
            <p:ph idx="1"/>
          </p:nvPr>
        </p:nvSpPr>
        <p:spPr>
          <a:xfrm>
            <a:off x="609599" y="2355850"/>
            <a:ext cx="10744571" cy="3430588"/>
          </a:xfrm>
        </p:spPr>
        <p:txBody>
          <a:bodyPr/>
          <a:lstStyle/>
          <a:p>
            <a:pPr eaLnBrk="1" hangingPunct="1">
              <a:lnSpc>
                <a:spcPct val="120000"/>
              </a:lnSpc>
              <a:defRPr/>
            </a:pPr>
            <a:r>
              <a:rPr lang="zh-CN" altLang="en-US" sz="2400">
                <a:latin typeface="微软雅黑" pitchFamily="34" charset="-122"/>
                <a:ea typeface="微软雅黑" pitchFamily="34" charset="-122"/>
              </a:rPr>
              <a:t>关系运算是比较简单的一种逻辑运算，优先次序为：</a:t>
            </a:r>
            <a:br>
              <a:rPr lang="zh-CN" altLang="en-US" sz="2400">
                <a:latin typeface="微软雅黑" pitchFamily="34" charset="-122"/>
                <a:ea typeface="微软雅黑" pitchFamily="34" charset="-122"/>
              </a:rPr>
            </a:br>
            <a:r>
              <a:rPr lang="zh-CN" altLang="en-US" sz="2400">
                <a:latin typeface="微软雅黑" pitchFamily="34" charset="-122"/>
                <a:ea typeface="微软雅黑" pitchFamily="34" charset="-122"/>
              </a:rPr>
              <a:t> </a:t>
            </a:r>
            <a:r>
              <a:rPr lang="en-US" altLang="zh-CN" sz="2400">
                <a:solidFill>
                  <a:schemeClr val="accent2"/>
                </a:solidFill>
                <a:latin typeface="微软雅黑" pitchFamily="34" charset="-122"/>
                <a:ea typeface="微软雅黑" pitchFamily="34" charset="-122"/>
              </a:rPr>
              <a:t>&lt;    &lt;=    &gt;    &gt;=    ==     !=</a:t>
            </a:r>
          </a:p>
          <a:p>
            <a:pPr eaLnBrk="1" hangingPunct="1">
              <a:spcBef>
                <a:spcPts val="0"/>
              </a:spcBef>
              <a:buFont typeface="Georgia" panose="02040502050405020303" pitchFamily="18" charset="0"/>
              <a:buNone/>
              <a:defRPr/>
            </a:pPr>
            <a:r>
              <a:rPr lang="en-US" altLang="zh-CN" sz="2400">
                <a:latin typeface="微软雅黑" pitchFamily="34" charset="-122"/>
                <a:ea typeface="微软雅黑" pitchFamily="34" charset="-122"/>
              </a:rPr>
              <a:t> </a:t>
            </a:r>
            <a:r>
              <a:rPr lang="en-US" altLang="zh-CN" sz="1800">
                <a:latin typeface="微软雅黑" pitchFamily="34" charset="-122"/>
                <a:ea typeface="微软雅黑" pitchFamily="34" charset="-122"/>
              </a:rPr>
              <a:t>             </a:t>
            </a:r>
            <a:endParaRPr lang="en-US" altLang="zh-CN" sz="2400">
              <a:latin typeface="微软雅黑" pitchFamily="34" charset="-122"/>
              <a:ea typeface="微软雅黑" pitchFamily="34" charset="-122"/>
            </a:endParaRPr>
          </a:p>
          <a:p>
            <a:pPr lvl="1" eaLnBrk="1" hangingPunct="1">
              <a:spcBef>
                <a:spcPts val="0"/>
              </a:spcBef>
              <a:buFont typeface="Georgia" panose="02040502050405020303" pitchFamily="18" charset="0"/>
              <a:buNone/>
              <a:defRPr/>
            </a:pPr>
            <a:r>
              <a:rPr lang="en-US" altLang="zh-CN" sz="1800">
                <a:latin typeface="微软雅黑" pitchFamily="34" charset="-122"/>
                <a:ea typeface="微软雅黑" pitchFamily="34" charset="-122"/>
              </a:rPr>
              <a:t>        </a:t>
            </a:r>
            <a:r>
              <a:rPr lang="zh-CN" altLang="en-US" sz="1800">
                <a:latin typeface="微软雅黑" pitchFamily="34" charset="-122"/>
                <a:ea typeface="微软雅黑" pitchFamily="34" charset="-122"/>
              </a:rPr>
              <a:t>优先级相同（高）       优先级相同（低）</a:t>
            </a:r>
          </a:p>
          <a:p>
            <a:pPr eaLnBrk="1" hangingPunct="1">
              <a:lnSpc>
                <a:spcPct val="110000"/>
              </a:lnSpc>
              <a:defRPr/>
            </a:pPr>
            <a:r>
              <a:rPr lang="zh-CN" altLang="en-US" sz="2400">
                <a:latin typeface="微软雅黑" pitchFamily="34" charset="-122"/>
                <a:ea typeface="微软雅黑" pitchFamily="34" charset="-122"/>
              </a:rPr>
              <a:t> 关系表达式是一种最简单的逻辑表达式</a:t>
            </a:r>
          </a:p>
          <a:p>
            <a:pPr marL="458788" lvl="1" indent="-1588" eaLnBrk="1" hangingPunct="1">
              <a:lnSpc>
                <a:spcPct val="110000"/>
              </a:lnSpc>
              <a:buFont typeface="Georgia" panose="02040502050405020303" pitchFamily="18" charset="0"/>
              <a:buNone/>
              <a:defRPr/>
            </a:pPr>
            <a:r>
              <a:rPr lang="zh-CN" altLang="en-US" sz="2400">
                <a:latin typeface="微软雅黑" pitchFamily="34" charset="-122"/>
                <a:ea typeface="微软雅黑" pitchFamily="34" charset="-122"/>
              </a:rPr>
              <a:t>其结果类型</a:t>
            </a:r>
            <a:r>
              <a:rPr lang="zh-CN" altLang="en-US" sz="2400">
                <a:solidFill>
                  <a:schemeClr val="accent2"/>
                </a:solidFill>
                <a:latin typeface="微软雅黑" pitchFamily="34" charset="-122"/>
                <a:ea typeface="微软雅黑" pitchFamily="34" charset="-122"/>
              </a:rPr>
              <a:t>为 </a:t>
            </a:r>
            <a:r>
              <a:rPr lang="en-US" altLang="zh-CN" sz="2400">
                <a:solidFill>
                  <a:schemeClr val="accent2"/>
                </a:solidFill>
                <a:latin typeface="微软雅黑" pitchFamily="34" charset="-122"/>
                <a:ea typeface="微软雅黑" pitchFamily="34" charset="-122"/>
              </a:rPr>
              <a:t>bool</a:t>
            </a:r>
            <a:r>
              <a:rPr lang="zh-CN" altLang="en-US" sz="2400">
                <a:latin typeface="微软雅黑" pitchFamily="34" charset="-122"/>
                <a:ea typeface="微软雅黑" pitchFamily="34" charset="-122"/>
              </a:rPr>
              <a:t>，值只能为 </a:t>
            </a:r>
            <a:r>
              <a:rPr lang="en-US" altLang="zh-CN" sz="2400">
                <a:solidFill>
                  <a:schemeClr val="accent2"/>
                </a:solidFill>
                <a:latin typeface="微软雅黑" pitchFamily="34" charset="-122"/>
                <a:ea typeface="微软雅黑" pitchFamily="34" charset="-122"/>
              </a:rPr>
              <a:t>true</a:t>
            </a:r>
            <a:r>
              <a:rPr lang="en-US" altLang="zh-CN" sz="2400">
                <a:latin typeface="微软雅黑" pitchFamily="34" charset="-122"/>
                <a:ea typeface="微软雅黑" pitchFamily="34" charset="-122"/>
              </a:rPr>
              <a:t> </a:t>
            </a:r>
            <a:r>
              <a:rPr lang="zh-CN" altLang="en-US" sz="2400">
                <a:latin typeface="微软雅黑" pitchFamily="34" charset="-122"/>
                <a:ea typeface="微软雅黑" pitchFamily="34" charset="-122"/>
              </a:rPr>
              <a:t>或 </a:t>
            </a:r>
            <a:r>
              <a:rPr lang="en-US" altLang="zh-CN" sz="2400">
                <a:solidFill>
                  <a:schemeClr val="accent2"/>
                </a:solidFill>
                <a:latin typeface="微软雅黑" pitchFamily="34" charset="-122"/>
                <a:ea typeface="微软雅黑" pitchFamily="34" charset="-122"/>
              </a:rPr>
              <a:t>false</a:t>
            </a:r>
            <a:r>
              <a:rPr lang="zh-CN" altLang="en-US" sz="2400">
                <a:latin typeface="微软雅黑" pitchFamily="34" charset="-122"/>
                <a:ea typeface="微软雅黑" pitchFamily="34" charset="-122"/>
              </a:rPr>
              <a:t>。</a:t>
            </a:r>
          </a:p>
          <a:p>
            <a:pPr eaLnBrk="1" hangingPunct="1">
              <a:lnSpc>
                <a:spcPct val="110000"/>
              </a:lnSpc>
              <a:defRPr/>
            </a:pPr>
            <a:r>
              <a:rPr lang="zh-CN" altLang="en-US" sz="2400">
                <a:latin typeface="微软雅黑" pitchFamily="34" charset="-122"/>
                <a:ea typeface="微软雅黑" pitchFamily="34" charset="-122"/>
              </a:rPr>
              <a:t>例如：</a:t>
            </a:r>
            <a:r>
              <a:rPr lang="en-US" altLang="zh-CN" sz="2400">
                <a:latin typeface="微软雅黑" pitchFamily="34" charset="-122"/>
                <a:ea typeface="微软雅黑" pitchFamily="34" charset="-122"/>
              </a:rPr>
              <a:t>a </a:t>
            </a:r>
            <a:r>
              <a:rPr lang="en-US" altLang="zh-CN" sz="2400">
                <a:solidFill>
                  <a:schemeClr val="accent2"/>
                </a:solidFill>
                <a:latin typeface="微软雅黑" pitchFamily="34" charset="-122"/>
                <a:ea typeface="微软雅黑" pitchFamily="34" charset="-122"/>
              </a:rPr>
              <a:t>&gt;</a:t>
            </a:r>
            <a:r>
              <a:rPr lang="en-US" altLang="zh-CN" sz="2400">
                <a:solidFill>
                  <a:srgbClr val="FFFF66"/>
                </a:solidFill>
                <a:latin typeface="微软雅黑" pitchFamily="34" charset="-122"/>
                <a:ea typeface="微软雅黑" pitchFamily="34" charset="-122"/>
              </a:rPr>
              <a:t> </a:t>
            </a:r>
            <a:r>
              <a:rPr lang="en-US" altLang="zh-CN" sz="2400">
                <a:latin typeface="微软雅黑" pitchFamily="34" charset="-122"/>
                <a:ea typeface="微软雅黑" pitchFamily="34" charset="-122"/>
              </a:rPr>
              <a:t>b</a:t>
            </a:r>
            <a:r>
              <a:rPr lang="zh-CN" altLang="en-US" sz="2400">
                <a:latin typeface="微软雅黑" pitchFamily="34" charset="-122"/>
                <a:ea typeface="微软雅黑" pitchFamily="34" charset="-122"/>
              </a:rPr>
              <a:t>，</a:t>
            </a:r>
            <a:r>
              <a:rPr lang="en-US" altLang="zh-CN" sz="2400">
                <a:latin typeface="微软雅黑" pitchFamily="34" charset="-122"/>
                <a:ea typeface="微软雅黑" pitchFamily="34" charset="-122"/>
              </a:rPr>
              <a:t>c </a:t>
            </a:r>
            <a:r>
              <a:rPr lang="en-US" altLang="zh-CN" sz="2400">
                <a:solidFill>
                  <a:schemeClr val="accent2"/>
                </a:solidFill>
                <a:latin typeface="微软雅黑" pitchFamily="34" charset="-122"/>
                <a:ea typeface="微软雅黑" pitchFamily="34" charset="-122"/>
              </a:rPr>
              <a:t>&lt;=</a:t>
            </a:r>
            <a:r>
              <a:rPr lang="en-US" altLang="zh-CN" sz="2400">
                <a:solidFill>
                  <a:srgbClr val="FFFF66"/>
                </a:solidFill>
                <a:latin typeface="微软雅黑" pitchFamily="34" charset="-122"/>
                <a:ea typeface="微软雅黑" pitchFamily="34" charset="-122"/>
              </a:rPr>
              <a:t> </a:t>
            </a:r>
            <a:r>
              <a:rPr lang="en-US" altLang="zh-CN" sz="2400">
                <a:latin typeface="微软雅黑" pitchFamily="34" charset="-122"/>
                <a:ea typeface="微软雅黑" pitchFamily="34" charset="-122"/>
              </a:rPr>
              <a:t>a + b</a:t>
            </a:r>
            <a:r>
              <a:rPr lang="zh-CN" altLang="en-US" sz="2400">
                <a:latin typeface="微软雅黑" pitchFamily="34" charset="-122"/>
                <a:ea typeface="微软雅黑" pitchFamily="34" charset="-122"/>
              </a:rPr>
              <a:t>，</a:t>
            </a:r>
            <a:r>
              <a:rPr lang="en-US" altLang="zh-CN" sz="2400">
                <a:latin typeface="微软雅黑" pitchFamily="34" charset="-122"/>
                <a:ea typeface="微软雅黑" pitchFamily="34" charset="-122"/>
              </a:rPr>
              <a:t>x + y </a:t>
            </a:r>
            <a:r>
              <a:rPr lang="en-US" altLang="zh-CN" sz="2400">
                <a:solidFill>
                  <a:schemeClr val="accent2"/>
                </a:solidFill>
                <a:latin typeface="微软雅黑" pitchFamily="34" charset="-122"/>
                <a:ea typeface="微软雅黑" pitchFamily="34" charset="-122"/>
              </a:rPr>
              <a:t>==</a:t>
            </a:r>
            <a:r>
              <a:rPr lang="en-US" altLang="zh-CN" sz="2400">
                <a:solidFill>
                  <a:srgbClr val="FFFF66"/>
                </a:solidFill>
                <a:latin typeface="微软雅黑" pitchFamily="34" charset="-122"/>
                <a:ea typeface="微软雅黑" pitchFamily="34" charset="-122"/>
              </a:rPr>
              <a:t> </a:t>
            </a:r>
            <a:r>
              <a:rPr lang="en-US" altLang="zh-CN" sz="2400">
                <a:latin typeface="微软雅黑" pitchFamily="34" charset="-122"/>
                <a:ea typeface="微软雅黑" pitchFamily="34" charset="-122"/>
              </a:rPr>
              <a:t>3</a:t>
            </a:r>
          </a:p>
          <a:p>
            <a:pPr eaLnBrk="1" hangingPunct="1">
              <a:defRPr/>
            </a:pPr>
            <a:endParaRPr lang="zh-CN" altLang="en-US" sz="2400">
              <a:latin typeface="微软雅黑" pitchFamily="34" charset="-122"/>
              <a:ea typeface="微软雅黑" pitchFamily="34" charset="-122"/>
            </a:endParaRPr>
          </a:p>
        </p:txBody>
      </p:sp>
      <p:sp>
        <p:nvSpPr>
          <p:cNvPr id="65541" name="AutoShape 5"/>
          <p:cNvSpPr>
            <a:spLocks/>
          </p:cNvSpPr>
          <p:nvPr/>
        </p:nvSpPr>
        <p:spPr bwMode="auto">
          <a:xfrm rot="5400000">
            <a:off x="2289175" y="2212975"/>
            <a:ext cx="214313" cy="2360613"/>
          </a:xfrm>
          <a:prstGeom prst="rightBrace">
            <a:avLst>
              <a:gd name="adj1" fmla="val 195819"/>
              <a:gd name="adj2" fmla="val 50000"/>
            </a:avLst>
          </a:prstGeom>
          <a:noFill/>
          <a:ln w="12700"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a:solidFill>
                  <a:schemeClr val="tx1"/>
                </a:solidFill>
                <a:latin typeface="Times New Roman" panose="02020603050405020304" pitchFamily="18" charset="0"/>
                <a:ea typeface="隶书" panose="02010509060101010101" pitchFamily="49" charset="-122"/>
              </a:defRPr>
            </a:lvl1pPr>
            <a:lvl2pPr marL="742950" indent="-285750" eaLnBrk="0" hangingPunct="0">
              <a:defRPr kumimoji="1" sz="2400">
                <a:solidFill>
                  <a:schemeClr val="tx1"/>
                </a:solidFill>
                <a:latin typeface="Times New Roman" panose="02020603050405020304" pitchFamily="18" charset="0"/>
                <a:ea typeface="隶书" panose="02010509060101010101" pitchFamily="49" charset="-122"/>
              </a:defRPr>
            </a:lvl2pPr>
            <a:lvl3pPr marL="1143000" indent="-228600" eaLnBrk="0" hangingPunct="0">
              <a:defRPr kumimoji="1" sz="2400">
                <a:solidFill>
                  <a:schemeClr val="tx1"/>
                </a:solidFill>
                <a:latin typeface="Times New Roman" panose="02020603050405020304" pitchFamily="18" charset="0"/>
                <a:ea typeface="隶书" panose="02010509060101010101" pitchFamily="49" charset="-122"/>
              </a:defRPr>
            </a:lvl3pPr>
            <a:lvl4pPr marL="1600200" indent="-228600" eaLnBrk="0" hangingPunct="0">
              <a:defRPr kumimoji="1" sz="2400">
                <a:solidFill>
                  <a:schemeClr val="tx1"/>
                </a:solidFill>
                <a:latin typeface="Times New Roman" panose="02020603050405020304" pitchFamily="18" charset="0"/>
                <a:ea typeface="隶书" panose="02010509060101010101" pitchFamily="49" charset="-122"/>
              </a:defRPr>
            </a:lvl4pPr>
            <a:lvl5pPr marL="2057400" indent="-228600" eaLnBrk="0" hangingPunct="0">
              <a:defRPr kumimoji="1"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pPr eaLnBrk="1" hangingPunct="1"/>
            <a:endParaRPr lang="zh-CN" altLang="en-US"/>
          </a:p>
        </p:txBody>
      </p:sp>
      <p:sp>
        <p:nvSpPr>
          <p:cNvPr id="65542" name="AutoShape 6"/>
          <p:cNvSpPr>
            <a:spLocks/>
          </p:cNvSpPr>
          <p:nvPr/>
        </p:nvSpPr>
        <p:spPr bwMode="auto">
          <a:xfrm rot="5400000">
            <a:off x="4441032" y="2780506"/>
            <a:ext cx="215900" cy="1223963"/>
          </a:xfrm>
          <a:prstGeom prst="rightBrace">
            <a:avLst>
              <a:gd name="adj1" fmla="val 91756"/>
              <a:gd name="adj2" fmla="val 50000"/>
            </a:avLst>
          </a:prstGeom>
          <a:noFill/>
          <a:ln w="12700"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a:solidFill>
                  <a:schemeClr val="tx1"/>
                </a:solidFill>
                <a:latin typeface="Times New Roman" panose="02020603050405020304" pitchFamily="18" charset="0"/>
                <a:ea typeface="隶书" panose="02010509060101010101" pitchFamily="49" charset="-122"/>
              </a:defRPr>
            </a:lvl1pPr>
            <a:lvl2pPr marL="742950" indent="-285750" eaLnBrk="0" hangingPunct="0">
              <a:defRPr kumimoji="1" sz="2400">
                <a:solidFill>
                  <a:schemeClr val="tx1"/>
                </a:solidFill>
                <a:latin typeface="Times New Roman" panose="02020603050405020304" pitchFamily="18" charset="0"/>
                <a:ea typeface="隶书" panose="02010509060101010101" pitchFamily="49" charset="-122"/>
              </a:defRPr>
            </a:lvl2pPr>
            <a:lvl3pPr marL="1143000" indent="-228600" eaLnBrk="0" hangingPunct="0">
              <a:defRPr kumimoji="1" sz="2400">
                <a:solidFill>
                  <a:schemeClr val="tx1"/>
                </a:solidFill>
                <a:latin typeface="Times New Roman" panose="02020603050405020304" pitchFamily="18" charset="0"/>
                <a:ea typeface="隶书" panose="02010509060101010101" pitchFamily="49" charset="-122"/>
              </a:defRPr>
            </a:lvl3pPr>
            <a:lvl4pPr marL="1600200" indent="-228600" eaLnBrk="0" hangingPunct="0">
              <a:defRPr kumimoji="1" sz="2400">
                <a:solidFill>
                  <a:schemeClr val="tx1"/>
                </a:solidFill>
                <a:latin typeface="Times New Roman" panose="02020603050405020304" pitchFamily="18" charset="0"/>
                <a:ea typeface="隶书" panose="02010509060101010101" pitchFamily="49" charset="-122"/>
              </a:defRPr>
            </a:lvl4pPr>
            <a:lvl5pPr marL="2057400" indent="-228600" eaLnBrk="0" hangingPunct="0">
              <a:defRPr kumimoji="1"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pPr eaLnBrk="1" hangingPunct="1"/>
            <a:endParaRPr lang="zh-CN" altLang="en-US"/>
          </a:p>
        </p:txBody>
      </p:sp>
      <p:sp>
        <p:nvSpPr>
          <p:cNvPr id="2" name="灯片编号占位符 1"/>
          <p:cNvSpPr>
            <a:spLocks noGrp="1"/>
          </p:cNvSpPr>
          <p:nvPr>
            <p:ph type="sldNum" sz="quarter" idx="4"/>
          </p:nvPr>
        </p:nvSpPr>
        <p:spPr/>
        <p:txBody>
          <a:bodyPr/>
          <a:lstStyle/>
          <a:p>
            <a:fld id="{DEA904C8-CD7B-4714-BAE1-F1A91095C3EA}" type="slidenum">
              <a:rPr lang="zh-CN" altLang="en-US" smtClean="0"/>
              <a:pPr/>
              <a:t>33</a:t>
            </a:fld>
            <a:endParaRPr lang="zh-CN" altLang="en-US"/>
          </a:p>
        </p:txBody>
      </p:sp>
    </p:spTree>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标题 1"/>
          <p:cNvSpPr>
            <a:spLocks noGrp="1"/>
          </p:cNvSpPr>
          <p:nvPr>
            <p:ph type="title"/>
          </p:nvPr>
        </p:nvSpPr>
        <p:spPr>
          <a:xfrm>
            <a:off x="609600" y="1071563"/>
            <a:ext cx="10975975" cy="1066800"/>
          </a:xfrm>
        </p:spPr>
        <p:txBody>
          <a:bodyPr/>
          <a:lstStyle/>
          <a:p>
            <a:pPr eaLnBrk="1" hangingPunct="1">
              <a:defRPr/>
            </a:pPr>
            <a:r>
              <a:rPr lang="zh-CN" altLang="en-US" dirty="0">
                <a:solidFill>
                  <a:schemeClr val="accent5"/>
                </a:solidFill>
                <a:latin typeface="微软雅黑" pitchFamily="34" charset="-122"/>
                <a:ea typeface="微软雅黑" pitchFamily="34" charset="-122"/>
              </a:rPr>
              <a:t>逻辑运算与逻辑表达式</a:t>
            </a:r>
          </a:p>
        </p:txBody>
      </p:sp>
      <p:sp>
        <p:nvSpPr>
          <p:cNvPr id="3" name="内容占位符 2"/>
          <p:cNvSpPr>
            <a:spLocks noGrp="1"/>
          </p:cNvSpPr>
          <p:nvPr>
            <p:ph idx="1"/>
          </p:nvPr>
        </p:nvSpPr>
        <p:spPr>
          <a:xfrm>
            <a:off x="609599" y="2284413"/>
            <a:ext cx="10456539" cy="4240212"/>
          </a:xfrm>
        </p:spPr>
        <p:txBody>
          <a:bodyPr>
            <a:normAutofit/>
          </a:bodyPr>
          <a:lstStyle/>
          <a:p>
            <a:pPr marL="365760" indent="-256032" eaLnBrk="1" fontAlgn="auto" hangingPunct="1">
              <a:lnSpc>
                <a:spcPct val="110000"/>
              </a:lnSpc>
              <a:spcBef>
                <a:spcPct val="40000"/>
              </a:spcBef>
              <a:spcAft>
                <a:spcPts val="0"/>
              </a:spcAft>
              <a:buClr>
                <a:schemeClr val="accent3"/>
              </a:buClr>
              <a:buFont typeface="Georgia"/>
              <a:buChar char="•"/>
              <a:defRPr/>
            </a:pPr>
            <a:r>
              <a:rPr lang="zh-CN" altLang="en-US" sz="2400" dirty="0">
                <a:latin typeface="微软雅黑" pitchFamily="34" charset="-122"/>
                <a:ea typeface="微软雅黑" pitchFamily="34" charset="-122"/>
              </a:rPr>
              <a:t>逻辑运算符</a:t>
            </a:r>
            <a:br>
              <a:rPr lang="zh-CN" altLang="en-US" sz="2400" dirty="0">
                <a:latin typeface="微软雅黑" pitchFamily="34" charset="-122"/>
                <a:ea typeface="微软雅黑" pitchFamily="34" charset="-122"/>
              </a:rPr>
            </a:br>
            <a:r>
              <a:rPr lang="zh-CN" altLang="en-US" sz="2400" dirty="0">
                <a:latin typeface="微软雅黑" pitchFamily="34" charset="-122"/>
                <a:ea typeface="微软雅黑" pitchFamily="34" charset="-122"/>
              </a:rPr>
              <a:t>                  </a:t>
            </a:r>
            <a:r>
              <a:rPr lang="en-US" altLang="zh-CN" sz="2400" dirty="0">
                <a:solidFill>
                  <a:schemeClr val="accent2"/>
                </a:solidFill>
                <a:latin typeface="微软雅黑" pitchFamily="34" charset="-122"/>
                <a:ea typeface="微软雅黑" pitchFamily="34" charset="-122"/>
              </a:rPr>
              <a:t>!</a:t>
            </a:r>
            <a:r>
              <a:rPr lang="en-US" altLang="zh-CN" sz="2400" dirty="0">
                <a:latin typeface="微软雅黑" pitchFamily="34" charset="-122"/>
                <a:ea typeface="微软雅黑" pitchFamily="34" charset="-122"/>
              </a:rPr>
              <a:t>(</a:t>
            </a:r>
            <a:r>
              <a:rPr lang="zh-CN" altLang="en-US" sz="2400" dirty="0">
                <a:latin typeface="微软雅黑" pitchFamily="34" charset="-122"/>
                <a:ea typeface="微软雅黑" pitchFamily="34" charset="-122"/>
              </a:rPr>
              <a:t>非</a:t>
            </a:r>
            <a:r>
              <a:rPr lang="en-US" altLang="zh-CN" sz="2400" dirty="0">
                <a:latin typeface="微软雅黑" pitchFamily="34" charset="-122"/>
                <a:ea typeface="微软雅黑" pitchFamily="34" charset="-122"/>
              </a:rPr>
              <a:t>)      </a:t>
            </a:r>
            <a:r>
              <a:rPr lang="en-US" altLang="zh-CN" sz="2400" dirty="0">
                <a:solidFill>
                  <a:schemeClr val="accent2"/>
                </a:solidFill>
                <a:latin typeface="微软雅黑" pitchFamily="34" charset="-122"/>
                <a:ea typeface="微软雅黑" pitchFamily="34" charset="-122"/>
              </a:rPr>
              <a:t>&amp;&amp;</a:t>
            </a:r>
            <a:r>
              <a:rPr lang="en-US" altLang="zh-CN" sz="2400" dirty="0">
                <a:latin typeface="微软雅黑" pitchFamily="34" charset="-122"/>
                <a:ea typeface="微软雅黑" pitchFamily="34" charset="-122"/>
              </a:rPr>
              <a:t>(</a:t>
            </a:r>
            <a:r>
              <a:rPr lang="zh-CN" altLang="en-US" sz="2400" dirty="0">
                <a:latin typeface="微软雅黑" pitchFamily="34" charset="-122"/>
                <a:ea typeface="微软雅黑" pitchFamily="34" charset="-122"/>
              </a:rPr>
              <a:t>与</a:t>
            </a:r>
            <a:r>
              <a:rPr lang="en-US" altLang="zh-CN" sz="2400" dirty="0">
                <a:latin typeface="微软雅黑" pitchFamily="34" charset="-122"/>
                <a:ea typeface="微软雅黑" pitchFamily="34" charset="-122"/>
              </a:rPr>
              <a:t>)        </a:t>
            </a:r>
            <a:r>
              <a:rPr lang="en-US" altLang="zh-CN" sz="2400" dirty="0">
                <a:solidFill>
                  <a:schemeClr val="accent2"/>
                </a:solidFill>
                <a:latin typeface="微软雅黑" pitchFamily="34" charset="-122"/>
                <a:ea typeface="微软雅黑" pitchFamily="34" charset="-122"/>
              </a:rPr>
              <a:t>||</a:t>
            </a:r>
            <a:r>
              <a:rPr lang="en-US" altLang="zh-CN" sz="2400" dirty="0">
                <a:latin typeface="微软雅黑" pitchFamily="34" charset="-122"/>
                <a:ea typeface="微软雅黑" pitchFamily="34" charset="-122"/>
              </a:rPr>
              <a:t>(</a:t>
            </a:r>
            <a:r>
              <a:rPr lang="zh-CN" altLang="en-US" sz="2400" dirty="0">
                <a:latin typeface="微软雅黑" pitchFamily="34" charset="-122"/>
                <a:ea typeface="微软雅黑" pitchFamily="34" charset="-122"/>
              </a:rPr>
              <a:t>或</a:t>
            </a:r>
            <a:r>
              <a:rPr lang="en-US" altLang="zh-CN" sz="2400" dirty="0">
                <a:latin typeface="微软雅黑" pitchFamily="34" charset="-122"/>
                <a:ea typeface="微软雅黑" pitchFamily="34" charset="-122"/>
              </a:rPr>
              <a:t>)</a:t>
            </a:r>
            <a:br>
              <a:rPr lang="en-US" altLang="zh-CN" sz="2400">
                <a:latin typeface="微软雅黑" pitchFamily="34" charset="-122"/>
                <a:ea typeface="微软雅黑" pitchFamily="34" charset="-122"/>
              </a:rPr>
            </a:br>
            <a:r>
              <a:rPr lang="en-US" altLang="zh-CN" sz="2400">
                <a:latin typeface="微软雅黑" pitchFamily="34" charset="-122"/>
                <a:ea typeface="微软雅黑" pitchFamily="34" charset="-122"/>
              </a:rPr>
              <a:t>    </a:t>
            </a:r>
            <a:r>
              <a:rPr lang="zh-CN" altLang="en-US" sz="2000">
                <a:solidFill>
                  <a:schemeClr val="accent3">
                    <a:lumMod val="50000"/>
                  </a:schemeClr>
                </a:solidFill>
                <a:latin typeface="微软雅黑" pitchFamily="34" charset="-122"/>
                <a:ea typeface="微软雅黑" pitchFamily="34" charset="-122"/>
              </a:rPr>
              <a:t>优</a:t>
            </a:r>
            <a:r>
              <a:rPr lang="zh-CN" altLang="en-US" sz="2000" dirty="0">
                <a:solidFill>
                  <a:schemeClr val="accent3">
                    <a:lumMod val="50000"/>
                  </a:schemeClr>
                </a:solidFill>
                <a:latin typeface="微软雅黑" pitchFamily="34" charset="-122"/>
                <a:ea typeface="微软雅黑" pitchFamily="34" charset="-122"/>
              </a:rPr>
              <a:t>先次序：   </a:t>
            </a:r>
            <a:r>
              <a:rPr lang="zh-CN" altLang="en-US" sz="2000">
                <a:solidFill>
                  <a:schemeClr val="accent3">
                    <a:lumMod val="50000"/>
                  </a:schemeClr>
                </a:solidFill>
                <a:latin typeface="微软雅黑" pitchFamily="34" charset="-122"/>
                <a:ea typeface="微软雅黑" pitchFamily="34" charset="-122"/>
              </a:rPr>
              <a:t>高                </a:t>
            </a:r>
            <a:r>
              <a:rPr lang="zh-CN" altLang="en-US" sz="2000" dirty="0">
                <a:solidFill>
                  <a:schemeClr val="accent3">
                    <a:lumMod val="50000"/>
                  </a:schemeClr>
                </a:solidFill>
                <a:latin typeface="微软雅黑" pitchFamily="34" charset="-122"/>
                <a:ea typeface="微软雅黑" pitchFamily="34" charset="-122"/>
              </a:rPr>
              <a:t>→               低</a:t>
            </a:r>
            <a:endParaRPr lang="zh-CN" altLang="en-US" sz="2400" dirty="0">
              <a:solidFill>
                <a:schemeClr val="accent3">
                  <a:lumMod val="50000"/>
                </a:schemeClr>
              </a:solidFill>
              <a:latin typeface="微软雅黑" pitchFamily="34" charset="-122"/>
              <a:ea typeface="微软雅黑" pitchFamily="34" charset="-122"/>
            </a:endParaRPr>
          </a:p>
          <a:p>
            <a:pPr marL="365760" indent="-256032" eaLnBrk="1" fontAlgn="auto" hangingPunct="1">
              <a:lnSpc>
                <a:spcPct val="110000"/>
              </a:lnSpc>
              <a:spcAft>
                <a:spcPts val="0"/>
              </a:spcAft>
              <a:buClr>
                <a:schemeClr val="accent3"/>
              </a:buClr>
              <a:buFont typeface="Georgia"/>
              <a:buChar char="•"/>
              <a:defRPr/>
            </a:pPr>
            <a:r>
              <a:rPr lang="zh-CN" altLang="en-US" sz="2400" dirty="0">
                <a:latin typeface="微软雅黑" pitchFamily="34" charset="-122"/>
                <a:ea typeface="微软雅黑" pitchFamily="34" charset="-122"/>
              </a:rPr>
              <a:t>逻辑表达式</a:t>
            </a:r>
            <a:br>
              <a:rPr lang="zh-CN" altLang="en-US" sz="2400" dirty="0">
                <a:latin typeface="微软雅黑" pitchFamily="34" charset="-122"/>
                <a:ea typeface="微软雅黑" pitchFamily="34" charset="-122"/>
              </a:rPr>
            </a:br>
            <a:r>
              <a:rPr lang="zh-CN" altLang="en-US" sz="2400" dirty="0">
                <a:latin typeface="微软雅黑" pitchFamily="34" charset="-122"/>
                <a:ea typeface="微软雅黑" pitchFamily="34" charset="-122"/>
              </a:rPr>
              <a:t>  例如：</a:t>
            </a:r>
            <a:r>
              <a:rPr lang="en-US" altLang="zh-CN" sz="2400" dirty="0">
                <a:latin typeface="微软雅黑" pitchFamily="34" charset="-122"/>
                <a:ea typeface="微软雅黑" pitchFamily="34" charset="-122"/>
              </a:rPr>
              <a:t>(a </a:t>
            </a:r>
            <a:r>
              <a:rPr lang="en-US" altLang="zh-CN" sz="2400" dirty="0">
                <a:solidFill>
                  <a:schemeClr val="accent2"/>
                </a:solidFill>
                <a:latin typeface="微软雅黑" pitchFamily="34" charset="-122"/>
                <a:ea typeface="微软雅黑" pitchFamily="34" charset="-122"/>
              </a:rPr>
              <a:t>&gt;</a:t>
            </a:r>
            <a:r>
              <a:rPr lang="en-US" altLang="zh-CN" sz="2400" dirty="0">
                <a:solidFill>
                  <a:srgbClr val="FFFF66"/>
                </a:solidFill>
                <a:latin typeface="微软雅黑" pitchFamily="34" charset="-122"/>
                <a:ea typeface="微软雅黑" pitchFamily="34" charset="-122"/>
              </a:rPr>
              <a:t> </a:t>
            </a:r>
            <a:r>
              <a:rPr lang="en-US" altLang="zh-CN" sz="2400" dirty="0">
                <a:latin typeface="微软雅黑" pitchFamily="34" charset="-122"/>
                <a:ea typeface="微软雅黑" pitchFamily="34" charset="-122"/>
              </a:rPr>
              <a:t>b) </a:t>
            </a:r>
            <a:r>
              <a:rPr lang="en-US" altLang="zh-CN" sz="2400" dirty="0">
                <a:solidFill>
                  <a:schemeClr val="accent2"/>
                </a:solidFill>
                <a:latin typeface="微软雅黑" pitchFamily="34" charset="-122"/>
                <a:ea typeface="微软雅黑" pitchFamily="34" charset="-122"/>
              </a:rPr>
              <a:t>&amp;&amp;</a:t>
            </a:r>
            <a:r>
              <a:rPr lang="en-US" altLang="zh-CN" sz="2400" dirty="0">
                <a:solidFill>
                  <a:srgbClr val="FFFF66"/>
                </a:solidFill>
                <a:latin typeface="微软雅黑" pitchFamily="34" charset="-122"/>
                <a:ea typeface="微软雅黑" pitchFamily="34" charset="-122"/>
              </a:rPr>
              <a:t> </a:t>
            </a:r>
            <a:r>
              <a:rPr lang="en-US" altLang="zh-CN" sz="2400" dirty="0">
                <a:latin typeface="微软雅黑" pitchFamily="34" charset="-122"/>
                <a:ea typeface="微软雅黑" pitchFamily="34" charset="-122"/>
              </a:rPr>
              <a:t>(x </a:t>
            </a:r>
            <a:r>
              <a:rPr lang="en-US" altLang="zh-CN" sz="2400" dirty="0">
                <a:solidFill>
                  <a:schemeClr val="accent2"/>
                </a:solidFill>
                <a:latin typeface="微软雅黑" pitchFamily="34" charset="-122"/>
                <a:ea typeface="微软雅黑" pitchFamily="34" charset="-122"/>
              </a:rPr>
              <a:t>&gt; </a:t>
            </a:r>
            <a:r>
              <a:rPr lang="en-US" altLang="zh-CN" sz="2400" dirty="0">
                <a:latin typeface="微软雅黑" pitchFamily="34" charset="-122"/>
                <a:ea typeface="微软雅黑" pitchFamily="34" charset="-122"/>
              </a:rPr>
              <a:t>y)</a:t>
            </a:r>
            <a:br>
              <a:rPr lang="en-US" altLang="zh-CN" sz="2400" dirty="0">
                <a:latin typeface="微软雅黑" pitchFamily="34" charset="-122"/>
                <a:ea typeface="微软雅黑" pitchFamily="34" charset="-122"/>
              </a:rPr>
            </a:br>
            <a:r>
              <a:rPr lang="en-US" altLang="zh-CN" sz="2400" dirty="0">
                <a:latin typeface="微软雅黑" pitchFamily="34" charset="-122"/>
                <a:ea typeface="微软雅黑" pitchFamily="34" charset="-122"/>
              </a:rPr>
              <a:t> </a:t>
            </a:r>
            <a:r>
              <a:rPr lang="zh-CN" altLang="en-US" sz="2400" dirty="0">
                <a:latin typeface="微软雅黑" pitchFamily="34" charset="-122"/>
                <a:ea typeface="微软雅黑" pitchFamily="34" charset="-122"/>
              </a:rPr>
              <a:t>其结果类型为 </a:t>
            </a:r>
            <a:r>
              <a:rPr lang="en-US" altLang="zh-CN" sz="2400" dirty="0" err="1">
                <a:solidFill>
                  <a:schemeClr val="accent2"/>
                </a:solidFill>
                <a:latin typeface="微软雅黑" pitchFamily="34" charset="-122"/>
                <a:ea typeface="微软雅黑" pitchFamily="34" charset="-122"/>
              </a:rPr>
              <a:t>bool</a:t>
            </a:r>
            <a:r>
              <a:rPr lang="zh-CN" altLang="en-US" sz="2400" dirty="0">
                <a:latin typeface="微软雅黑" pitchFamily="34" charset="-122"/>
                <a:ea typeface="微软雅黑" pitchFamily="34" charset="-122"/>
              </a:rPr>
              <a:t>，值只能为 </a:t>
            </a:r>
            <a:r>
              <a:rPr lang="en-US" altLang="zh-CN" sz="2400" dirty="0">
                <a:solidFill>
                  <a:schemeClr val="accent2"/>
                </a:solidFill>
                <a:latin typeface="微软雅黑" pitchFamily="34" charset="-122"/>
                <a:ea typeface="微软雅黑" pitchFamily="34" charset="-122"/>
              </a:rPr>
              <a:t>true </a:t>
            </a:r>
            <a:r>
              <a:rPr lang="zh-CN" altLang="en-US" sz="2400">
                <a:latin typeface="微软雅黑" pitchFamily="34" charset="-122"/>
                <a:ea typeface="微软雅黑" pitchFamily="34" charset="-122"/>
              </a:rPr>
              <a:t>或 </a:t>
            </a:r>
            <a:r>
              <a:rPr lang="en-US" altLang="zh-CN" sz="2400">
                <a:solidFill>
                  <a:schemeClr val="accent2"/>
                </a:solidFill>
                <a:latin typeface="微软雅黑" pitchFamily="34" charset="-122"/>
                <a:ea typeface="微软雅黑" pitchFamily="34" charset="-122"/>
              </a:rPr>
              <a:t>false</a:t>
            </a:r>
            <a:endParaRPr lang="en-US" altLang="zh-CN" sz="2400" dirty="0">
              <a:solidFill>
                <a:schemeClr val="accent2"/>
              </a:solidFill>
              <a:latin typeface="微软雅黑" pitchFamily="34" charset="-122"/>
              <a:ea typeface="微软雅黑" pitchFamily="34" charset="-122"/>
            </a:endParaRPr>
          </a:p>
        </p:txBody>
      </p:sp>
      <p:sp>
        <p:nvSpPr>
          <p:cNvPr id="2" name="灯片编号占位符 1"/>
          <p:cNvSpPr>
            <a:spLocks noGrp="1"/>
          </p:cNvSpPr>
          <p:nvPr>
            <p:ph type="sldNum" sz="quarter" idx="4"/>
          </p:nvPr>
        </p:nvSpPr>
        <p:spPr/>
        <p:txBody>
          <a:bodyPr/>
          <a:lstStyle/>
          <a:p>
            <a:fld id="{DEA904C8-CD7B-4714-BAE1-F1A91095C3EA}" type="slidenum">
              <a:rPr lang="zh-CN" altLang="en-US" smtClean="0"/>
              <a:pPr/>
              <a:t>34</a:t>
            </a:fld>
            <a:endParaRPr lang="zh-CN" altLang="en-US"/>
          </a:p>
        </p:txBody>
      </p:sp>
    </p:spTree>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标题 1"/>
          <p:cNvSpPr>
            <a:spLocks noGrp="1"/>
          </p:cNvSpPr>
          <p:nvPr>
            <p:ph type="title"/>
          </p:nvPr>
        </p:nvSpPr>
        <p:spPr>
          <a:xfrm>
            <a:off x="609600" y="1076325"/>
            <a:ext cx="10975975" cy="1066800"/>
          </a:xfrm>
        </p:spPr>
        <p:txBody>
          <a:bodyPr/>
          <a:lstStyle/>
          <a:p>
            <a:pPr eaLnBrk="1" hangingPunct="1">
              <a:defRPr/>
            </a:pPr>
            <a:r>
              <a:rPr lang="zh-CN" altLang="en-US" dirty="0">
                <a:solidFill>
                  <a:schemeClr val="accent5"/>
                </a:solidFill>
                <a:latin typeface="微软雅黑" pitchFamily="34" charset="-122"/>
                <a:ea typeface="微软雅黑" pitchFamily="34" charset="-122"/>
              </a:rPr>
              <a:t>逻辑运算与逻辑表达式</a:t>
            </a:r>
            <a:r>
              <a:rPr lang="en-US" altLang="zh-CN" dirty="0">
                <a:solidFill>
                  <a:schemeClr val="accent5"/>
                </a:solidFill>
                <a:latin typeface="微软雅黑" pitchFamily="34" charset="-122"/>
                <a:ea typeface="微软雅黑" pitchFamily="34" charset="-122"/>
              </a:rPr>
              <a:t>(</a:t>
            </a:r>
            <a:r>
              <a:rPr lang="zh-CN" altLang="en-US" dirty="0">
                <a:solidFill>
                  <a:schemeClr val="accent5"/>
                </a:solidFill>
                <a:latin typeface="微软雅黑" pitchFamily="34" charset="-122"/>
                <a:ea typeface="微软雅黑" pitchFamily="34" charset="-122"/>
              </a:rPr>
              <a:t>续</a:t>
            </a:r>
            <a:r>
              <a:rPr lang="en-US" altLang="zh-CN" dirty="0">
                <a:solidFill>
                  <a:schemeClr val="accent5"/>
                </a:solidFill>
                <a:latin typeface="微软雅黑" pitchFamily="34" charset="-122"/>
                <a:ea typeface="微软雅黑" pitchFamily="34" charset="-122"/>
              </a:rPr>
              <a:t>)</a:t>
            </a:r>
            <a:endParaRPr lang="zh-CN" altLang="en-US" dirty="0">
              <a:solidFill>
                <a:schemeClr val="accent5"/>
              </a:solidFill>
              <a:latin typeface="微软雅黑" pitchFamily="34" charset="-122"/>
              <a:ea typeface="微软雅黑" pitchFamily="34" charset="-122"/>
            </a:endParaRPr>
          </a:p>
        </p:txBody>
      </p:sp>
      <p:sp>
        <p:nvSpPr>
          <p:cNvPr id="81923" name="内容占位符 2"/>
          <p:cNvSpPr>
            <a:spLocks noGrp="1"/>
          </p:cNvSpPr>
          <p:nvPr>
            <p:ph idx="1"/>
          </p:nvPr>
        </p:nvSpPr>
        <p:spPr>
          <a:xfrm>
            <a:off x="609600" y="2070100"/>
            <a:ext cx="10744571" cy="3879850"/>
          </a:xfrm>
        </p:spPr>
        <p:txBody>
          <a:bodyPr/>
          <a:lstStyle/>
          <a:p>
            <a:pPr eaLnBrk="1" hangingPunct="1">
              <a:lnSpc>
                <a:spcPct val="120000"/>
              </a:lnSpc>
            </a:pPr>
            <a:r>
              <a:rPr lang="en-US" altLang="zh-CN" sz="2400">
                <a:latin typeface="微软雅黑" panose="020B0503020204020204" pitchFamily="34" charset="-122"/>
                <a:ea typeface="微软雅黑" panose="020B0503020204020204" pitchFamily="34" charset="-122"/>
              </a:rPr>
              <a:t>“&amp;&amp;” </a:t>
            </a:r>
            <a:r>
              <a:rPr lang="zh-CN" altLang="en-US" sz="2400">
                <a:latin typeface="微软雅黑" panose="020B0503020204020204" pitchFamily="34" charset="-122"/>
                <a:ea typeface="微软雅黑" panose="020B0503020204020204" pitchFamily="34" charset="-122"/>
              </a:rPr>
              <a:t>的“短路特性”</a:t>
            </a:r>
          </a:p>
          <a:p>
            <a:pPr lvl="1" eaLnBrk="1" hangingPunct="1">
              <a:lnSpc>
                <a:spcPct val="120000"/>
              </a:lnSpc>
              <a:buFont typeface="Georgia" panose="02040502050405020303" pitchFamily="18" charset="0"/>
              <a:buNone/>
            </a:pPr>
            <a:r>
              <a:rPr lang="zh-CN" altLang="en-US" sz="2400">
                <a:latin typeface="微软雅黑" panose="020B0503020204020204" pitchFamily="34" charset="-122"/>
                <a:ea typeface="微软雅黑" panose="020B0503020204020204" pitchFamily="34" charset="-122"/>
              </a:rPr>
              <a:t>表达式</a:t>
            </a:r>
            <a:r>
              <a:rPr lang="en-US" altLang="zh-CN" sz="2400">
                <a:latin typeface="微软雅黑" panose="020B0503020204020204" pitchFamily="34" charset="-122"/>
                <a:ea typeface="微软雅黑" panose="020B0503020204020204" pitchFamily="34" charset="-122"/>
              </a:rPr>
              <a:t>1 &amp;&amp; </a:t>
            </a:r>
            <a:r>
              <a:rPr lang="zh-CN" altLang="en-US" sz="2400">
                <a:latin typeface="微软雅黑" panose="020B0503020204020204" pitchFamily="34" charset="-122"/>
                <a:ea typeface="微软雅黑" panose="020B0503020204020204" pitchFamily="34" charset="-122"/>
              </a:rPr>
              <a:t>表达式</a:t>
            </a:r>
            <a:r>
              <a:rPr lang="en-US" altLang="zh-CN" sz="2400">
                <a:latin typeface="微软雅黑" panose="020B0503020204020204" pitchFamily="34" charset="-122"/>
                <a:ea typeface="微软雅黑" panose="020B0503020204020204" pitchFamily="34" charset="-122"/>
              </a:rPr>
              <a:t>2</a:t>
            </a:r>
          </a:p>
          <a:p>
            <a:pPr lvl="1" eaLnBrk="1" hangingPunct="1">
              <a:lnSpc>
                <a:spcPct val="120000"/>
              </a:lnSpc>
            </a:pPr>
            <a:r>
              <a:rPr lang="zh-CN" altLang="en-US" sz="2400">
                <a:latin typeface="微软雅黑" panose="020B0503020204020204" pitchFamily="34" charset="-122"/>
                <a:ea typeface="微软雅黑" panose="020B0503020204020204" pitchFamily="34" charset="-122"/>
              </a:rPr>
              <a:t>先求解表达式</a:t>
            </a:r>
            <a:r>
              <a:rPr lang="en-US" altLang="zh-CN" sz="2400">
                <a:latin typeface="微软雅黑" panose="020B0503020204020204" pitchFamily="34" charset="-122"/>
                <a:ea typeface="微软雅黑" panose="020B0503020204020204" pitchFamily="34" charset="-122"/>
              </a:rPr>
              <a:t>1</a:t>
            </a:r>
          </a:p>
          <a:p>
            <a:pPr lvl="1" eaLnBrk="1" hangingPunct="1">
              <a:lnSpc>
                <a:spcPct val="120000"/>
              </a:lnSpc>
            </a:pPr>
            <a:r>
              <a:rPr lang="zh-CN" altLang="en-US" sz="2400">
                <a:latin typeface="微软雅黑" panose="020B0503020204020204" pitchFamily="34" charset="-122"/>
                <a:ea typeface="微软雅黑" panose="020B0503020204020204" pitchFamily="34" charset="-122"/>
              </a:rPr>
              <a:t>若表达式</a:t>
            </a:r>
            <a:r>
              <a:rPr lang="en-US" altLang="zh-CN" sz="2400">
                <a:latin typeface="微软雅黑" panose="020B0503020204020204" pitchFamily="34" charset="-122"/>
                <a:ea typeface="微软雅黑" panose="020B0503020204020204" pitchFamily="34" charset="-122"/>
              </a:rPr>
              <a:t>1</a:t>
            </a:r>
            <a:r>
              <a:rPr lang="zh-CN" altLang="en-US" sz="2400">
                <a:latin typeface="微软雅黑" panose="020B0503020204020204" pitchFamily="34" charset="-122"/>
                <a:ea typeface="微软雅黑" panose="020B0503020204020204" pitchFamily="34" charset="-122"/>
              </a:rPr>
              <a:t>的值为</a:t>
            </a:r>
            <a:r>
              <a:rPr lang="en-US" altLang="zh-CN" sz="2400">
                <a:latin typeface="微软雅黑" panose="020B0503020204020204" pitchFamily="34" charset="-122"/>
                <a:ea typeface="微软雅黑" panose="020B0503020204020204" pitchFamily="34" charset="-122"/>
              </a:rPr>
              <a:t>false</a:t>
            </a:r>
            <a:r>
              <a:rPr lang="zh-CN" altLang="en-US" sz="2400">
                <a:latin typeface="微软雅黑" panose="020B0503020204020204" pitchFamily="34" charset="-122"/>
                <a:ea typeface="微软雅黑" panose="020B0503020204020204" pitchFamily="34" charset="-122"/>
              </a:rPr>
              <a:t>，则最终结果为</a:t>
            </a:r>
            <a:r>
              <a:rPr lang="en-US" altLang="zh-CN" sz="2400">
                <a:latin typeface="微软雅黑" panose="020B0503020204020204" pitchFamily="34" charset="-122"/>
                <a:ea typeface="微软雅黑" panose="020B0503020204020204" pitchFamily="34" charset="-122"/>
              </a:rPr>
              <a:t>false</a:t>
            </a:r>
            <a:r>
              <a:rPr lang="zh-CN" altLang="en-US" sz="2400">
                <a:latin typeface="微软雅黑" panose="020B0503020204020204" pitchFamily="34" charset="-122"/>
                <a:ea typeface="微软雅黑" panose="020B0503020204020204" pitchFamily="34" charset="-122"/>
              </a:rPr>
              <a:t>，</a:t>
            </a:r>
            <a:r>
              <a:rPr lang="zh-CN" altLang="en-US" sz="2400" b="1">
                <a:latin typeface="微软雅黑" panose="020B0503020204020204" pitchFamily="34" charset="-122"/>
                <a:ea typeface="微软雅黑" panose="020B0503020204020204" pitchFamily="34" charset="-122"/>
              </a:rPr>
              <a:t>不再求解表达式</a:t>
            </a:r>
            <a:r>
              <a:rPr lang="en-US" altLang="zh-CN" sz="2400" b="1">
                <a:latin typeface="微软雅黑" panose="020B0503020204020204" pitchFamily="34" charset="-122"/>
                <a:ea typeface="微软雅黑" panose="020B0503020204020204" pitchFamily="34" charset="-122"/>
              </a:rPr>
              <a:t>2</a:t>
            </a:r>
          </a:p>
          <a:p>
            <a:pPr lvl="1" eaLnBrk="1" hangingPunct="1">
              <a:lnSpc>
                <a:spcPct val="120000"/>
              </a:lnSpc>
            </a:pPr>
            <a:r>
              <a:rPr lang="zh-CN" altLang="en-US" sz="2400">
                <a:latin typeface="微软雅黑" panose="020B0503020204020204" pitchFamily="34" charset="-122"/>
                <a:ea typeface="微软雅黑" panose="020B0503020204020204" pitchFamily="34" charset="-122"/>
              </a:rPr>
              <a:t>若表达式</a:t>
            </a:r>
            <a:r>
              <a:rPr lang="en-US" altLang="zh-CN" sz="2400">
                <a:latin typeface="微软雅黑" panose="020B0503020204020204" pitchFamily="34" charset="-122"/>
                <a:ea typeface="微软雅黑" panose="020B0503020204020204" pitchFamily="34" charset="-122"/>
              </a:rPr>
              <a:t>1</a:t>
            </a:r>
            <a:r>
              <a:rPr lang="zh-CN" altLang="en-US" sz="2400">
                <a:latin typeface="微软雅黑" panose="020B0503020204020204" pitchFamily="34" charset="-122"/>
                <a:ea typeface="微软雅黑" panose="020B0503020204020204" pitchFamily="34" charset="-122"/>
              </a:rPr>
              <a:t>的结果为</a:t>
            </a:r>
            <a:r>
              <a:rPr lang="en-US" altLang="zh-CN" sz="2400">
                <a:latin typeface="微软雅黑" panose="020B0503020204020204" pitchFamily="34" charset="-122"/>
                <a:ea typeface="微软雅黑" panose="020B0503020204020204" pitchFamily="34" charset="-122"/>
              </a:rPr>
              <a:t>true</a:t>
            </a:r>
            <a:r>
              <a:rPr lang="zh-CN" altLang="en-US" sz="2400">
                <a:latin typeface="微软雅黑" panose="020B0503020204020204" pitchFamily="34" charset="-122"/>
                <a:ea typeface="微软雅黑" panose="020B0503020204020204" pitchFamily="34" charset="-122"/>
              </a:rPr>
              <a:t>，则求解表达式</a:t>
            </a:r>
            <a:r>
              <a:rPr lang="en-US" altLang="zh-CN" sz="2400">
                <a:latin typeface="微软雅黑" panose="020B0503020204020204" pitchFamily="34" charset="-122"/>
                <a:ea typeface="微软雅黑" panose="020B0503020204020204" pitchFamily="34" charset="-122"/>
              </a:rPr>
              <a:t>2</a:t>
            </a:r>
            <a:r>
              <a:rPr lang="zh-CN" altLang="en-US" sz="2400">
                <a:latin typeface="微软雅黑" panose="020B0503020204020204" pitchFamily="34" charset="-122"/>
                <a:ea typeface="微软雅黑" panose="020B0503020204020204" pitchFamily="34" charset="-122"/>
              </a:rPr>
              <a:t>，以表达式</a:t>
            </a:r>
            <a:r>
              <a:rPr lang="en-US" altLang="zh-CN" sz="2400">
                <a:latin typeface="微软雅黑" panose="020B0503020204020204" pitchFamily="34" charset="-122"/>
                <a:ea typeface="微软雅黑" panose="020B0503020204020204" pitchFamily="34" charset="-122"/>
              </a:rPr>
              <a:t>2</a:t>
            </a:r>
            <a:r>
              <a:rPr lang="zh-CN" altLang="en-US" sz="2400">
                <a:latin typeface="微软雅黑" panose="020B0503020204020204" pitchFamily="34" charset="-122"/>
                <a:ea typeface="微软雅黑" panose="020B0503020204020204" pitchFamily="34" charset="-122"/>
              </a:rPr>
              <a:t>的结果作为最终结果</a:t>
            </a:r>
          </a:p>
          <a:p>
            <a:pPr eaLnBrk="1" hangingPunct="1">
              <a:lnSpc>
                <a:spcPct val="120000"/>
              </a:lnSpc>
            </a:pPr>
            <a:r>
              <a:rPr lang="zh-CN" altLang="en-US" sz="2400">
                <a:latin typeface="微软雅黑" panose="020B0503020204020204" pitchFamily="34" charset="-122"/>
                <a:ea typeface="微软雅黑" panose="020B0503020204020204" pitchFamily="34" charset="-122"/>
              </a:rPr>
              <a:t>“</a:t>
            </a:r>
            <a:r>
              <a:rPr lang="en-US" altLang="zh-CN" sz="2400">
                <a:latin typeface="微软雅黑" panose="020B0503020204020204" pitchFamily="34" charset="-122"/>
                <a:ea typeface="微软雅黑" panose="020B0503020204020204" pitchFamily="34" charset="-122"/>
              </a:rPr>
              <a:t>||”</a:t>
            </a:r>
            <a:r>
              <a:rPr lang="zh-CN" altLang="en-US" sz="2400">
                <a:latin typeface="微软雅黑" panose="020B0503020204020204" pitchFamily="34" charset="-122"/>
                <a:ea typeface="微软雅黑" panose="020B0503020204020204" pitchFamily="34" charset="-122"/>
              </a:rPr>
              <a:t>也具有类似的特性</a:t>
            </a:r>
          </a:p>
        </p:txBody>
      </p:sp>
      <p:sp>
        <p:nvSpPr>
          <p:cNvPr id="2" name="灯片编号占位符 1"/>
          <p:cNvSpPr>
            <a:spLocks noGrp="1"/>
          </p:cNvSpPr>
          <p:nvPr>
            <p:ph type="sldNum" sz="quarter" idx="4"/>
          </p:nvPr>
        </p:nvSpPr>
        <p:spPr/>
        <p:txBody>
          <a:bodyPr/>
          <a:lstStyle/>
          <a:p>
            <a:fld id="{DEA904C8-CD7B-4714-BAE1-F1A91095C3EA}" type="slidenum">
              <a:rPr lang="zh-CN" altLang="en-US" smtClean="0"/>
              <a:pPr/>
              <a:t>35</a:t>
            </a:fld>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81923">
                                            <p:txEl>
                                              <p:pRg st="1" end="1"/>
                                            </p:txEl>
                                          </p:spTgt>
                                        </p:tgtEl>
                                        <p:attrNameLst>
                                          <p:attrName>style.visibility</p:attrName>
                                        </p:attrNameLst>
                                      </p:cBhvr>
                                      <p:to>
                                        <p:strVal val="visible"/>
                                      </p:to>
                                    </p:set>
                                    <p:anim calcmode="lin" valueType="num">
                                      <p:cBhvr additive="base">
                                        <p:cTn id="7" dur="1000" fill="hold"/>
                                        <p:tgtEl>
                                          <p:spTgt spid="81923">
                                            <p:txEl>
                                              <p:pRg st="1" end="1"/>
                                            </p:txEl>
                                          </p:spTgt>
                                        </p:tgtEl>
                                        <p:attrNameLst>
                                          <p:attrName>ppt_x</p:attrName>
                                        </p:attrNameLst>
                                      </p:cBhvr>
                                      <p:tavLst>
                                        <p:tav tm="0">
                                          <p:val>
                                            <p:strVal val="0-#ppt_w/2"/>
                                          </p:val>
                                        </p:tav>
                                        <p:tav tm="100000">
                                          <p:val>
                                            <p:strVal val="#ppt_x"/>
                                          </p:val>
                                        </p:tav>
                                      </p:tavLst>
                                    </p:anim>
                                    <p:anim calcmode="lin" valueType="num">
                                      <p:cBhvr additive="base">
                                        <p:cTn id="8" dur="1000" fill="hold"/>
                                        <p:tgtEl>
                                          <p:spTgt spid="81923">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81923">
                                            <p:txEl>
                                              <p:pRg st="2" end="2"/>
                                            </p:txEl>
                                          </p:spTgt>
                                        </p:tgtEl>
                                        <p:attrNameLst>
                                          <p:attrName>style.visibility</p:attrName>
                                        </p:attrNameLst>
                                      </p:cBhvr>
                                      <p:to>
                                        <p:strVal val="visible"/>
                                      </p:to>
                                    </p:set>
                                    <p:anim calcmode="lin" valueType="num">
                                      <p:cBhvr additive="base">
                                        <p:cTn id="13" dur="1000" fill="hold"/>
                                        <p:tgtEl>
                                          <p:spTgt spid="81923">
                                            <p:txEl>
                                              <p:pRg st="2" end="2"/>
                                            </p:txEl>
                                          </p:spTgt>
                                        </p:tgtEl>
                                        <p:attrNameLst>
                                          <p:attrName>ppt_x</p:attrName>
                                        </p:attrNameLst>
                                      </p:cBhvr>
                                      <p:tavLst>
                                        <p:tav tm="0">
                                          <p:val>
                                            <p:strVal val="0-#ppt_w/2"/>
                                          </p:val>
                                        </p:tav>
                                        <p:tav tm="100000">
                                          <p:val>
                                            <p:strVal val="#ppt_x"/>
                                          </p:val>
                                        </p:tav>
                                      </p:tavLst>
                                    </p:anim>
                                    <p:anim calcmode="lin" valueType="num">
                                      <p:cBhvr additive="base">
                                        <p:cTn id="14" dur="1000" fill="hold"/>
                                        <p:tgtEl>
                                          <p:spTgt spid="81923">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nodeType="clickEffect">
                                  <p:stCondLst>
                                    <p:cond delay="0"/>
                                  </p:stCondLst>
                                  <p:childTnLst>
                                    <p:set>
                                      <p:cBhvr>
                                        <p:cTn id="18" dur="1" fill="hold">
                                          <p:stCondLst>
                                            <p:cond delay="0"/>
                                          </p:stCondLst>
                                        </p:cTn>
                                        <p:tgtEl>
                                          <p:spTgt spid="81923">
                                            <p:txEl>
                                              <p:pRg st="3" end="3"/>
                                            </p:txEl>
                                          </p:spTgt>
                                        </p:tgtEl>
                                        <p:attrNameLst>
                                          <p:attrName>style.visibility</p:attrName>
                                        </p:attrNameLst>
                                      </p:cBhvr>
                                      <p:to>
                                        <p:strVal val="visible"/>
                                      </p:to>
                                    </p:set>
                                    <p:anim calcmode="lin" valueType="num">
                                      <p:cBhvr additive="base">
                                        <p:cTn id="19" dur="1000" fill="hold"/>
                                        <p:tgtEl>
                                          <p:spTgt spid="81923">
                                            <p:txEl>
                                              <p:pRg st="3" end="3"/>
                                            </p:txEl>
                                          </p:spTgt>
                                        </p:tgtEl>
                                        <p:attrNameLst>
                                          <p:attrName>ppt_x</p:attrName>
                                        </p:attrNameLst>
                                      </p:cBhvr>
                                      <p:tavLst>
                                        <p:tav tm="0">
                                          <p:val>
                                            <p:strVal val="0-#ppt_w/2"/>
                                          </p:val>
                                        </p:tav>
                                        <p:tav tm="100000">
                                          <p:val>
                                            <p:strVal val="#ppt_x"/>
                                          </p:val>
                                        </p:tav>
                                      </p:tavLst>
                                    </p:anim>
                                    <p:anim calcmode="lin" valueType="num">
                                      <p:cBhvr additive="base">
                                        <p:cTn id="20" dur="1000" fill="hold"/>
                                        <p:tgtEl>
                                          <p:spTgt spid="81923">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nodeType="clickEffect">
                                  <p:stCondLst>
                                    <p:cond delay="0"/>
                                  </p:stCondLst>
                                  <p:childTnLst>
                                    <p:set>
                                      <p:cBhvr>
                                        <p:cTn id="24" dur="1" fill="hold">
                                          <p:stCondLst>
                                            <p:cond delay="0"/>
                                          </p:stCondLst>
                                        </p:cTn>
                                        <p:tgtEl>
                                          <p:spTgt spid="81923">
                                            <p:txEl>
                                              <p:pRg st="4" end="4"/>
                                            </p:txEl>
                                          </p:spTgt>
                                        </p:tgtEl>
                                        <p:attrNameLst>
                                          <p:attrName>style.visibility</p:attrName>
                                        </p:attrNameLst>
                                      </p:cBhvr>
                                      <p:to>
                                        <p:strVal val="visible"/>
                                      </p:to>
                                    </p:set>
                                    <p:anim calcmode="lin" valueType="num">
                                      <p:cBhvr additive="base">
                                        <p:cTn id="25" dur="1000" fill="hold"/>
                                        <p:tgtEl>
                                          <p:spTgt spid="81923">
                                            <p:txEl>
                                              <p:pRg st="4" end="4"/>
                                            </p:txEl>
                                          </p:spTgt>
                                        </p:tgtEl>
                                        <p:attrNameLst>
                                          <p:attrName>ppt_x</p:attrName>
                                        </p:attrNameLst>
                                      </p:cBhvr>
                                      <p:tavLst>
                                        <p:tav tm="0">
                                          <p:val>
                                            <p:strVal val="0-#ppt_w/2"/>
                                          </p:val>
                                        </p:tav>
                                        <p:tav tm="100000">
                                          <p:val>
                                            <p:strVal val="#ppt_x"/>
                                          </p:val>
                                        </p:tav>
                                      </p:tavLst>
                                    </p:anim>
                                    <p:anim calcmode="lin" valueType="num">
                                      <p:cBhvr additive="base">
                                        <p:cTn id="26" dur="1000" fill="hold"/>
                                        <p:tgtEl>
                                          <p:spTgt spid="81923">
                                            <p:txEl>
                                              <p:pRg st="4" end="4"/>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标题 1"/>
          <p:cNvSpPr>
            <a:spLocks noGrp="1"/>
          </p:cNvSpPr>
          <p:nvPr>
            <p:ph type="title"/>
          </p:nvPr>
        </p:nvSpPr>
        <p:spPr>
          <a:xfrm>
            <a:off x="609600" y="1071563"/>
            <a:ext cx="10975975" cy="1066800"/>
          </a:xfrm>
        </p:spPr>
        <p:txBody>
          <a:bodyPr/>
          <a:lstStyle/>
          <a:p>
            <a:pPr eaLnBrk="1" hangingPunct="1">
              <a:defRPr/>
            </a:pPr>
            <a:r>
              <a:rPr lang="zh-CN" altLang="en-US" dirty="0">
                <a:solidFill>
                  <a:schemeClr val="accent5"/>
                </a:solidFill>
                <a:latin typeface="微软雅黑" pitchFamily="34" charset="-122"/>
                <a:ea typeface="微软雅黑" pitchFamily="34" charset="-122"/>
              </a:rPr>
              <a:t>条件运算符与条件表达式</a:t>
            </a:r>
          </a:p>
        </p:txBody>
      </p:sp>
      <p:sp>
        <p:nvSpPr>
          <p:cNvPr id="82947" name="内容占位符 2"/>
          <p:cNvSpPr>
            <a:spLocks noGrp="1"/>
          </p:cNvSpPr>
          <p:nvPr>
            <p:ph idx="1"/>
          </p:nvPr>
        </p:nvSpPr>
        <p:spPr>
          <a:xfrm>
            <a:off x="609600" y="2070100"/>
            <a:ext cx="10753725" cy="4383088"/>
          </a:xfrm>
        </p:spPr>
        <p:txBody>
          <a:bodyPr/>
          <a:lstStyle/>
          <a:p>
            <a:pPr eaLnBrk="1" hangingPunct="1">
              <a:lnSpc>
                <a:spcPct val="110000"/>
              </a:lnSpc>
            </a:pPr>
            <a:r>
              <a:rPr lang="zh-CN" altLang="en-US" sz="2400">
                <a:latin typeface="微软雅黑" panose="020B0503020204020204" pitchFamily="34" charset="-122"/>
                <a:ea typeface="微软雅黑" panose="020B0503020204020204" pitchFamily="34" charset="-122"/>
              </a:rPr>
              <a:t>一般形式</a:t>
            </a:r>
          </a:p>
          <a:p>
            <a:pPr lvl="1" eaLnBrk="1" hangingPunct="1">
              <a:lnSpc>
                <a:spcPct val="110000"/>
              </a:lnSpc>
              <a:buClr>
                <a:schemeClr val="tx1"/>
              </a:buClr>
              <a:buFont typeface="Georgia" panose="02040502050405020303" pitchFamily="18" charset="0"/>
              <a:buNone/>
            </a:pPr>
            <a:r>
              <a:rPr lang="zh-CN" altLang="en-US" sz="2400">
                <a:latin typeface="微软雅黑" panose="020B0503020204020204" pitchFamily="34" charset="-122"/>
                <a:ea typeface="微软雅黑" panose="020B0503020204020204" pitchFamily="34" charset="-122"/>
              </a:rPr>
              <a:t>表达式</a:t>
            </a:r>
            <a:r>
              <a:rPr lang="en-US" altLang="zh-CN" sz="2400">
                <a:latin typeface="微软雅黑" panose="020B0503020204020204" pitchFamily="34" charset="-122"/>
                <a:ea typeface="微软雅黑" panose="020B0503020204020204" pitchFamily="34" charset="-122"/>
              </a:rPr>
              <a:t>1</a:t>
            </a:r>
            <a:r>
              <a:rPr lang="zh-CN" altLang="en-US" sz="2400">
                <a:latin typeface="微软雅黑" panose="020B0503020204020204" pitchFamily="34" charset="-122"/>
                <a:ea typeface="微软雅黑" panose="020B0503020204020204" pitchFamily="34" charset="-122"/>
              </a:rPr>
              <a:t>？表达式</a:t>
            </a:r>
            <a:r>
              <a:rPr lang="en-US" altLang="zh-CN" sz="2400">
                <a:latin typeface="微软雅黑" panose="020B0503020204020204" pitchFamily="34" charset="-122"/>
                <a:ea typeface="微软雅黑" panose="020B0503020204020204" pitchFamily="34" charset="-122"/>
              </a:rPr>
              <a:t>2</a:t>
            </a:r>
            <a:r>
              <a:rPr lang="zh-CN" altLang="en-US" sz="2400">
                <a:latin typeface="微软雅黑" panose="020B0503020204020204" pitchFamily="34" charset="-122"/>
                <a:ea typeface="微软雅黑" panose="020B0503020204020204" pitchFamily="34" charset="-122"/>
              </a:rPr>
              <a:t>：表达式</a:t>
            </a:r>
            <a:r>
              <a:rPr lang="en-US" altLang="zh-CN" sz="2400">
                <a:latin typeface="微软雅黑" panose="020B0503020204020204" pitchFamily="34" charset="-122"/>
                <a:ea typeface="微软雅黑" panose="020B0503020204020204" pitchFamily="34" charset="-122"/>
              </a:rPr>
              <a:t>3</a:t>
            </a:r>
          </a:p>
          <a:p>
            <a:pPr lvl="2" eaLnBrk="1" hangingPunct="1">
              <a:lnSpc>
                <a:spcPct val="110000"/>
              </a:lnSpc>
              <a:buClr>
                <a:schemeClr val="tx1"/>
              </a:buClr>
              <a:buFont typeface="Wingdings 2" panose="05020102010507070707" pitchFamily="18" charset="2"/>
              <a:buNone/>
            </a:pPr>
            <a:r>
              <a:rPr lang="zh-CN" altLang="en-US">
                <a:latin typeface="微软雅黑" panose="020B0503020204020204" pitchFamily="34" charset="-122"/>
                <a:ea typeface="微软雅黑" panose="020B0503020204020204" pitchFamily="34" charset="-122"/>
              </a:rPr>
              <a:t>表达式</a:t>
            </a:r>
            <a:r>
              <a:rPr lang="en-US" altLang="zh-CN">
                <a:latin typeface="微软雅黑" panose="020B0503020204020204" pitchFamily="34" charset="-122"/>
                <a:ea typeface="微软雅黑" panose="020B0503020204020204" pitchFamily="34" charset="-122"/>
              </a:rPr>
              <a:t>1 </a:t>
            </a:r>
            <a:r>
              <a:rPr lang="zh-CN" altLang="en-US">
                <a:latin typeface="微软雅黑" panose="020B0503020204020204" pitchFamily="34" charset="-122"/>
                <a:ea typeface="微软雅黑" panose="020B0503020204020204" pitchFamily="34" charset="-122"/>
              </a:rPr>
              <a:t>必须是 </a:t>
            </a:r>
            <a:r>
              <a:rPr lang="en-US" altLang="zh-CN">
                <a:latin typeface="微软雅黑" panose="020B0503020204020204" pitchFamily="34" charset="-122"/>
                <a:ea typeface="微软雅黑" panose="020B0503020204020204" pitchFamily="34" charset="-122"/>
              </a:rPr>
              <a:t>bool </a:t>
            </a:r>
            <a:r>
              <a:rPr lang="zh-CN" altLang="en-US">
                <a:latin typeface="微软雅黑" panose="020B0503020204020204" pitchFamily="34" charset="-122"/>
                <a:ea typeface="微软雅黑" panose="020B0503020204020204" pitchFamily="34" charset="-122"/>
              </a:rPr>
              <a:t>类型</a:t>
            </a:r>
          </a:p>
          <a:p>
            <a:pPr eaLnBrk="1" hangingPunct="1">
              <a:lnSpc>
                <a:spcPct val="110000"/>
              </a:lnSpc>
            </a:pPr>
            <a:r>
              <a:rPr lang="zh-CN" altLang="en-US" sz="2400">
                <a:latin typeface="微软雅黑" panose="020B0503020204020204" pitchFamily="34" charset="-122"/>
                <a:ea typeface="微软雅黑" panose="020B0503020204020204" pitchFamily="34" charset="-122"/>
              </a:rPr>
              <a:t>执行顺序</a:t>
            </a:r>
          </a:p>
          <a:p>
            <a:pPr lvl="1" eaLnBrk="1" hangingPunct="1">
              <a:lnSpc>
                <a:spcPct val="110000"/>
              </a:lnSpc>
              <a:buClr>
                <a:schemeClr val="tx1"/>
              </a:buClr>
            </a:pPr>
            <a:r>
              <a:rPr lang="zh-CN" altLang="en-US" sz="2400">
                <a:latin typeface="微软雅黑" panose="020B0503020204020204" pitchFamily="34" charset="-122"/>
                <a:ea typeface="微软雅黑" panose="020B0503020204020204" pitchFamily="34" charset="-122"/>
              </a:rPr>
              <a:t>先求解</a:t>
            </a:r>
            <a:r>
              <a:rPr lang="zh-CN" altLang="en-US" sz="2400">
                <a:solidFill>
                  <a:schemeClr val="tx1"/>
                </a:solidFill>
                <a:latin typeface="微软雅黑" panose="020B0503020204020204" pitchFamily="34" charset="-122"/>
                <a:ea typeface="微软雅黑" panose="020B0503020204020204" pitchFamily="34" charset="-122"/>
              </a:rPr>
              <a:t>表达式</a:t>
            </a:r>
            <a:r>
              <a:rPr lang="en-US" altLang="zh-CN" sz="2400">
                <a:solidFill>
                  <a:schemeClr val="tx1"/>
                </a:solidFill>
                <a:latin typeface="微软雅黑" panose="020B0503020204020204" pitchFamily="34" charset="-122"/>
                <a:ea typeface="微软雅黑" panose="020B0503020204020204" pitchFamily="34" charset="-122"/>
              </a:rPr>
              <a:t>1</a:t>
            </a:r>
            <a:r>
              <a:rPr lang="zh-CN" altLang="en-US" sz="2400">
                <a:latin typeface="微软雅黑" panose="020B0503020204020204" pitchFamily="34" charset="-122"/>
                <a:ea typeface="微软雅黑" panose="020B0503020204020204" pitchFamily="34" charset="-122"/>
              </a:rPr>
              <a:t>，</a:t>
            </a:r>
          </a:p>
          <a:p>
            <a:pPr lvl="1" eaLnBrk="1" hangingPunct="1">
              <a:lnSpc>
                <a:spcPct val="110000"/>
              </a:lnSpc>
              <a:buClr>
                <a:schemeClr val="tx1"/>
              </a:buClr>
            </a:pPr>
            <a:r>
              <a:rPr lang="zh-CN" altLang="en-US" sz="2400">
                <a:latin typeface="微软雅黑" panose="020B0503020204020204" pitchFamily="34" charset="-122"/>
                <a:ea typeface="微软雅黑" panose="020B0503020204020204" pitchFamily="34" charset="-122"/>
              </a:rPr>
              <a:t>若表达式</a:t>
            </a:r>
            <a:r>
              <a:rPr lang="en-US" altLang="zh-CN" sz="2400">
                <a:latin typeface="微软雅黑" panose="020B0503020204020204" pitchFamily="34" charset="-122"/>
                <a:ea typeface="微软雅黑" panose="020B0503020204020204" pitchFamily="34" charset="-122"/>
              </a:rPr>
              <a:t>1</a:t>
            </a:r>
            <a:r>
              <a:rPr lang="zh-CN" altLang="en-US" sz="2400">
                <a:latin typeface="微软雅黑" panose="020B0503020204020204" pitchFamily="34" charset="-122"/>
                <a:ea typeface="微软雅黑" panose="020B0503020204020204" pitchFamily="34" charset="-122"/>
              </a:rPr>
              <a:t>的值为</a:t>
            </a:r>
            <a:r>
              <a:rPr lang="en-US" altLang="zh-CN" sz="2400">
                <a:solidFill>
                  <a:schemeClr val="tx1"/>
                </a:solidFill>
                <a:latin typeface="微软雅黑" panose="020B0503020204020204" pitchFamily="34" charset="-122"/>
                <a:ea typeface="微软雅黑" panose="020B0503020204020204" pitchFamily="34" charset="-122"/>
              </a:rPr>
              <a:t>true</a:t>
            </a:r>
            <a:r>
              <a:rPr lang="zh-CN" altLang="en-US" sz="2400">
                <a:latin typeface="微软雅黑" panose="020B0503020204020204" pitchFamily="34" charset="-122"/>
                <a:ea typeface="微软雅黑" panose="020B0503020204020204" pitchFamily="34" charset="-122"/>
              </a:rPr>
              <a:t>，则求解</a:t>
            </a:r>
            <a:r>
              <a:rPr lang="zh-CN" altLang="en-US" sz="2400">
                <a:solidFill>
                  <a:schemeClr val="tx1"/>
                </a:solidFill>
                <a:latin typeface="微软雅黑" panose="020B0503020204020204" pitchFamily="34" charset="-122"/>
                <a:ea typeface="微软雅黑" panose="020B0503020204020204" pitchFamily="34" charset="-122"/>
              </a:rPr>
              <a:t>表达式</a:t>
            </a:r>
            <a:r>
              <a:rPr lang="en-US" altLang="zh-CN" sz="2400">
                <a:solidFill>
                  <a:schemeClr val="tx1"/>
                </a:solidFill>
                <a:latin typeface="微软雅黑" panose="020B0503020204020204" pitchFamily="34" charset="-122"/>
                <a:ea typeface="微软雅黑" panose="020B0503020204020204" pitchFamily="34" charset="-122"/>
              </a:rPr>
              <a:t>2</a:t>
            </a:r>
            <a:r>
              <a:rPr lang="zh-CN" altLang="en-US" sz="2400">
                <a:latin typeface="微软雅黑" panose="020B0503020204020204" pitchFamily="34" charset="-122"/>
                <a:ea typeface="微软雅黑" panose="020B0503020204020204" pitchFamily="34" charset="-122"/>
              </a:rPr>
              <a:t>，表达式</a:t>
            </a:r>
            <a:r>
              <a:rPr lang="en-US" altLang="zh-CN" sz="2400">
                <a:latin typeface="微软雅黑" panose="020B0503020204020204" pitchFamily="34" charset="-122"/>
                <a:ea typeface="微软雅黑" panose="020B0503020204020204" pitchFamily="34" charset="-122"/>
              </a:rPr>
              <a:t>2</a:t>
            </a:r>
            <a:r>
              <a:rPr lang="zh-CN" altLang="en-US" sz="2400">
                <a:latin typeface="微软雅黑" panose="020B0503020204020204" pitchFamily="34" charset="-122"/>
                <a:ea typeface="微软雅黑" panose="020B0503020204020204" pitchFamily="34" charset="-122"/>
              </a:rPr>
              <a:t>的值为最终结果</a:t>
            </a:r>
          </a:p>
          <a:p>
            <a:pPr lvl="1" eaLnBrk="1" hangingPunct="1">
              <a:lnSpc>
                <a:spcPct val="110000"/>
              </a:lnSpc>
              <a:buClr>
                <a:schemeClr val="tx1"/>
              </a:buClr>
            </a:pPr>
            <a:r>
              <a:rPr lang="zh-CN" altLang="en-US" sz="2400">
                <a:latin typeface="微软雅黑" panose="020B0503020204020204" pitchFamily="34" charset="-122"/>
                <a:ea typeface="微软雅黑" panose="020B0503020204020204" pitchFamily="34" charset="-122"/>
              </a:rPr>
              <a:t>若表达式</a:t>
            </a:r>
            <a:r>
              <a:rPr lang="en-US" altLang="zh-CN" sz="2400">
                <a:latin typeface="微软雅黑" panose="020B0503020204020204" pitchFamily="34" charset="-122"/>
                <a:ea typeface="微软雅黑" panose="020B0503020204020204" pitchFamily="34" charset="-122"/>
              </a:rPr>
              <a:t>1</a:t>
            </a:r>
            <a:r>
              <a:rPr lang="zh-CN" altLang="en-US" sz="2400">
                <a:latin typeface="微软雅黑" panose="020B0503020204020204" pitchFamily="34" charset="-122"/>
                <a:ea typeface="微软雅黑" panose="020B0503020204020204" pitchFamily="34" charset="-122"/>
              </a:rPr>
              <a:t>的值为</a:t>
            </a:r>
            <a:r>
              <a:rPr lang="en-US" altLang="zh-CN" sz="2400">
                <a:solidFill>
                  <a:schemeClr val="tx1"/>
                </a:solidFill>
                <a:latin typeface="微软雅黑" panose="020B0503020204020204" pitchFamily="34" charset="-122"/>
                <a:ea typeface="微软雅黑" panose="020B0503020204020204" pitchFamily="34" charset="-122"/>
              </a:rPr>
              <a:t>false</a:t>
            </a:r>
            <a:r>
              <a:rPr lang="zh-CN" altLang="en-US" sz="2400">
                <a:latin typeface="微软雅黑" panose="020B0503020204020204" pitchFamily="34" charset="-122"/>
                <a:ea typeface="微软雅黑" panose="020B0503020204020204" pitchFamily="34" charset="-122"/>
              </a:rPr>
              <a:t>，则求解</a:t>
            </a:r>
            <a:r>
              <a:rPr lang="zh-CN" altLang="en-US" sz="2400">
                <a:solidFill>
                  <a:schemeClr val="tx1"/>
                </a:solidFill>
                <a:latin typeface="微软雅黑" panose="020B0503020204020204" pitchFamily="34" charset="-122"/>
                <a:ea typeface="微软雅黑" panose="020B0503020204020204" pitchFamily="34" charset="-122"/>
              </a:rPr>
              <a:t>表达式</a:t>
            </a:r>
            <a:r>
              <a:rPr lang="en-US" altLang="zh-CN" sz="2400">
                <a:solidFill>
                  <a:schemeClr val="tx1"/>
                </a:solidFill>
                <a:latin typeface="微软雅黑" panose="020B0503020204020204" pitchFamily="34" charset="-122"/>
                <a:ea typeface="微软雅黑" panose="020B0503020204020204" pitchFamily="34" charset="-122"/>
              </a:rPr>
              <a:t>3</a:t>
            </a:r>
            <a:r>
              <a:rPr lang="zh-CN" altLang="en-US" sz="2400">
                <a:latin typeface="微软雅黑" panose="020B0503020204020204" pitchFamily="34" charset="-122"/>
                <a:ea typeface="微软雅黑" panose="020B0503020204020204" pitchFamily="34" charset="-122"/>
              </a:rPr>
              <a:t>，表达式</a:t>
            </a:r>
            <a:r>
              <a:rPr lang="en-US" altLang="zh-CN" sz="2400">
                <a:latin typeface="微软雅黑" panose="020B0503020204020204" pitchFamily="34" charset="-122"/>
                <a:ea typeface="微软雅黑" panose="020B0503020204020204" pitchFamily="34" charset="-122"/>
              </a:rPr>
              <a:t>3</a:t>
            </a:r>
            <a:r>
              <a:rPr lang="zh-CN" altLang="en-US" sz="2400">
                <a:latin typeface="微软雅黑" panose="020B0503020204020204" pitchFamily="34" charset="-122"/>
                <a:ea typeface="微软雅黑" panose="020B0503020204020204" pitchFamily="34" charset="-122"/>
              </a:rPr>
              <a:t>的值为最终结果</a:t>
            </a:r>
          </a:p>
          <a:p>
            <a:pPr eaLnBrk="1" hangingPunct="1">
              <a:lnSpc>
                <a:spcPct val="110000"/>
              </a:lnSpc>
              <a:buClr>
                <a:schemeClr val="tx1"/>
              </a:buClr>
            </a:pPr>
            <a:r>
              <a:rPr lang="zh-CN" altLang="en-US" sz="2400">
                <a:latin typeface="微软雅黑" panose="020B0503020204020204" pitchFamily="34" charset="-122"/>
                <a:ea typeface="微软雅黑" panose="020B0503020204020204" pitchFamily="34" charset="-122"/>
              </a:rPr>
              <a:t>例： </a:t>
            </a:r>
            <a:r>
              <a:rPr lang="en-US" altLang="zh-CN" sz="2400">
                <a:latin typeface="微软雅黑" panose="020B0503020204020204" pitchFamily="34" charset="-122"/>
                <a:ea typeface="微软雅黑" panose="020B0503020204020204" pitchFamily="34" charset="-122"/>
              </a:rPr>
              <a:t>x = a &gt; b ? a : b;</a:t>
            </a:r>
          </a:p>
        </p:txBody>
      </p:sp>
      <p:sp>
        <p:nvSpPr>
          <p:cNvPr id="2" name="灯片编号占位符 1"/>
          <p:cNvSpPr>
            <a:spLocks noGrp="1"/>
          </p:cNvSpPr>
          <p:nvPr>
            <p:ph type="sldNum" sz="quarter" idx="4"/>
          </p:nvPr>
        </p:nvSpPr>
        <p:spPr/>
        <p:txBody>
          <a:bodyPr/>
          <a:lstStyle/>
          <a:p>
            <a:fld id="{DEA904C8-CD7B-4714-BAE1-F1A91095C3EA}" type="slidenum">
              <a:rPr lang="zh-CN" altLang="en-US" smtClean="0"/>
              <a:pPr/>
              <a:t>36</a:t>
            </a:fld>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82947">
                                            <p:txEl>
                                              <p:pRg st="0" end="0"/>
                                            </p:txEl>
                                          </p:spTgt>
                                        </p:tgtEl>
                                        <p:attrNameLst>
                                          <p:attrName>style.visibility</p:attrName>
                                        </p:attrNameLst>
                                      </p:cBhvr>
                                      <p:to>
                                        <p:strVal val="visible"/>
                                      </p:to>
                                    </p:set>
                                    <p:anim calcmode="lin" valueType="num">
                                      <p:cBhvr additive="base">
                                        <p:cTn id="7" dur="1000" fill="hold"/>
                                        <p:tgtEl>
                                          <p:spTgt spid="82947">
                                            <p:txEl>
                                              <p:pRg st="0" end="0"/>
                                            </p:txEl>
                                          </p:spTgt>
                                        </p:tgtEl>
                                        <p:attrNameLst>
                                          <p:attrName>ppt_x</p:attrName>
                                        </p:attrNameLst>
                                      </p:cBhvr>
                                      <p:tavLst>
                                        <p:tav tm="0">
                                          <p:val>
                                            <p:strVal val="0-#ppt_w/2"/>
                                          </p:val>
                                        </p:tav>
                                        <p:tav tm="100000">
                                          <p:val>
                                            <p:strVal val="#ppt_x"/>
                                          </p:val>
                                        </p:tav>
                                      </p:tavLst>
                                    </p:anim>
                                    <p:anim calcmode="lin" valueType="num">
                                      <p:cBhvr additive="base">
                                        <p:cTn id="8" dur="1000" fill="hold"/>
                                        <p:tgtEl>
                                          <p:spTgt spid="82947">
                                            <p:txEl>
                                              <p:pRg st="0" end="0"/>
                                            </p:txEl>
                                          </p:spTgt>
                                        </p:tgtEl>
                                        <p:attrNameLst>
                                          <p:attrName>ppt_y</p:attrName>
                                        </p:attrNameLst>
                                      </p:cBhvr>
                                      <p:tavLst>
                                        <p:tav tm="0">
                                          <p:val>
                                            <p:strVal val="#ppt_y"/>
                                          </p:val>
                                        </p:tav>
                                        <p:tav tm="100000">
                                          <p:val>
                                            <p:strVal val="#ppt_y"/>
                                          </p:val>
                                        </p:tav>
                                      </p:tavLst>
                                    </p:anim>
                                  </p:childTnLst>
                                </p:cTn>
                              </p:par>
                              <p:par>
                                <p:cTn id="9" presetID="2" presetClass="entr" presetSubtype="8" fill="hold" nodeType="withEffect">
                                  <p:stCondLst>
                                    <p:cond delay="0"/>
                                  </p:stCondLst>
                                  <p:childTnLst>
                                    <p:set>
                                      <p:cBhvr>
                                        <p:cTn id="10" dur="1" fill="hold">
                                          <p:stCondLst>
                                            <p:cond delay="0"/>
                                          </p:stCondLst>
                                        </p:cTn>
                                        <p:tgtEl>
                                          <p:spTgt spid="82947">
                                            <p:txEl>
                                              <p:pRg st="1" end="1"/>
                                            </p:txEl>
                                          </p:spTgt>
                                        </p:tgtEl>
                                        <p:attrNameLst>
                                          <p:attrName>style.visibility</p:attrName>
                                        </p:attrNameLst>
                                      </p:cBhvr>
                                      <p:to>
                                        <p:strVal val="visible"/>
                                      </p:to>
                                    </p:set>
                                    <p:anim calcmode="lin" valueType="num">
                                      <p:cBhvr additive="base">
                                        <p:cTn id="11" dur="1000" fill="hold"/>
                                        <p:tgtEl>
                                          <p:spTgt spid="82947">
                                            <p:txEl>
                                              <p:pRg st="1" end="1"/>
                                            </p:txEl>
                                          </p:spTgt>
                                        </p:tgtEl>
                                        <p:attrNameLst>
                                          <p:attrName>ppt_x</p:attrName>
                                        </p:attrNameLst>
                                      </p:cBhvr>
                                      <p:tavLst>
                                        <p:tav tm="0">
                                          <p:val>
                                            <p:strVal val="0-#ppt_w/2"/>
                                          </p:val>
                                        </p:tav>
                                        <p:tav tm="100000">
                                          <p:val>
                                            <p:strVal val="#ppt_x"/>
                                          </p:val>
                                        </p:tav>
                                      </p:tavLst>
                                    </p:anim>
                                    <p:anim calcmode="lin" valueType="num">
                                      <p:cBhvr additive="base">
                                        <p:cTn id="12" dur="1000" fill="hold"/>
                                        <p:tgtEl>
                                          <p:spTgt spid="82947">
                                            <p:txEl>
                                              <p:pRg st="1" end="1"/>
                                            </p:txEl>
                                          </p:spTgt>
                                        </p:tgtEl>
                                        <p:attrNameLst>
                                          <p:attrName>ppt_y</p:attrName>
                                        </p:attrNameLst>
                                      </p:cBhvr>
                                      <p:tavLst>
                                        <p:tav tm="0">
                                          <p:val>
                                            <p:strVal val="#ppt_y"/>
                                          </p:val>
                                        </p:tav>
                                        <p:tav tm="100000">
                                          <p:val>
                                            <p:strVal val="#ppt_y"/>
                                          </p:val>
                                        </p:tav>
                                      </p:tavLst>
                                    </p:anim>
                                  </p:childTnLst>
                                </p:cTn>
                              </p:par>
                              <p:par>
                                <p:cTn id="13" presetID="2" presetClass="entr" presetSubtype="8" fill="hold" nodeType="withEffect">
                                  <p:stCondLst>
                                    <p:cond delay="0"/>
                                  </p:stCondLst>
                                  <p:childTnLst>
                                    <p:set>
                                      <p:cBhvr>
                                        <p:cTn id="14" dur="1" fill="hold">
                                          <p:stCondLst>
                                            <p:cond delay="0"/>
                                          </p:stCondLst>
                                        </p:cTn>
                                        <p:tgtEl>
                                          <p:spTgt spid="82947">
                                            <p:txEl>
                                              <p:pRg st="2" end="2"/>
                                            </p:txEl>
                                          </p:spTgt>
                                        </p:tgtEl>
                                        <p:attrNameLst>
                                          <p:attrName>style.visibility</p:attrName>
                                        </p:attrNameLst>
                                      </p:cBhvr>
                                      <p:to>
                                        <p:strVal val="visible"/>
                                      </p:to>
                                    </p:set>
                                    <p:anim calcmode="lin" valueType="num">
                                      <p:cBhvr additive="base">
                                        <p:cTn id="15" dur="1000" fill="hold"/>
                                        <p:tgtEl>
                                          <p:spTgt spid="82947">
                                            <p:txEl>
                                              <p:pRg st="2" end="2"/>
                                            </p:txEl>
                                          </p:spTgt>
                                        </p:tgtEl>
                                        <p:attrNameLst>
                                          <p:attrName>ppt_x</p:attrName>
                                        </p:attrNameLst>
                                      </p:cBhvr>
                                      <p:tavLst>
                                        <p:tav tm="0">
                                          <p:val>
                                            <p:strVal val="0-#ppt_w/2"/>
                                          </p:val>
                                        </p:tav>
                                        <p:tav tm="100000">
                                          <p:val>
                                            <p:strVal val="#ppt_x"/>
                                          </p:val>
                                        </p:tav>
                                      </p:tavLst>
                                    </p:anim>
                                    <p:anim calcmode="lin" valueType="num">
                                      <p:cBhvr additive="base">
                                        <p:cTn id="16" dur="1000" fill="hold"/>
                                        <p:tgtEl>
                                          <p:spTgt spid="82947">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2" presetClass="entr" presetSubtype="8" fill="hold" nodeType="clickEffect">
                                  <p:stCondLst>
                                    <p:cond delay="0"/>
                                  </p:stCondLst>
                                  <p:childTnLst>
                                    <p:set>
                                      <p:cBhvr>
                                        <p:cTn id="20" dur="1" fill="hold">
                                          <p:stCondLst>
                                            <p:cond delay="0"/>
                                          </p:stCondLst>
                                        </p:cTn>
                                        <p:tgtEl>
                                          <p:spTgt spid="82947">
                                            <p:txEl>
                                              <p:pRg st="3" end="3"/>
                                            </p:txEl>
                                          </p:spTgt>
                                        </p:tgtEl>
                                        <p:attrNameLst>
                                          <p:attrName>style.visibility</p:attrName>
                                        </p:attrNameLst>
                                      </p:cBhvr>
                                      <p:to>
                                        <p:strVal val="visible"/>
                                      </p:to>
                                    </p:set>
                                    <p:anim calcmode="lin" valueType="num">
                                      <p:cBhvr additive="base">
                                        <p:cTn id="21" dur="1000" fill="hold"/>
                                        <p:tgtEl>
                                          <p:spTgt spid="82947">
                                            <p:txEl>
                                              <p:pRg st="3" end="3"/>
                                            </p:txEl>
                                          </p:spTgt>
                                        </p:tgtEl>
                                        <p:attrNameLst>
                                          <p:attrName>ppt_x</p:attrName>
                                        </p:attrNameLst>
                                      </p:cBhvr>
                                      <p:tavLst>
                                        <p:tav tm="0">
                                          <p:val>
                                            <p:strVal val="0-#ppt_w/2"/>
                                          </p:val>
                                        </p:tav>
                                        <p:tav tm="100000">
                                          <p:val>
                                            <p:strVal val="#ppt_x"/>
                                          </p:val>
                                        </p:tav>
                                      </p:tavLst>
                                    </p:anim>
                                    <p:anim calcmode="lin" valueType="num">
                                      <p:cBhvr additive="base">
                                        <p:cTn id="22" dur="1000" fill="hold"/>
                                        <p:tgtEl>
                                          <p:spTgt spid="82947">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3" fill="hold" nodeType="clickPar">
                      <p:stCondLst>
                        <p:cond delay="indefinite"/>
                      </p:stCondLst>
                      <p:childTnLst>
                        <p:par>
                          <p:cTn id="24" fill="hold" nodeType="withGroup">
                            <p:stCondLst>
                              <p:cond delay="0"/>
                            </p:stCondLst>
                            <p:childTnLst>
                              <p:par>
                                <p:cTn id="25" presetID="2" presetClass="entr" presetSubtype="8" fill="hold" nodeType="clickEffect">
                                  <p:stCondLst>
                                    <p:cond delay="0"/>
                                  </p:stCondLst>
                                  <p:childTnLst>
                                    <p:set>
                                      <p:cBhvr>
                                        <p:cTn id="26" dur="1" fill="hold">
                                          <p:stCondLst>
                                            <p:cond delay="0"/>
                                          </p:stCondLst>
                                        </p:cTn>
                                        <p:tgtEl>
                                          <p:spTgt spid="82947">
                                            <p:txEl>
                                              <p:pRg st="4" end="4"/>
                                            </p:txEl>
                                          </p:spTgt>
                                        </p:tgtEl>
                                        <p:attrNameLst>
                                          <p:attrName>style.visibility</p:attrName>
                                        </p:attrNameLst>
                                      </p:cBhvr>
                                      <p:to>
                                        <p:strVal val="visible"/>
                                      </p:to>
                                    </p:set>
                                    <p:anim calcmode="lin" valueType="num">
                                      <p:cBhvr additive="base">
                                        <p:cTn id="27" dur="1000" fill="hold"/>
                                        <p:tgtEl>
                                          <p:spTgt spid="82947">
                                            <p:txEl>
                                              <p:pRg st="4" end="4"/>
                                            </p:txEl>
                                          </p:spTgt>
                                        </p:tgtEl>
                                        <p:attrNameLst>
                                          <p:attrName>ppt_x</p:attrName>
                                        </p:attrNameLst>
                                      </p:cBhvr>
                                      <p:tavLst>
                                        <p:tav tm="0">
                                          <p:val>
                                            <p:strVal val="0-#ppt_w/2"/>
                                          </p:val>
                                        </p:tav>
                                        <p:tav tm="100000">
                                          <p:val>
                                            <p:strVal val="#ppt_x"/>
                                          </p:val>
                                        </p:tav>
                                      </p:tavLst>
                                    </p:anim>
                                    <p:anim calcmode="lin" valueType="num">
                                      <p:cBhvr additive="base">
                                        <p:cTn id="28" dur="1000" fill="hold"/>
                                        <p:tgtEl>
                                          <p:spTgt spid="82947">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29" fill="hold" nodeType="clickPar">
                      <p:stCondLst>
                        <p:cond delay="indefinite"/>
                      </p:stCondLst>
                      <p:childTnLst>
                        <p:par>
                          <p:cTn id="30" fill="hold" nodeType="withGroup">
                            <p:stCondLst>
                              <p:cond delay="0"/>
                            </p:stCondLst>
                            <p:childTnLst>
                              <p:par>
                                <p:cTn id="31" presetID="2" presetClass="entr" presetSubtype="8" fill="hold" nodeType="clickEffect">
                                  <p:stCondLst>
                                    <p:cond delay="0"/>
                                  </p:stCondLst>
                                  <p:childTnLst>
                                    <p:set>
                                      <p:cBhvr>
                                        <p:cTn id="32" dur="1" fill="hold">
                                          <p:stCondLst>
                                            <p:cond delay="0"/>
                                          </p:stCondLst>
                                        </p:cTn>
                                        <p:tgtEl>
                                          <p:spTgt spid="82947">
                                            <p:txEl>
                                              <p:pRg st="5" end="5"/>
                                            </p:txEl>
                                          </p:spTgt>
                                        </p:tgtEl>
                                        <p:attrNameLst>
                                          <p:attrName>style.visibility</p:attrName>
                                        </p:attrNameLst>
                                      </p:cBhvr>
                                      <p:to>
                                        <p:strVal val="visible"/>
                                      </p:to>
                                    </p:set>
                                    <p:anim calcmode="lin" valueType="num">
                                      <p:cBhvr additive="base">
                                        <p:cTn id="33" dur="1000" fill="hold"/>
                                        <p:tgtEl>
                                          <p:spTgt spid="82947">
                                            <p:txEl>
                                              <p:pRg st="5" end="5"/>
                                            </p:txEl>
                                          </p:spTgt>
                                        </p:tgtEl>
                                        <p:attrNameLst>
                                          <p:attrName>ppt_x</p:attrName>
                                        </p:attrNameLst>
                                      </p:cBhvr>
                                      <p:tavLst>
                                        <p:tav tm="0">
                                          <p:val>
                                            <p:strVal val="0-#ppt_w/2"/>
                                          </p:val>
                                        </p:tav>
                                        <p:tav tm="100000">
                                          <p:val>
                                            <p:strVal val="#ppt_x"/>
                                          </p:val>
                                        </p:tav>
                                      </p:tavLst>
                                    </p:anim>
                                    <p:anim calcmode="lin" valueType="num">
                                      <p:cBhvr additive="base">
                                        <p:cTn id="34" dur="1000" fill="hold"/>
                                        <p:tgtEl>
                                          <p:spTgt spid="82947">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35" fill="hold" nodeType="clickPar">
                      <p:stCondLst>
                        <p:cond delay="indefinite"/>
                      </p:stCondLst>
                      <p:childTnLst>
                        <p:par>
                          <p:cTn id="36" fill="hold" nodeType="withGroup">
                            <p:stCondLst>
                              <p:cond delay="0"/>
                            </p:stCondLst>
                            <p:childTnLst>
                              <p:par>
                                <p:cTn id="37" presetID="2" presetClass="entr" presetSubtype="8" fill="hold" nodeType="clickEffect">
                                  <p:stCondLst>
                                    <p:cond delay="0"/>
                                  </p:stCondLst>
                                  <p:childTnLst>
                                    <p:set>
                                      <p:cBhvr>
                                        <p:cTn id="38" dur="1" fill="hold">
                                          <p:stCondLst>
                                            <p:cond delay="0"/>
                                          </p:stCondLst>
                                        </p:cTn>
                                        <p:tgtEl>
                                          <p:spTgt spid="82947">
                                            <p:txEl>
                                              <p:pRg st="6" end="6"/>
                                            </p:txEl>
                                          </p:spTgt>
                                        </p:tgtEl>
                                        <p:attrNameLst>
                                          <p:attrName>style.visibility</p:attrName>
                                        </p:attrNameLst>
                                      </p:cBhvr>
                                      <p:to>
                                        <p:strVal val="visible"/>
                                      </p:to>
                                    </p:set>
                                    <p:anim calcmode="lin" valueType="num">
                                      <p:cBhvr additive="base">
                                        <p:cTn id="39" dur="1000" fill="hold"/>
                                        <p:tgtEl>
                                          <p:spTgt spid="82947">
                                            <p:txEl>
                                              <p:pRg st="6" end="6"/>
                                            </p:txEl>
                                          </p:spTgt>
                                        </p:tgtEl>
                                        <p:attrNameLst>
                                          <p:attrName>ppt_x</p:attrName>
                                        </p:attrNameLst>
                                      </p:cBhvr>
                                      <p:tavLst>
                                        <p:tav tm="0">
                                          <p:val>
                                            <p:strVal val="0-#ppt_w/2"/>
                                          </p:val>
                                        </p:tav>
                                        <p:tav tm="100000">
                                          <p:val>
                                            <p:strVal val="#ppt_x"/>
                                          </p:val>
                                        </p:tav>
                                      </p:tavLst>
                                    </p:anim>
                                    <p:anim calcmode="lin" valueType="num">
                                      <p:cBhvr additive="base">
                                        <p:cTn id="40" dur="1000" fill="hold"/>
                                        <p:tgtEl>
                                          <p:spTgt spid="82947">
                                            <p:txEl>
                                              <p:pRg st="6" end="6"/>
                                            </p:txEl>
                                          </p:spTgt>
                                        </p:tgtEl>
                                        <p:attrNameLst>
                                          <p:attrName>ppt_y</p:attrName>
                                        </p:attrNameLst>
                                      </p:cBhvr>
                                      <p:tavLst>
                                        <p:tav tm="0">
                                          <p:val>
                                            <p:strVal val="#ppt_y"/>
                                          </p:val>
                                        </p:tav>
                                        <p:tav tm="100000">
                                          <p:val>
                                            <p:strVal val="#ppt_y"/>
                                          </p:val>
                                        </p:tav>
                                      </p:tavLst>
                                    </p:anim>
                                  </p:childTnLst>
                                </p:cTn>
                              </p:par>
                            </p:childTnLst>
                          </p:cTn>
                        </p:par>
                      </p:childTnLst>
                    </p:cTn>
                  </p:par>
                  <p:par>
                    <p:cTn id="41" fill="hold" nodeType="clickPar">
                      <p:stCondLst>
                        <p:cond delay="indefinite"/>
                      </p:stCondLst>
                      <p:childTnLst>
                        <p:par>
                          <p:cTn id="42" fill="hold" nodeType="withGroup">
                            <p:stCondLst>
                              <p:cond delay="0"/>
                            </p:stCondLst>
                            <p:childTnLst>
                              <p:par>
                                <p:cTn id="43" presetID="2" presetClass="entr" presetSubtype="8" fill="hold" nodeType="clickEffect">
                                  <p:stCondLst>
                                    <p:cond delay="0"/>
                                  </p:stCondLst>
                                  <p:childTnLst>
                                    <p:set>
                                      <p:cBhvr>
                                        <p:cTn id="44" dur="1" fill="hold">
                                          <p:stCondLst>
                                            <p:cond delay="0"/>
                                          </p:stCondLst>
                                        </p:cTn>
                                        <p:tgtEl>
                                          <p:spTgt spid="82947">
                                            <p:txEl>
                                              <p:pRg st="7" end="7"/>
                                            </p:txEl>
                                          </p:spTgt>
                                        </p:tgtEl>
                                        <p:attrNameLst>
                                          <p:attrName>style.visibility</p:attrName>
                                        </p:attrNameLst>
                                      </p:cBhvr>
                                      <p:to>
                                        <p:strVal val="visible"/>
                                      </p:to>
                                    </p:set>
                                    <p:anim calcmode="lin" valueType="num">
                                      <p:cBhvr additive="base">
                                        <p:cTn id="45" dur="1000" fill="hold"/>
                                        <p:tgtEl>
                                          <p:spTgt spid="82947">
                                            <p:txEl>
                                              <p:pRg st="7" end="7"/>
                                            </p:txEl>
                                          </p:spTgt>
                                        </p:tgtEl>
                                        <p:attrNameLst>
                                          <p:attrName>ppt_x</p:attrName>
                                        </p:attrNameLst>
                                      </p:cBhvr>
                                      <p:tavLst>
                                        <p:tav tm="0">
                                          <p:val>
                                            <p:strVal val="0-#ppt_w/2"/>
                                          </p:val>
                                        </p:tav>
                                        <p:tav tm="100000">
                                          <p:val>
                                            <p:strVal val="#ppt_x"/>
                                          </p:val>
                                        </p:tav>
                                      </p:tavLst>
                                    </p:anim>
                                    <p:anim calcmode="lin" valueType="num">
                                      <p:cBhvr additive="base">
                                        <p:cTn id="46" dur="1000" fill="hold"/>
                                        <p:tgtEl>
                                          <p:spTgt spid="82947">
                                            <p:txEl>
                                              <p:pRg st="7" end="7"/>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标题 1"/>
          <p:cNvSpPr>
            <a:spLocks noGrp="1"/>
          </p:cNvSpPr>
          <p:nvPr>
            <p:ph type="title"/>
          </p:nvPr>
        </p:nvSpPr>
        <p:spPr>
          <a:xfrm>
            <a:off x="609600" y="1076325"/>
            <a:ext cx="10975975" cy="1066800"/>
          </a:xfrm>
        </p:spPr>
        <p:txBody>
          <a:bodyPr/>
          <a:lstStyle/>
          <a:p>
            <a:pPr eaLnBrk="1" hangingPunct="1">
              <a:defRPr/>
            </a:pPr>
            <a:r>
              <a:rPr lang="zh-CN" altLang="en-US" dirty="0">
                <a:solidFill>
                  <a:schemeClr val="accent5"/>
                </a:solidFill>
                <a:latin typeface="微软雅黑" pitchFamily="34" charset="-122"/>
                <a:ea typeface="微软雅黑" pitchFamily="34" charset="-122"/>
              </a:rPr>
              <a:t>条件运算符与条件表达式（续）</a:t>
            </a:r>
          </a:p>
        </p:txBody>
      </p:sp>
      <p:sp>
        <p:nvSpPr>
          <p:cNvPr id="3" name="内容占位符 2"/>
          <p:cNvSpPr>
            <a:spLocks noGrp="1"/>
          </p:cNvSpPr>
          <p:nvPr>
            <p:ph idx="1"/>
          </p:nvPr>
        </p:nvSpPr>
        <p:spPr>
          <a:xfrm>
            <a:off x="609600" y="2379663"/>
            <a:ext cx="10672563" cy="3929062"/>
          </a:xfrm>
        </p:spPr>
        <p:txBody>
          <a:bodyPr>
            <a:normAutofit/>
          </a:bodyPr>
          <a:lstStyle/>
          <a:p>
            <a:pPr marL="365760" indent="-256032" eaLnBrk="1" fontAlgn="auto" hangingPunct="1">
              <a:spcBef>
                <a:spcPts val="600"/>
              </a:spcBef>
              <a:spcAft>
                <a:spcPts val="0"/>
              </a:spcAft>
              <a:buClr>
                <a:schemeClr val="accent3"/>
              </a:buClr>
              <a:buFont typeface="Georgia"/>
              <a:buChar char="•"/>
              <a:defRPr/>
            </a:pPr>
            <a:r>
              <a:rPr lang="zh-CN" altLang="en-US" sz="2400">
                <a:latin typeface="微软雅黑" pitchFamily="34" charset="-122"/>
                <a:ea typeface="微软雅黑" pitchFamily="34" charset="-122"/>
              </a:rPr>
              <a:t>条件运算符的优先级</a:t>
            </a:r>
            <a:endParaRPr lang="zh-CN" altLang="en-US" sz="2400" dirty="0">
              <a:latin typeface="微软雅黑" pitchFamily="34" charset="-122"/>
              <a:ea typeface="微软雅黑" pitchFamily="34" charset="-122"/>
            </a:endParaRPr>
          </a:p>
          <a:p>
            <a:pPr marL="658368" lvl="1" indent="-246888" eaLnBrk="1" fontAlgn="auto" hangingPunct="1">
              <a:spcBef>
                <a:spcPts val="600"/>
              </a:spcBef>
              <a:spcAft>
                <a:spcPts val="0"/>
              </a:spcAft>
              <a:buClr>
                <a:schemeClr val="tx1"/>
              </a:buClr>
              <a:buFont typeface="Georgia"/>
              <a:buChar char="▫"/>
              <a:defRPr/>
            </a:pPr>
            <a:r>
              <a:rPr lang="zh-CN" altLang="en-US" sz="2400" dirty="0">
                <a:solidFill>
                  <a:schemeClr val="accent6">
                    <a:lumMod val="75000"/>
                  </a:schemeClr>
                </a:solidFill>
                <a:latin typeface="微软雅黑" pitchFamily="34" charset="-122"/>
                <a:ea typeface="微软雅黑" pitchFamily="34" charset="-122"/>
              </a:rPr>
              <a:t>条件</a:t>
            </a:r>
            <a:r>
              <a:rPr lang="zh-CN" altLang="en-US" sz="2400" dirty="0">
                <a:latin typeface="微软雅黑" pitchFamily="34" charset="-122"/>
                <a:ea typeface="微软雅黑" pitchFamily="34" charset="-122"/>
              </a:rPr>
              <a:t>运算符优先级</a:t>
            </a:r>
            <a:r>
              <a:rPr lang="zh-CN" altLang="en-US" sz="2400" dirty="0">
                <a:solidFill>
                  <a:schemeClr val="tx1"/>
                </a:solidFill>
                <a:latin typeface="微软雅黑" pitchFamily="34" charset="-122"/>
                <a:ea typeface="微软雅黑" pitchFamily="34" charset="-122"/>
              </a:rPr>
              <a:t>高于</a:t>
            </a:r>
            <a:r>
              <a:rPr lang="zh-CN" altLang="en-US" sz="2400" dirty="0">
                <a:solidFill>
                  <a:schemeClr val="accent6">
                    <a:lumMod val="75000"/>
                  </a:schemeClr>
                </a:solidFill>
                <a:latin typeface="微软雅黑" pitchFamily="34" charset="-122"/>
                <a:ea typeface="微软雅黑" pitchFamily="34" charset="-122"/>
              </a:rPr>
              <a:t>赋值</a:t>
            </a:r>
            <a:r>
              <a:rPr lang="zh-CN" altLang="en-US" sz="2400" dirty="0">
                <a:latin typeface="微软雅黑" pitchFamily="34" charset="-122"/>
                <a:ea typeface="微软雅黑" pitchFamily="34" charset="-122"/>
              </a:rPr>
              <a:t>运算符，</a:t>
            </a:r>
            <a:r>
              <a:rPr lang="zh-CN" altLang="en-US" sz="2400" dirty="0">
                <a:solidFill>
                  <a:schemeClr val="tx1"/>
                </a:solidFill>
                <a:latin typeface="微软雅黑" pitchFamily="34" charset="-122"/>
                <a:ea typeface="微软雅黑" pitchFamily="34" charset="-122"/>
              </a:rPr>
              <a:t>低于</a:t>
            </a:r>
            <a:r>
              <a:rPr lang="zh-CN" altLang="en-US" sz="2400" dirty="0">
                <a:solidFill>
                  <a:schemeClr val="accent6">
                    <a:lumMod val="75000"/>
                  </a:schemeClr>
                </a:solidFill>
                <a:latin typeface="微软雅黑" pitchFamily="34" charset="-122"/>
                <a:ea typeface="微软雅黑" pitchFamily="34" charset="-122"/>
              </a:rPr>
              <a:t>逻辑</a:t>
            </a:r>
            <a:r>
              <a:rPr lang="zh-CN" altLang="en-US" sz="2400" dirty="0">
                <a:latin typeface="微软雅黑" pitchFamily="34" charset="-122"/>
                <a:ea typeface="微软雅黑" pitchFamily="34" charset="-122"/>
              </a:rPr>
              <a:t>运算符</a:t>
            </a:r>
          </a:p>
          <a:p>
            <a:pPr marL="658368" lvl="1" indent="-246888" eaLnBrk="1" fontAlgn="auto" hangingPunct="1">
              <a:spcBef>
                <a:spcPts val="600"/>
              </a:spcBef>
              <a:spcAft>
                <a:spcPts val="0"/>
              </a:spcAft>
              <a:buClr>
                <a:schemeClr val="tx1"/>
              </a:buClr>
              <a:buFont typeface="Georgia"/>
              <a:buChar char="▫"/>
              <a:defRPr/>
            </a:pPr>
            <a:r>
              <a:rPr lang="zh-CN" altLang="en-US" sz="2400" dirty="0">
                <a:latin typeface="微软雅黑" pitchFamily="34" charset="-122"/>
                <a:ea typeface="微软雅黑" pitchFamily="34" charset="-122"/>
              </a:rPr>
              <a:t>表达式</a:t>
            </a:r>
            <a:r>
              <a:rPr lang="en-US" altLang="zh-CN" sz="2400" dirty="0">
                <a:latin typeface="微软雅黑" pitchFamily="34" charset="-122"/>
                <a:ea typeface="微软雅黑" pitchFamily="34" charset="-122"/>
              </a:rPr>
              <a:t>2</a:t>
            </a:r>
            <a:r>
              <a:rPr lang="zh-CN" altLang="en-US" sz="2400" dirty="0">
                <a:latin typeface="微软雅黑" pitchFamily="34" charset="-122"/>
                <a:ea typeface="微软雅黑" pitchFamily="34" charset="-122"/>
              </a:rPr>
              <a:t>、</a:t>
            </a:r>
            <a:r>
              <a:rPr lang="en-US" altLang="zh-CN" sz="2400" dirty="0">
                <a:latin typeface="微软雅黑" pitchFamily="34" charset="-122"/>
                <a:ea typeface="微软雅黑" pitchFamily="34" charset="-122"/>
              </a:rPr>
              <a:t>3</a:t>
            </a:r>
            <a:r>
              <a:rPr lang="zh-CN" altLang="en-US" sz="2400" dirty="0">
                <a:latin typeface="微软雅黑" pitchFamily="34" charset="-122"/>
                <a:ea typeface="微软雅黑" pitchFamily="34" charset="-122"/>
              </a:rPr>
              <a:t>的类型可以不同，条件表达式的最终类型为 </a:t>
            </a:r>
            <a:r>
              <a:rPr lang="en-US" altLang="zh-CN" sz="2400" dirty="0">
                <a:latin typeface="微软雅黑" pitchFamily="34" charset="-122"/>
                <a:ea typeface="微软雅黑" pitchFamily="34" charset="-122"/>
              </a:rPr>
              <a:t>2 </a:t>
            </a:r>
            <a:r>
              <a:rPr lang="zh-CN" altLang="en-US" sz="2400" dirty="0">
                <a:latin typeface="微软雅黑" pitchFamily="34" charset="-122"/>
                <a:ea typeface="微软雅黑" pitchFamily="34" charset="-122"/>
              </a:rPr>
              <a:t>和 </a:t>
            </a:r>
            <a:r>
              <a:rPr lang="en-US" altLang="zh-CN" sz="2400" dirty="0">
                <a:latin typeface="微软雅黑" pitchFamily="34" charset="-122"/>
                <a:ea typeface="微软雅黑" pitchFamily="34" charset="-122"/>
              </a:rPr>
              <a:t>3 </a:t>
            </a:r>
            <a:r>
              <a:rPr lang="zh-CN" altLang="en-US" sz="2400" dirty="0">
                <a:latin typeface="微软雅黑" pitchFamily="34" charset="-122"/>
                <a:ea typeface="微软雅黑" pitchFamily="34" charset="-122"/>
              </a:rPr>
              <a:t>中较高的类型。</a:t>
            </a:r>
          </a:p>
          <a:p>
            <a:pPr marL="365760" indent="-256032" eaLnBrk="1" fontAlgn="auto" hangingPunct="1">
              <a:spcBef>
                <a:spcPts val="600"/>
              </a:spcBef>
              <a:spcAft>
                <a:spcPts val="0"/>
              </a:spcAft>
              <a:buClr>
                <a:schemeClr val="accent3"/>
              </a:buClr>
              <a:buFont typeface="Georgia"/>
              <a:buChar char="•"/>
              <a:defRPr/>
            </a:pPr>
            <a:r>
              <a:rPr lang="zh-CN" altLang="en-US" sz="2400" dirty="0">
                <a:latin typeface="微软雅黑" pitchFamily="34" charset="-122"/>
                <a:ea typeface="微软雅黑" pitchFamily="34" charset="-122"/>
              </a:rPr>
              <a:t>例： </a:t>
            </a:r>
            <a:r>
              <a:rPr lang="en-US" altLang="zh-CN" sz="2400" dirty="0">
                <a:latin typeface="微软雅黑" pitchFamily="34" charset="-122"/>
                <a:ea typeface="微软雅黑" pitchFamily="34" charset="-122"/>
              </a:rPr>
              <a:t>x </a:t>
            </a:r>
            <a:r>
              <a:rPr lang="en-US" altLang="zh-CN" sz="2400" dirty="0">
                <a:solidFill>
                  <a:schemeClr val="accent4">
                    <a:lumMod val="75000"/>
                  </a:schemeClr>
                </a:solidFill>
                <a:latin typeface="微软雅黑" pitchFamily="34" charset="-122"/>
                <a:ea typeface="微软雅黑" pitchFamily="34" charset="-122"/>
              </a:rPr>
              <a:t>=</a:t>
            </a:r>
            <a:r>
              <a:rPr lang="en-US" altLang="zh-CN" sz="2400" dirty="0">
                <a:solidFill>
                  <a:srgbClr val="FFC1C1"/>
                </a:solidFill>
                <a:latin typeface="微软雅黑" pitchFamily="34" charset="-122"/>
                <a:ea typeface="微软雅黑" pitchFamily="34" charset="-122"/>
              </a:rPr>
              <a:t> </a:t>
            </a:r>
            <a:r>
              <a:rPr lang="en-US" altLang="zh-CN" sz="2400" dirty="0">
                <a:latin typeface="微软雅黑" pitchFamily="34" charset="-122"/>
                <a:ea typeface="微软雅黑" pitchFamily="34" charset="-122"/>
              </a:rPr>
              <a:t>a </a:t>
            </a:r>
            <a:r>
              <a:rPr lang="en-US" altLang="zh-CN" sz="2400" dirty="0">
                <a:solidFill>
                  <a:schemeClr val="accent6">
                    <a:lumMod val="75000"/>
                  </a:schemeClr>
                </a:solidFill>
                <a:latin typeface="微软雅黑" pitchFamily="34" charset="-122"/>
                <a:ea typeface="微软雅黑" pitchFamily="34" charset="-122"/>
              </a:rPr>
              <a:t>&gt;</a:t>
            </a:r>
            <a:r>
              <a:rPr lang="en-US" altLang="zh-CN" sz="2400" dirty="0">
                <a:solidFill>
                  <a:srgbClr val="FFFF66"/>
                </a:solidFill>
                <a:latin typeface="微软雅黑" pitchFamily="34" charset="-122"/>
                <a:ea typeface="微软雅黑" pitchFamily="34" charset="-122"/>
              </a:rPr>
              <a:t> </a:t>
            </a:r>
            <a:r>
              <a:rPr lang="en-US" altLang="zh-CN" sz="2400" dirty="0">
                <a:latin typeface="微软雅黑" pitchFamily="34" charset="-122"/>
                <a:ea typeface="微软雅黑" pitchFamily="34" charset="-122"/>
              </a:rPr>
              <a:t>b</a:t>
            </a:r>
            <a:r>
              <a:rPr lang="en-US" altLang="zh-CN" sz="2400" dirty="0">
                <a:solidFill>
                  <a:schemeClr val="accent2">
                    <a:lumMod val="60000"/>
                    <a:lumOff val="40000"/>
                  </a:schemeClr>
                </a:solidFill>
                <a:latin typeface="微软雅黑" pitchFamily="34" charset="-122"/>
                <a:ea typeface="微软雅黑" pitchFamily="34" charset="-122"/>
              </a:rPr>
              <a:t> ? </a:t>
            </a:r>
            <a:r>
              <a:rPr lang="en-US" altLang="zh-CN" sz="2400" dirty="0">
                <a:latin typeface="微软雅黑" pitchFamily="34" charset="-122"/>
                <a:ea typeface="微软雅黑" pitchFamily="34" charset="-122"/>
              </a:rPr>
              <a:t>a </a:t>
            </a:r>
            <a:r>
              <a:rPr lang="en-US" altLang="zh-CN" sz="2400" dirty="0">
                <a:solidFill>
                  <a:schemeClr val="accent2">
                    <a:lumMod val="60000"/>
                    <a:lumOff val="40000"/>
                  </a:schemeClr>
                </a:solidFill>
                <a:latin typeface="微软雅黑" pitchFamily="34" charset="-122"/>
                <a:ea typeface="微软雅黑" pitchFamily="34" charset="-122"/>
              </a:rPr>
              <a:t>: </a:t>
            </a:r>
            <a:r>
              <a:rPr lang="en-US" altLang="zh-CN" sz="2400">
                <a:latin typeface="微软雅黑" pitchFamily="34" charset="-122"/>
                <a:ea typeface="微软雅黑" pitchFamily="34" charset="-122"/>
              </a:rPr>
              <a:t>b;</a:t>
            </a:r>
            <a:endParaRPr lang="en-US" altLang="zh-CN" sz="2400" dirty="0">
              <a:latin typeface="微软雅黑" pitchFamily="34" charset="-122"/>
              <a:ea typeface="微软雅黑" pitchFamily="34" charset="-122"/>
            </a:endParaRPr>
          </a:p>
        </p:txBody>
      </p:sp>
      <p:sp>
        <p:nvSpPr>
          <p:cNvPr id="69637" name="AutoShape 1029"/>
          <p:cNvSpPr>
            <a:spLocks/>
          </p:cNvSpPr>
          <p:nvPr/>
        </p:nvSpPr>
        <p:spPr bwMode="auto">
          <a:xfrm rot="5400000">
            <a:off x="3101181" y="3759027"/>
            <a:ext cx="85725" cy="1585912"/>
          </a:xfrm>
          <a:prstGeom prst="rightBrace">
            <a:avLst>
              <a:gd name="adj1" fmla="val 291546"/>
              <a:gd name="adj2" fmla="val 50000"/>
            </a:avLst>
          </a:prstGeom>
          <a:noFill/>
          <a:ln w="12700"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a:solidFill>
                  <a:schemeClr val="tx1"/>
                </a:solidFill>
                <a:latin typeface="Times New Roman" panose="02020603050405020304" pitchFamily="18" charset="0"/>
                <a:ea typeface="隶书" panose="02010509060101010101" pitchFamily="49" charset="-122"/>
              </a:defRPr>
            </a:lvl1pPr>
            <a:lvl2pPr marL="742950" indent="-285750" eaLnBrk="0" hangingPunct="0">
              <a:defRPr kumimoji="1" sz="2400">
                <a:solidFill>
                  <a:schemeClr val="tx1"/>
                </a:solidFill>
                <a:latin typeface="Times New Roman" panose="02020603050405020304" pitchFamily="18" charset="0"/>
                <a:ea typeface="隶书" panose="02010509060101010101" pitchFamily="49" charset="-122"/>
              </a:defRPr>
            </a:lvl2pPr>
            <a:lvl3pPr marL="1143000" indent="-228600" eaLnBrk="0" hangingPunct="0">
              <a:defRPr kumimoji="1" sz="2400">
                <a:solidFill>
                  <a:schemeClr val="tx1"/>
                </a:solidFill>
                <a:latin typeface="Times New Roman" panose="02020603050405020304" pitchFamily="18" charset="0"/>
                <a:ea typeface="隶书" panose="02010509060101010101" pitchFamily="49" charset="-122"/>
              </a:defRPr>
            </a:lvl3pPr>
            <a:lvl4pPr marL="1600200" indent="-228600" eaLnBrk="0" hangingPunct="0">
              <a:defRPr kumimoji="1" sz="2400">
                <a:solidFill>
                  <a:schemeClr val="tx1"/>
                </a:solidFill>
                <a:latin typeface="Times New Roman" panose="02020603050405020304" pitchFamily="18" charset="0"/>
                <a:ea typeface="隶书" panose="02010509060101010101" pitchFamily="49" charset="-122"/>
              </a:defRPr>
            </a:lvl4pPr>
            <a:lvl5pPr marL="2057400" indent="-228600" eaLnBrk="0" hangingPunct="0">
              <a:defRPr kumimoji="1"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pPr eaLnBrk="1" hangingPunct="1"/>
            <a:endParaRPr lang="zh-CN" altLang="en-US"/>
          </a:p>
        </p:txBody>
      </p:sp>
      <p:sp>
        <p:nvSpPr>
          <p:cNvPr id="69638" name="Text Box 1030"/>
          <p:cNvSpPr txBox="1">
            <a:spLocks noChangeArrowheads="1"/>
          </p:cNvSpPr>
          <p:nvPr/>
        </p:nvSpPr>
        <p:spPr bwMode="auto">
          <a:xfrm>
            <a:off x="3001963" y="4558332"/>
            <a:ext cx="32385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kumimoji="1" sz="2400">
                <a:solidFill>
                  <a:schemeClr val="tx1"/>
                </a:solidFill>
                <a:latin typeface="Times New Roman" panose="02020603050405020304" pitchFamily="18" charset="0"/>
                <a:ea typeface="隶书" panose="02010509060101010101" pitchFamily="49" charset="-122"/>
              </a:defRPr>
            </a:lvl1pPr>
            <a:lvl2pPr marL="742950" indent="-285750" eaLnBrk="0" hangingPunct="0">
              <a:defRPr kumimoji="1" sz="2400">
                <a:solidFill>
                  <a:schemeClr val="tx1"/>
                </a:solidFill>
                <a:latin typeface="Times New Roman" panose="02020603050405020304" pitchFamily="18" charset="0"/>
                <a:ea typeface="隶书" panose="02010509060101010101" pitchFamily="49" charset="-122"/>
              </a:defRPr>
            </a:lvl2pPr>
            <a:lvl3pPr marL="1143000" indent="-228600" eaLnBrk="0" hangingPunct="0">
              <a:defRPr kumimoji="1" sz="2400">
                <a:solidFill>
                  <a:schemeClr val="tx1"/>
                </a:solidFill>
                <a:latin typeface="Times New Roman" panose="02020603050405020304" pitchFamily="18" charset="0"/>
                <a:ea typeface="隶书" panose="02010509060101010101" pitchFamily="49" charset="-122"/>
              </a:defRPr>
            </a:lvl3pPr>
            <a:lvl4pPr marL="1600200" indent="-228600" eaLnBrk="0" hangingPunct="0">
              <a:defRPr kumimoji="1" sz="2400">
                <a:solidFill>
                  <a:schemeClr val="tx1"/>
                </a:solidFill>
                <a:latin typeface="Times New Roman" panose="02020603050405020304" pitchFamily="18" charset="0"/>
                <a:ea typeface="隶书" panose="02010509060101010101" pitchFamily="49" charset="-122"/>
              </a:defRPr>
            </a:lvl4pPr>
            <a:lvl5pPr marL="2057400" indent="-228600" eaLnBrk="0" hangingPunct="0">
              <a:defRPr kumimoji="1"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pPr eaLnBrk="1" hangingPunct="1">
              <a:spcBef>
                <a:spcPct val="50000"/>
              </a:spcBef>
            </a:pPr>
            <a:r>
              <a:rPr lang="en-US" altLang="zh-CN" sz="1400"/>
              <a:t>①</a:t>
            </a:r>
          </a:p>
        </p:txBody>
      </p:sp>
      <p:sp>
        <p:nvSpPr>
          <p:cNvPr id="69639" name="AutoShape 1031"/>
          <p:cNvSpPr>
            <a:spLocks/>
          </p:cNvSpPr>
          <p:nvPr/>
        </p:nvSpPr>
        <p:spPr bwMode="auto">
          <a:xfrm rot="5400000">
            <a:off x="2452688" y="4190032"/>
            <a:ext cx="160338" cy="1512887"/>
          </a:xfrm>
          <a:prstGeom prst="rightBrace">
            <a:avLst>
              <a:gd name="adj1" fmla="val 199065"/>
              <a:gd name="adj2" fmla="val 50000"/>
            </a:avLst>
          </a:prstGeom>
          <a:noFill/>
          <a:ln w="12700"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a:solidFill>
                  <a:schemeClr val="tx1"/>
                </a:solidFill>
                <a:latin typeface="Times New Roman" panose="02020603050405020304" pitchFamily="18" charset="0"/>
                <a:ea typeface="隶书" panose="02010509060101010101" pitchFamily="49" charset="-122"/>
              </a:defRPr>
            </a:lvl1pPr>
            <a:lvl2pPr marL="742950" indent="-285750" eaLnBrk="0" hangingPunct="0">
              <a:defRPr kumimoji="1" sz="2400">
                <a:solidFill>
                  <a:schemeClr val="tx1"/>
                </a:solidFill>
                <a:latin typeface="Times New Roman" panose="02020603050405020304" pitchFamily="18" charset="0"/>
                <a:ea typeface="隶书" panose="02010509060101010101" pitchFamily="49" charset="-122"/>
              </a:defRPr>
            </a:lvl2pPr>
            <a:lvl3pPr marL="1143000" indent="-228600" eaLnBrk="0" hangingPunct="0">
              <a:defRPr kumimoji="1" sz="2400">
                <a:solidFill>
                  <a:schemeClr val="tx1"/>
                </a:solidFill>
                <a:latin typeface="Times New Roman" panose="02020603050405020304" pitchFamily="18" charset="0"/>
                <a:ea typeface="隶书" panose="02010509060101010101" pitchFamily="49" charset="-122"/>
              </a:defRPr>
            </a:lvl3pPr>
            <a:lvl4pPr marL="1600200" indent="-228600" eaLnBrk="0" hangingPunct="0">
              <a:defRPr kumimoji="1" sz="2400">
                <a:solidFill>
                  <a:schemeClr val="tx1"/>
                </a:solidFill>
                <a:latin typeface="Times New Roman" panose="02020603050405020304" pitchFamily="18" charset="0"/>
                <a:ea typeface="隶书" panose="02010509060101010101" pitchFamily="49" charset="-122"/>
              </a:defRPr>
            </a:lvl4pPr>
            <a:lvl5pPr marL="2057400" indent="-228600" eaLnBrk="0" hangingPunct="0">
              <a:defRPr kumimoji="1"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pPr eaLnBrk="1" hangingPunct="1"/>
            <a:endParaRPr lang="zh-CN" altLang="en-US"/>
          </a:p>
        </p:txBody>
      </p:sp>
      <p:sp>
        <p:nvSpPr>
          <p:cNvPr id="69640" name="Text Box 1032"/>
          <p:cNvSpPr txBox="1">
            <a:spLocks noChangeArrowheads="1"/>
          </p:cNvSpPr>
          <p:nvPr/>
        </p:nvSpPr>
        <p:spPr bwMode="auto">
          <a:xfrm>
            <a:off x="2352675" y="5009182"/>
            <a:ext cx="4064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kumimoji="1" sz="2400">
                <a:solidFill>
                  <a:schemeClr val="tx1"/>
                </a:solidFill>
                <a:latin typeface="Times New Roman" panose="02020603050405020304" pitchFamily="18" charset="0"/>
                <a:ea typeface="隶书" panose="02010509060101010101" pitchFamily="49" charset="-122"/>
              </a:defRPr>
            </a:lvl1pPr>
            <a:lvl2pPr marL="742950" indent="-285750" eaLnBrk="0" hangingPunct="0">
              <a:defRPr kumimoji="1" sz="2400">
                <a:solidFill>
                  <a:schemeClr val="tx1"/>
                </a:solidFill>
                <a:latin typeface="Times New Roman" panose="02020603050405020304" pitchFamily="18" charset="0"/>
                <a:ea typeface="隶书" panose="02010509060101010101" pitchFamily="49" charset="-122"/>
              </a:defRPr>
            </a:lvl2pPr>
            <a:lvl3pPr marL="1143000" indent="-228600" eaLnBrk="0" hangingPunct="0">
              <a:defRPr kumimoji="1" sz="2400">
                <a:solidFill>
                  <a:schemeClr val="tx1"/>
                </a:solidFill>
                <a:latin typeface="Times New Roman" panose="02020603050405020304" pitchFamily="18" charset="0"/>
                <a:ea typeface="隶书" panose="02010509060101010101" pitchFamily="49" charset="-122"/>
              </a:defRPr>
            </a:lvl3pPr>
            <a:lvl4pPr marL="1600200" indent="-228600" eaLnBrk="0" hangingPunct="0">
              <a:defRPr kumimoji="1" sz="2400">
                <a:solidFill>
                  <a:schemeClr val="tx1"/>
                </a:solidFill>
                <a:latin typeface="Times New Roman" panose="02020603050405020304" pitchFamily="18" charset="0"/>
                <a:ea typeface="隶书" panose="02010509060101010101" pitchFamily="49" charset="-122"/>
              </a:defRPr>
            </a:lvl4pPr>
            <a:lvl5pPr marL="2057400" indent="-228600" eaLnBrk="0" hangingPunct="0">
              <a:defRPr kumimoji="1"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pPr eaLnBrk="1" hangingPunct="1">
              <a:spcBef>
                <a:spcPct val="50000"/>
              </a:spcBef>
            </a:pPr>
            <a:r>
              <a:rPr lang="en-US" altLang="zh-CN" sz="1400"/>
              <a:t>②</a:t>
            </a:r>
          </a:p>
        </p:txBody>
      </p:sp>
      <p:sp>
        <p:nvSpPr>
          <p:cNvPr id="2" name="灯片编号占位符 1"/>
          <p:cNvSpPr>
            <a:spLocks noGrp="1"/>
          </p:cNvSpPr>
          <p:nvPr>
            <p:ph type="sldNum" sz="quarter" idx="4"/>
          </p:nvPr>
        </p:nvSpPr>
        <p:spPr/>
        <p:txBody>
          <a:bodyPr/>
          <a:lstStyle/>
          <a:p>
            <a:fld id="{DEA904C8-CD7B-4714-BAE1-F1A91095C3EA}" type="slidenum">
              <a:rPr lang="zh-CN" altLang="en-US" smtClean="0"/>
              <a:pPr/>
              <a:t>37</a:t>
            </a:fld>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1000" fill="hold"/>
                                        <p:tgtEl>
                                          <p:spTgt spid="3">
                                            <p:txEl>
                                              <p:pRg st="0" end="0"/>
                                            </p:txEl>
                                          </p:spTgt>
                                        </p:tgtEl>
                                        <p:attrNameLst>
                                          <p:attrName>ppt_x</p:attrName>
                                        </p:attrNameLst>
                                      </p:cBhvr>
                                      <p:tavLst>
                                        <p:tav tm="0">
                                          <p:val>
                                            <p:strVal val="0-#ppt_w/2"/>
                                          </p:val>
                                        </p:tav>
                                        <p:tav tm="100000">
                                          <p:val>
                                            <p:strVal val="#ppt_x"/>
                                          </p:val>
                                        </p:tav>
                                      </p:tavLst>
                                    </p:anim>
                                    <p:anim calcmode="lin" valueType="num">
                                      <p:cBhvr additive="base">
                                        <p:cTn id="8" dur="1000" fill="hold"/>
                                        <p:tgtEl>
                                          <p:spTgt spid="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1000" fill="hold"/>
                                        <p:tgtEl>
                                          <p:spTgt spid="3">
                                            <p:txEl>
                                              <p:pRg st="1" end="1"/>
                                            </p:txEl>
                                          </p:spTgt>
                                        </p:tgtEl>
                                        <p:attrNameLst>
                                          <p:attrName>ppt_x</p:attrName>
                                        </p:attrNameLst>
                                      </p:cBhvr>
                                      <p:tavLst>
                                        <p:tav tm="0">
                                          <p:val>
                                            <p:strVal val="0-#ppt_w/2"/>
                                          </p:val>
                                        </p:tav>
                                        <p:tav tm="100000">
                                          <p:val>
                                            <p:strVal val="#ppt_x"/>
                                          </p:val>
                                        </p:tav>
                                      </p:tavLst>
                                    </p:anim>
                                    <p:anim calcmode="lin" valueType="num">
                                      <p:cBhvr additive="base">
                                        <p:cTn id="14" dur="1000" fill="hold"/>
                                        <p:tgtEl>
                                          <p:spTgt spid="3">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1000" fill="hold"/>
                                        <p:tgtEl>
                                          <p:spTgt spid="3">
                                            <p:txEl>
                                              <p:pRg st="2" end="2"/>
                                            </p:txEl>
                                          </p:spTgt>
                                        </p:tgtEl>
                                        <p:attrNameLst>
                                          <p:attrName>ppt_x</p:attrName>
                                        </p:attrNameLst>
                                      </p:cBhvr>
                                      <p:tavLst>
                                        <p:tav tm="0">
                                          <p:val>
                                            <p:strVal val="0-#ppt_w/2"/>
                                          </p:val>
                                        </p:tav>
                                        <p:tav tm="100000">
                                          <p:val>
                                            <p:strVal val="#ppt_x"/>
                                          </p:val>
                                        </p:tav>
                                      </p:tavLst>
                                    </p:anim>
                                    <p:anim calcmode="lin" valueType="num">
                                      <p:cBhvr additive="base">
                                        <p:cTn id="20" dur="1000" fill="hold"/>
                                        <p:tgtEl>
                                          <p:spTgt spid="3">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1000" fill="hold"/>
                                        <p:tgtEl>
                                          <p:spTgt spid="3">
                                            <p:txEl>
                                              <p:pRg st="3" end="3"/>
                                            </p:txEl>
                                          </p:spTgt>
                                        </p:tgtEl>
                                        <p:attrNameLst>
                                          <p:attrName>ppt_x</p:attrName>
                                        </p:attrNameLst>
                                      </p:cBhvr>
                                      <p:tavLst>
                                        <p:tav tm="0">
                                          <p:val>
                                            <p:strVal val="0-#ppt_w/2"/>
                                          </p:val>
                                        </p:tav>
                                        <p:tav tm="100000">
                                          <p:val>
                                            <p:strVal val="#ppt_x"/>
                                          </p:val>
                                        </p:tav>
                                      </p:tavLst>
                                    </p:anim>
                                    <p:anim calcmode="lin" valueType="num">
                                      <p:cBhvr additive="base">
                                        <p:cTn id="26" dur="1000" fill="hold"/>
                                        <p:tgtEl>
                                          <p:spTgt spid="3">
                                            <p:txEl>
                                              <p:pRg st="3" end="3"/>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标题 1"/>
          <p:cNvSpPr>
            <a:spLocks noGrp="1"/>
          </p:cNvSpPr>
          <p:nvPr>
            <p:ph type="title"/>
          </p:nvPr>
        </p:nvSpPr>
        <p:spPr>
          <a:xfrm>
            <a:off x="609600" y="1076325"/>
            <a:ext cx="10975975" cy="1066800"/>
          </a:xfrm>
        </p:spPr>
        <p:txBody>
          <a:bodyPr/>
          <a:lstStyle/>
          <a:p>
            <a:pPr eaLnBrk="1" hangingPunct="1">
              <a:defRPr/>
            </a:pPr>
            <a:r>
              <a:rPr lang="zh-CN" altLang="en-US" dirty="0">
                <a:solidFill>
                  <a:schemeClr val="accent5"/>
                </a:solidFill>
                <a:latin typeface="微软雅黑" pitchFamily="34" charset="-122"/>
                <a:ea typeface="微软雅黑" pitchFamily="34" charset="-122"/>
              </a:rPr>
              <a:t>位运算</a:t>
            </a:r>
            <a:r>
              <a:rPr lang="en-US" altLang="zh-CN" dirty="0">
                <a:solidFill>
                  <a:schemeClr val="accent5"/>
                </a:solidFill>
                <a:latin typeface="微软雅黑" pitchFamily="34" charset="-122"/>
                <a:ea typeface="微软雅黑" pitchFamily="34" charset="-122"/>
              </a:rPr>
              <a:t>——</a:t>
            </a:r>
            <a:r>
              <a:rPr lang="zh-CN" altLang="en-US" dirty="0">
                <a:solidFill>
                  <a:schemeClr val="accent5"/>
                </a:solidFill>
                <a:latin typeface="微软雅黑" pitchFamily="34" charset="-122"/>
                <a:ea typeface="微软雅黑" pitchFamily="34" charset="-122"/>
              </a:rPr>
              <a:t>按位与（</a:t>
            </a:r>
            <a:r>
              <a:rPr lang="en-US" altLang="zh-CN" dirty="0">
                <a:solidFill>
                  <a:schemeClr val="accent5"/>
                </a:solidFill>
                <a:latin typeface="微软雅黑" pitchFamily="34" charset="-122"/>
                <a:ea typeface="微软雅黑" pitchFamily="34" charset="-122"/>
              </a:rPr>
              <a:t>&amp;</a:t>
            </a:r>
            <a:r>
              <a:rPr lang="zh-CN" altLang="en-US" dirty="0">
                <a:solidFill>
                  <a:schemeClr val="accent5"/>
                </a:solidFill>
                <a:latin typeface="微软雅黑" pitchFamily="34" charset="-122"/>
                <a:ea typeface="微软雅黑" pitchFamily="34" charset="-122"/>
              </a:rPr>
              <a:t>）</a:t>
            </a:r>
          </a:p>
        </p:txBody>
      </p:sp>
      <p:sp>
        <p:nvSpPr>
          <p:cNvPr id="3" name="内容占位符 2"/>
          <p:cNvSpPr>
            <a:spLocks noGrp="1"/>
          </p:cNvSpPr>
          <p:nvPr>
            <p:ph idx="1"/>
          </p:nvPr>
        </p:nvSpPr>
        <p:spPr>
          <a:xfrm>
            <a:off x="609599" y="2000250"/>
            <a:ext cx="10528547" cy="4500563"/>
          </a:xfrm>
        </p:spPr>
        <p:txBody>
          <a:bodyPr>
            <a:normAutofit/>
          </a:bodyPr>
          <a:lstStyle/>
          <a:p>
            <a:pPr marL="365760" indent="-256032" defTabSz="762000" eaLnBrk="1" fontAlgn="auto" hangingPunct="1">
              <a:lnSpc>
                <a:spcPct val="110000"/>
              </a:lnSpc>
              <a:spcAft>
                <a:spcPts val="0"/>
              </a:spcAft>
              <a:buClr>
                <a:schemeClr val="accent3"/>
              </a:buClr>
              <a:buFont typeface="Georgia"/>
              <a:buChar char="•"/>
              <a:defRPr/>
            </a:pPr>
            <a:r>
              <a:rPr lang="zh-CN" altLang="en-US" sz="2000" dirty="0">
                <a:latin typeface="微软雅黑" pitchFamily="34" charset="-122"/>
                <a:ea typeface="微软雅黑" pitchFamily="34" charset="-122"/>
              </a:rPr>
              <a:t>运算规则</a:t>
            </a:r>
          </a:p>
          <a:p>
            <a:pPr marL="658368" lvl="1" indent="-246888" defTabSz="762000" eaLnBrk="1" fontAlgn="auto" hangingPunct="1">
              <a:lnSpc>
                <a:spcPct val="110000"/>
              </a:lnSpc>
              <a:spcAft>
                <a:spcPts val="0"/>
              </a:spcAft>
              <a:buFont typeface="Georgia"/>
              <a:buChar char="▫"/>
              <a:defRPr/>
            </a:pPr>
            <a:r>
              <a:rPr lang="zh-CN" altLang="en-US" sz="2000" dirty="0">
                <a:latin typeface="微软雅黑" pitchFamily="34" charset="-122"/>
                <a:ea typeface="微软雅黑" pitchFamily="34" charset="-122"/>
              </a:rPr>
              <a:t>将两个运算量的每一个位进行逻辑</a:t>
            </a:r>
            <a:r>
              <a:rPr lang="zh-CN" altLang="en-US" sz="2000" dirty="0">
                <a:solidFill>
                  <a:srgbClr val="C00000"/>
                </a:solidFill>
                <a:latin typeface="微软雅黑" pitchFamily="34" charset="-122"/>
                <a:ea typeface="微软雅黑" pitchFamily="34" charset="-122"/>
              </a:rPr>
              <a:t>与</a:t>
            </a:r>
            <a:r>
              <a:rPr lang="zh-CN" altLang="en-US" sz="2000" dirty="0">
                <a:latin typeface="微软雅黑" pitchFamily="34" charset="-122"/>
                <a:ea typeface="微软雅黑" pitchFamily="34" charset="-122"/>
              </a:rPr>
              <a:t>操作</a:t>
            </a:r>
          </a:p>
          <a:p>
            <a:pPr marL="365760" indent="-256032" defTabSz="762000" eaLnBrk="1" fontAlgn="auto" hangingPunct="1">
              <a:lnSpc>
                <a:spcPct val="110000"/>
              </a:lnSpc>
              <a:spcAft>
                <a:spcPts val="0"/>
              </a:spcAft>
              <a:buClr>
                <a:schemeClr val="accent3"/>
              </a:buClr>
              <a:buFont typeface="Georgia"/>
              <a:buChar char="•"/>
              <a:defRPr/>
            </a:pPr>
            <a:r>
              <a:rPr lang="zh-CN" altLang="en-US" sz="2000" dirty="0">
                <a:latin typeface="微软雅黑" pitchFamily="34" charset="-122"/>
                <a:ea typeface="微软雅黑" pitchFamily="34" charset="-122"/>
              </a:rPr>
              <a:t>举例：计算 </a:t>
            </a:r>
            <a:r>
              <a:rPr lang="en-US" altLang="zh-CN" sz="2000" dirty="0">
                <a:latin typeface="微软雅黑" pitchFamily="34" charset="-122"/>
                <a:ea typeface="微软雅黑" pitchFamily="34" charset="-122"/>
              </a:rPr>
              <a:t>3 &amp; 5</a:t>
            </a:r>
          </a:p>
          <a:p>
            <a:pPr marL="658368" lvl="1" indent="-246888" defTabSz="762000" eaLnBrk="1" fontAlgn="auto" hangingPunct="1">
              <a:lnSpc>
                <a:spcPct val="110000"/>
              </a:lnSpc>
              <a:spcAft>
                <a:spcPts val="0"/>
              </a:spcAft>
              <a:buFont typeface="Georgia"/>
              <a:buNone/>
              <a:defRPr/>
            </a:pPr>
            <a:r>
              <a:rPr lang="en-US" altLang="zh-CN" sz="2000" dirty="0">
                <a:latin typeface="微软雅黑" pitchFamily="34" charset="-122"/>
                <a:ea typeface="微软雅黑" pitchFamily="34" charset="-122"/>
              </a:rPr>
              <a:t>    3</a:t>
            </a:r>
            <a:r>
              <a:rPr lang="zh-CN" altLang="en-US" sz="2000">
                <a:latin typeface="微软雅黑" pitchFamily="34" charset="-122"/>
                <a:ea typeface="微软雅黑" pitchFamily="34" charset="-122"/>
              </a:rPr>
              <a:t>：    </a:t>
            </a:r>
            <a:r>
              <a:rPr lang="en-US" altLang="zh-CN" sz="2000">
                <a:latin typeface="微软雅黑" pitchFamily="34" charset="-122"/>
                <a:ea typeface="微软雅黑" pitchFamily="34" charset="-122"/>
              </a:rPr>
              <a:t>0 </a:t>
            </a:r>
            <a:r>
              <a:rPr lang="en-US" altLang="zh-CN" sz="2000" dirty="0">
                <a:latin typeface="微软雅黑" pitchFamily="34" charset="-122"/>
                <a:ea typeface="微软雅黑" pitchFamily="34" charset="-122"/>
              </a:rPr>
              <a:t>0 0 0 0 0 1 1</a:t>
            </a:r>
          </a:p>
          <a:p>
            <a:pPr marL="658368" lvl="1" indent="-246888" defTabSz="762000" eaLnBrk="1" fontAlgn="auto" hangingPunct="1">
              <a:lnSpc>
                <a:spcPct val="110000"/>
              </a:lnSpc>
              <a:spcAft>
                <a:spcPts val="0"/>
              </a:spcAft>
              <a:buFont typeface="Georgia"/>
              <a:buNone/>
              <a:defRPr/>
            </a:pPr>
            <a:r>
              <a:rPr lang="en-US" altLang="zh-CN" sz="2000" u="sng" dirty="0">
                <a:latin typeface="微软雅黑" pitchFamily="34" charset="-122"/>
                <a:ea typeface="微软雅黑" pitchFamily="34" charset="-122"/>
              </a:rPr>
              <a:t>    </a:t>
            </a:r>
            <a:r>
              <a:rPr lang="en-US" altLang="zh-CN" sz="2000" u="sng">
                <a:latin typeface="微软雅黑" pitchFamily="34" charset="-122"/>
                <a:ea typeface="微软雅黑" pitchFamily="34" charset="-122"/>
              </a:rPr>
              <a:t>5</a:t>
            </a:r>
            <a:r>
              <a:rPr lang="zh-CN" altLang="en-US" sz="2000" u="sng">
                <a:latin typeface="微软雅黑" pitchFamily="34" charset="-122"/>
                <a:ea typeface="微软雅黑" pitchFamily="34" charset="-122"/>
              </a:rPr>
              <a:t>：</a:t>
            </a:r>
            <a:r>
              <a:rPr lang="en-US" altLang="zh-CN" sz="2000" u="sng">
                <a:latin typeface="微软雅黑" pitchFamily="34" charset="-122"/>
                <a:ea typeface="微软雅黑" pitchFamily="34" charset="-122"/>
              </a:rPr>
              <a:t>    </a:t>
            </a:r>
            <a:r>
              <a:rPr lang="en-US" altLang="zh-CN" sz="2000" u="sng" dirty="0">
                <a:latin typeface="微软雅黑" pitchFamily="34" charset="-122"/>
                <a:ea typeface="微软雅黑" pitchFamily="34" charset="-122"/>
              </a:rPr>
              <a:t>0 0 0 0 0 1 0 1</a:t>
            </a:r>
          </a:p>
          <a:p>
            <a:pPr marL="658368" lvl="1" indent="-246888" defTabSz="762000" eaLnBrk="1" fontAlgn="auto" hangingPunct="1">
              <a:lnSpc>
                <a:spcPct val="110000"/>
              </a:lnSpc>
              <a:spcAft>
                <a:spcPts val="0"/>
              </a:spcAft>
              <a:buFont typeface="Georgia"/>
              <a:buNone/>
              <a:defRPr/>
            </a:pPr>
            <a:r>
              <a:rPr lang="en-US" altLang="zh-CN" sz="2000" spc="-70">
                <a:latin typeface="微软雅黑" pitchFamily="34" charset="-122"/>
                <a:ea typeface="微软雅黑" pitchFamily="34" charset="-122"/>
              </a:rPr>
              <a:t>3 </a:t>
            </a:r>
            <a:r>
              <a:rPr lang="en-US" altLang="zh-CN" sz="2000" kern="0" spc="-70">
                <a:latin typeface="微软雅黑" pitchFamily="34" charset="-122"/>
                <a:ea typeface="微软雅黑" pitchFamily="34" charset="-122"/>
              </a:rPr>
              <a:t>&amp;</a:t>
            </a:r>
            <a:r>
              <a:rPr lang="en-US" altLang="zh-CN" sz="2000" spc="-70">
                <a:latin typeface="微软雅黑" pitchFamily="34" charset="-122"/>
                <a:ea typeface="微软雅黑" pitchFamily="34" charset="-122"/>
              </a:rPr>
              <a:t> 5</a:t>
            </a:r>
            <a:r>
              <a:rPr lang="en-US" altLang="zh-CN" sz="2000">
                <a:latin typeface="微软雅黑" pitchFamily="34" charset="-122"/>
                <a:ea typeface="微软雅黑" pitchFamily="34" charset="-122"/>
              </a:rPr>
              <a:t>:    0 </a:t>
            </a:r>
            <a:r>
              <a:rPr lang="en-US" altLang="zh-CN" sz="2000" dirty="0">
                <a:latin typeface="微软雅黑" pitchFamily="34" charset="-122"/>
                <a:ea typeface="微软雅黑" pitchFamily="34" charset="-122"/>
              </a:rPr>
              <a:t>0 0 0 0 0 0 1</a:t>
            </a:r>
          </a:p>
          <a:p>
            <a:pPr marL="365760" indent="-256032" defTabSz="762000" eaLnBrk="1" fontAlgn="auto" hangingPunct="1">
              <a:lnSpc>
                <a:spcPct val="110000"/>
              </a:lnSpc>
              <a:spcAft>
                <a:spcPts val="0"/>
              </a:spcAft>
              <a:buClr>
                <a:schemeClr val="accent3"/>
              </a:buClr>
              <a:buFont typeface="Georgia"/>
              <a:buChar char="•"/>
              <a:defRPr/>
            </a:pPr>
            <a:r>
              <a:rPr lang="zh-CN" altLang="en-US" sz="2000" dirty="0">
                <a:latin typeface="微软雅黑" pitchFamily="34" charset="-122"/>
                <a:ea typeface="微软雅黑" pitchFamily="34" charset="-122"/>
              </a:rPr>
              <a:t>用途：</a:t>
            </a:r>
          </a:p>
          <a:p>
            <a:pPr marL="658368" lvl="1" indent="-246888" defTabSz="762000" eaLnBrk="1" fontAlgn="auto" hangingPunct="1">
              <a:lnSpc>
                <a:spcPct val="110000"/>
              </a:lnSpc>
              <a:spcAft>
                <a:spcPts val="0"/>
              </a:spcAft>
              <a:buFont typeface="Georgia"/>
              <a:buChar char="▫"/>
              <a:defRPr/>
            </a:pPr>
            <a:r>
              <a:rPr lang="zh-CN" altLang="en-US" sz="2000" dirty="0">
                <a:latin typeface="微软雅黑" pitchFamily="34" charset="-122"/>
                <a:ea typeface="微软雅黑" pitchFamily="34" charset="-122"/>
              </a:rPr>
              <a:t>将某一位置</a:t>
            </a:r>
            <a:r>
              <a:rPr lang="en-US" altLang="zh-CN" sz="2000" dirty="0">
                <a:latin typeface="微软雅黑" pitchFamily="34" charset="-122"/>
                <a:ea typeface="微软雅黑" pitchFamily="34" charset="-122"/>
              </a:rPr>
              <a:t>0</a:t>
            </a:r>
            <a:r>
              <a:rPr lang="zh-CN" altLang="en-US" sz="2000" dirty="0">
                <a:latin typeface="微软雅黑" pitchFamily="34" charset="-122"/>
                <a:ea typeface="微软雅黑" pitchFamily="34" charset="-122"/>
              </a:rPr>
              <a:t>，其他位不变。例如：</a:t>
            </a:r>
            <a:br>
              <a:rPr lang="zh-CN" altLang="en-US" sz="2000" dirty="0">
                <a:latin typeface="微软雅黑" pitchFamily="34" charset="-122"/>
                <a:ea typeface="微软雅黑" pitchFamily="34" charset="-122"/>
              </a:rPr>
            </a:br>
            <a:r>
              <a:rPr lang="zh-CN" altLang="en-US" sz="2000" dirty="0">
                <a:latin typeface="微软雅黑" pitchFamily="34" charset="-122"/>
                <a:ea typeface="微软雅黑" pitchFamily="34" charset="-122"/>
              </a:rPr>
              <a:t>将</a:t>
            </a:r>
            <a:r>
              <a:rPr lang="en-US" altLang="zh-CN" sz="2000" dirty="0">
                <a:solidFill>
                  <a:srgbClr val="C00000"/>
                </a:solidFill>
                <a:latin typeface="微软雅黑" pitchFamily="34" charset="-122"/>
                <a:ea typeface="微软雅黑" pitchFamily="34" charset="-122"/>
              </a:rPr>
              <a:t>char</a:t>
            </a:r>
            <a:r>
              <a:rPr lang="zh-CN" altLang="en-US" sz="2000" dirty="0">
                <a:latin typeface="微软雅黑" pitchFamily="34" charset="-122"/>
                <a:ea typeface="微软雅黑" pitchFamily="34" charset="-122"/>
              </a:rPr>
              <a:t>型变量</a:t>
            </a:r>
            <a:r>
              <a:rPr lang="en-US" altLang="zh-CN" sz="2000" dirty="0">
                <a:solidFill>
                  <a:srgbClr val="C00000"/>
                </a:solidFill>
                <a:latin typeface="微软雅黑" pitchFamily="34" charset="-122"/>
                <a:ea typeface="微软雅黑" pitchFamily="34" charset="-122"/>
              </a:rPr>
              <a:t>a</a:t>
            </a:r>
            <a:r>
              <a:rPr lang="zh-CN" altLang="en-US" sz="2000" dirty="0">
                <a:latin typeface="微软雅黑" pitchFamily="34" charset="-122"/>
                <a:ea typeface="微软雅黑" pitchFamily="34" charset="-122"/>
              </a:rPr>
              <a:t>的最低位置</a:t>
            </a:r>
            <a:r>
              <a:rPr lang="en-US" altLang="zh-CN" sz="2000" dirty="0">
                <a:solidFill>
                  <a:srgbClr val="C00000"/>
                </a:solidFill>
                <a:latin typeface="微软雅黑" pitchFamily="34" charset="-122"/>
                <a:ea typeface="微软雅黑" pitchFamily="34" charset="-122"/>
              </a:rPr>
              <a:t>0: a = a &amp; 0xfe</a:t>
            </a:r>
            <a:r>
              <a:rPr lang="en-US" altLang="zh-CN" sz="2000" dirty="0">
                <a:latin typeface="微软雅黑" pitchFamily="34" charset="-122"/>
                <a:ea typeface="微软雅黑" pitchFamily="34" charset="-122"/>
              </a:rPr>
              <a:t>;</a:t>
            </a:r>
          </a:p>
          <a:p>
            <a:pPr marL="658368" lvl="1" indent="-246888" defTabSz="762000" eaLnBrk="1" fontAlgn="auto" hangingPunct="1">
              <a:lnSpc>
                <a:spcPct val="110000"/>
              </a:lnSpc>
              <a:spcAft>
                <a:spcPts val="0"/>
              </a:spcAft>
              <a:buFont typeface="Georgia"/>
              <a:buChar char="▫"/>
              <a:defRPr/>
            </a:pPr>
            <a:r>
              <a:rPr lang="zh-CN" altLang="en-US" sz="2000" dirty="0">
                <a:latin typeface="微软雅黑" pitchFamily="34" charset="-122"/>
                <a:ea typeface="微软雅黑" pitchFamily="34" charset="-122"/>
              </a:rPr>
              <a:t>取指定位。</a:t>
            </a:r>
            <a:br>
              <a:rPr lang="zh-CN" altLang="en-US" sz="2000" dirty="0">
                <a:latin typeface="微软雅黑" pitchFamily="34" charset="-122"/>
                <a:ea typeface="微软雅黑" pitchFamily="34" charset="-122"/>
              </a:rPr>
            </a:br>
            <a:r>
              <a:rPr lang="zh-CN" altLang="en-US" sz="2000" dirty="0">
                <a:latin typeface="微软雅黑" pitchFamily="34" charset="-122"/>
                <a:ea typeface="微软雅黑" pitchFamily="34" charset="-122"/>
              </a:rPr>
              <a:t>例如：有</a:t>
            </a:r>
            <a:r>
              <a:rPr lang="en-US" altLang="zh-CN" sz="2000" dirty="0">
                <a:solidFill>
                  <a:srgbClr val="C00000"/>
                </a:solidFill>
                <a:latin typeface="微软雅黑" pitchFamily="34" charset="-122"/>
                <a:ea typeface="微软雅黑" pitchFamily="34" charset="-122"/>
              </a:rPr>
              <a:t>char c; </a:t>
            </a:r>
            <a:r>
              <a:rPr lang="en-US" altLang="zh-CN" sz="2000" dirty="0" err="1">
                <a:solidFill>
                  <a:srgbClr val="C00000"/>
                </a:solidFill>
                <a:latin typeface="微软雅黑" pitchFamily="34" charset="-122"/>
                <a:ea typeface="微软雅黑" pitchFamily="34" charset="-122"/>
              </a:rPr>
              <a:t>int</a:t>
            </a:r>
            <a:r>
              <a:rPr lang="en-US" altLang="zh-CN" sz="2000" dirty="0">
                <a:solidFill>
                  <a:srgbClr val="C00000"/>
                </a:solidFill>
                <a:latin typeface="微软雅黑" pitchFamily="34" charset="-122"/>
                <a:ea typeface="微软雅黑" pitchFamily="34" charset="-122"/>
              </a:rPr>
              <a:t> a; </a:t>
            </a:r>
            <a:br>
              <a:rPr lang="en-US" altLang="zh-CN" sz="2000" dirty="0">
                <a:solidFill>
                  <a:srgbClr val="FFFF66"/>
                </a:solidFill>
                <a:latin typeface="微软雅黑" pitchFamily="34" charset="-122"/>
                <a:ea typeface="微软雅黑" pitchFamily="34" charset="-122"/>
              </a:rPr>
            </a:br>
            <a:r>
              <a:rPr lang="zh-CN" altLang="en-US" sz="2000" dirty="0">
                <a:latin typeface="微软雅黑" pitchFamily="34" charset="-122"/>
                <a:ea typeface="微软雅黑" pitchFamily="34" charset="-122"/>
              </a:rPr>
              <a:t>取出</a:t>
            </a:r>
            <a:r>
              <a:rPr lang="en-US" altLang="zh-CN" sz="2000" dirty="0">
                <a:solidFill>
                  <a:srgbClr val="C00000"/>
                </a:solidFill>
                <a:latin typeface="微软雅黑" pitchFamily="34" charset="-122"/>
                <a:ea typeface="微软雅黑" pitchFamily="34" charset="-122"/>
              </a:rPr>
              <a:t>a</a:t>
            </a:r>
            <a:r>
              <a:rPr lang="zh-CN" altLang="en-US" sz="2000" dirty="0">
                <a:latin typeface="微软雅黑" pitchFamily="34" charset="-122"/>
                <a:ea typeface="微软雅黑" pitchFamily="34" charset="-122"/>
              </a:rPr>
              <a:t>的低字节，置于</a:t>
            </a:r>
            <a:r>
              <a:rPr lang="en-US" altLang="zh-CN" sz="2000" dirty="0">
                <a:solidFill>
                  <a:srgbClr val="C00000"/>
                </a:solidFill>
                <a:latin typeface="微软雅黑" pitchFamily="34" charset="-122"/>
                <a:ea typeface="微软雅黑" pitchFamily="34" charset="-122"/>
              </a:rPr>
              <a:t>c</a:t>
            </a:r>
            <a:r>
              <a:rPr lang="zh-CN" altLang="en-US" sz="2000" dirty="0">
                <a:latin typeface="微软雅黑" pitchFamily="34" charset="-122"/>
                <a:ea typeface="微软雅黑" pitchFamily="34" charset="-122"/>
              </a:rPr>
              <a:t>中：</a:t>
            </a:r>
            <a:r>
              <a:rPr lang="en-US" altLang="zh-CN" sz="2000" dirty="0">
                <a:solidFill>
                  <a:srgbClr val="C00000"/>
                </a:solidFill>
                <a:latin typeface="微软雅黑" pitchFamily="34" charset="-122"/>
                <a:ea typeface="微软雅黑" pitchFamily="34" charset="-122"/>
              </a:rPr>
              <a:t>c=a &amp; 0xff;</a:t>
            </a:r>
          </a:p>
        </p:txBody>
      </p:sp>
      <p:sp>
        <p:nvSpPr>
          <p:cNvPr id="2" name="灯片编号占位符 1"/>
          <p:cNvSpPr>
            <a:spLocks noGrp="1"/>
          </p:cNvSpPr>
          <p:nvPr>
            <p:ph type="sldNum" sz="quarter" idx="4"/>
          </p:nvPr>
        </p:nvSpPr>
        <p:spPr/>
        <p:txBody>
          <a:bodyPr/>
          <a:lstStyle/>
          <a:p>
            <a:fld id="{DEA904C8-CD7B-4714-BAE1-F1A91095C3EA}" type="slidenum">
              <a:rPr lang="zh-CN" altLang="en-US" smtClean="0"/>
              <a:pPr/>
              <a:t>38</a:t>
            </a:fld>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1000" fill="hold"/>
                                        <p:tgtEl>
                                          <p:spTgt spid="3">
                                            <p:txEl>
                                              <p:pRg st="0" end="0"/>
                                            </p:txEl>
                                          </p:spTgt>
                                        </p:tgtEl>
                                        <p:attrNameLst>
                                          <p:attrName>ppt_x</p:attrName>
                                        </p:attrNameLst>
                                      </p:cBhvr>
                                      <p:tavLst>
                                        <p:tav tm="0">
                                          <p:val>
                                            <p:strVal val="0-#ppt_w/2"/>
                                          </p:val>
                                        </p:tav>
                                        <p:tav tm="100000">
                                          <p:val>
                                            <p:strVal val="#ppt_x"/>
                                          </p:val>
                                        </p:tav>
                                      </p:tavLst>
                                    </p:anim>
                                    <p:anim calcmode="lin" valueType="num">
                                      <p:cBhvr additive="base">
                                        <p:cTn id="8" dur="1000" fill="hold"/>
                                        <p:tgtEl>
                                          <p:spTgt spid="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4" presetClass="entr" presetSubtype="16"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Effect transition="in" filter="box(in)">
                                      <p:cBhvr>
                                        <p:cTn id="13" dur="500"/>
                                        <p:tgtEl>
                                          <p:spTgt spid="3">
                                            <p:txEl>
                                              <p:pRg st="1" end="1"/>
                                            </p:txEl>
                                          </p:spTgt>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 presetClass="entr" presetSubtype="8" fill="hold" nodeType="clickEffect">
                                  <p:stCondLst>
                                    <p:cond delay="0"/>
                                  </p:stCondLst>
                                  <p:childTnLst>
                                    <p:set>
                                      <p:cBhvr>
                                        <p:cTn id="17" dur="1" fill="hold">
                                          <p:stCondLst>
                                            <p:cond delay="0"/>
                                          </p:stCondLst>
                                        </p:cTn>
                                        <p:tgtEl>
                                          <p:spTgt spid="3">
                                            <p:txEl>
                                              <p:pRg st="1" end="1"/>
                                            </p:txEl>
                                          </p:spTgt>
                                        </p:tgtEl>
                                        <p:attrNameLst>
                                          <p:attrName>style.visibility</p:attrName>
                                        </p:attrNameLst>
                                      </p:cBhvr>
                                      <p:to>
                                        <p:strVal val="visible"/>
                                      </p:to>
                                    </p:set>
                                    <p:anim calcmode="lin" valueType="num">
                                      <p:cBhvr additive="base">
                                        <p:cTn id="18" dur="1000" fill="hold"/>
                                        <p:tgtEl>
                                          <p:spTgt spid="3">
                                            <p:txEl>
                                              <p:pRg st="1" end="1"/>
                                            </p:txEl>
                                          </p:spTgt>
                                        </p:tgtEl>
                                        <p:attrNameLst>
                                          <p:attrName>ppt_x</p:attrName>
                                        </p:attrNameLst>
                                      </p:cBhvr>
                                      <p:tavLst>
                                        <p:tav tm="0">
                                          <p:val>
                                            <p:strVal val="0-#ppt_w/2"/>
                                          </p:val>
                                        </p:tav>
                                        <p:tav tm="100000">
                                          <p:val>
                                            <p:strVal val="#ppt_x"/>
                                          </p:val>
                                        </p:tav>
                                      </p:tavLst>
                                    </p:anim>
                                    <p:anim calcmode="lin" valueType="num">
                                      <p:cBhvr additive="base">
                                        <p:cTn id="19" dur="1000" fill="hold"/>
                                        <p:tgtEl>
                                          <p:spTgt spid="3">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20" fill="hold" nodeType="clickPar">
                      <p:stCondLst>
                        <p:cond delay="indefinite"/>
                      </p:stCondLst>
                      <p:childTnLst>
                        <p:par>
                          <p:cTn id="21" fill="hold" nodeType="withGroup">
                            <p:stCondLst>
                              <p:cond delay="0"/>
                            </p:stCondLst>
                            <p:childTnLst>
                              <p:par>
                                <p:cTn id="22" presetID="2" presetClass="entr" presetSubtype="8" fill="hold" nodeType="clickEffect">
                                  <p:stCondLst>
                                    <p:cond delay="0"/>
                                  </p:stCondLst>
                                  <p:childTnLst>
                                    <p:set>
                                      <p:cBhvr>
                                        <p:cTn id="23" dur="1" fill="hold">
                                          <p:stCondLst>
                                            <p:cond delay="0"/>
                                          </p:stCondLst>
                                        </p:cTn>
                                        <p:tgtEl>
                                          <p:spTgt spid="3">
                                            <p:txEl>
                                              <p:pRg st="2" end="2"/>
                                            </p:txEl>
                                          </p:spTgt>
                                        </p:tgtEl>
                                        <p:attrNameLst>
                                          <p:attrName>style.visibility</p:attrName>
                                        </p:attrNameLst>
                                      </p:cBhvr>
                                      <p:to>
                                        <p:strVal val="visible"/>
                                      </p:to>
                                    </p:set>
                                    <p:anim calcmode="lin" valueType="num">
                                      <p:cBhvr additive="base">
                                        <p:cTn id="24" dur="1000" fill="hold"/>
                                        <p:tgtEl>
                                          <p:spTgt spid="3">
                                            <p:txEl>
                                              <p:pRg st="2" end="2"/>
                                            </p:txEl>
                                          </p:spTgt>
                                        </p:tgtEl>
                                        <p:attrNameLst>
                                          <p:attrName>ppt_x</p:attrName>
                                        </p:attrNameLst>
                                      </p:cBhvr>
                                      <p:tavLst>
                                        <p:tav tm="0">
                                          <p:val>
                                            <p:strVal val="0-#ppt_w/2"/>
                                          </p:val>
                                        </p:tav>
                                        <p:tav tm="100000">
                                          <p:val>
                                            <p:strVal val="#ppt_x"/>
                                          </p:val>
                                        </p:tav>
                                      </p:tavLst>
                                    </p:anim>
                                    <p:anim calcmode="lin" valueType="num">
                                      <p:cBhvr additive="base">
                                        <p:cTn id="25" dur="1000" fill="hold"/>
                                        <p:tgtEl>
                                          <p:spTgt spid="3">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6" fill="hold" nodeType="clickPar">
                      <p:stCondLst>
                        <p:cond delay="indefinite"/>
                      </p:stCondLst>
                      <p:childTnLst>
                        <p:par>
                          <p:cTn id="27" fill="hold" nodeType="withGroup">
                            <p:stCondLst>
                              <p:cond delay="0"/>
                            </p:stCondLst>
                            <p:childTnLst>
                              <p:par>
                                <p:cTn id="28" presetID="2" presetClass="entr" presetSubtype="8" fill="hold" nodeType="clickEffect">
                                  <p:stCondLst>
                                    <p:cond delay="0"/>
                                  </p:stCondLst>
                                  <p:childTnLst>
                                    <p:set>
                                      <p:cBhvr>
                                        <p:cTn id="29" dur="1" fill="hold">
                                          <p:stCondLst>
                                            <p:cond delay="0"/>
                                          </p:stCondLst>
                                        </p:cTn>
                                        <p:tgtEl>
                                          <p:spTgt spid="3">
                                            <p:txEl>
                                              <p:pRg st="3" end="3"/>
                                            </p:txEl>
                                          </p:spTgt>
                                        </p:tgtEl>
                                        <p:attrNameLst>
                                          <p:attrName>style.visibility</p:attrName>
                                        </p:attrNameLst>
                                      </p:cBhvr>
                                      <p:to>
                                        <p:strVal val="visible"/>
                                      </p:to>
                                    </p:set>
                                    <p:anim calcmode="lin" valueType="num">
                                      <p:cBhvr additive="base">
                                        <p:cTn id="30" dur="1000" fill="hold"/>
                                        <p:tgtEl>
                                          <p:spTgt spid="3">
                                            <p:txEl>
                                              <p:pRg st="3" end="3"/>
                                            </p:txEl>
                                          </p:spTgt>
                                        </p:tgtEl>
                                        <p:attrNameLst>
                                          <p:attrName>ppt_x</p:attrName>
                                        </p:attrNameLst>
                                      </p:cBhvr>
                                      <p:tavLst>
                                        <p:tav tm="0">
                                          <p:val>
                                            <p:strVal val="0-#ppt_w/2"/>
                                          </p:val>
                                        </p:tav>
                                        <p:tav tm="100000">
                                          <p:val>
                                            <p:strVal val="#ppt_x"/>
                                          </p:val>
                                        </p:tav>
                                      </p:tavLst>
                                    </p:anim>
                                    <p:anim calcmode="lin" valueType="num">
                                      <p:cBhvr additive="base">
                                        <p:cTn id="31" dur="1000" fill="hold"/>
                                        <p:tgtEl>
                                          <p:spTgt spid="3">
                                            <p:txEl>
                                              <p:pRg st="3" end="3"/>
                                            </p:txEl>
                                          </p:spTgt>
                                        </p:tgtEl>
                                        <p:attrNameLst>
                                          <p:attrName>ppt_y</p:attrName>
                                        </p:attrNameLst>
                                      </p:cBhvr>
                                      <p:tavLst>
                                        <p:tav tm="0">
                                          <p:val>
                                            <p:strVal val="#ppt_y"/>
                                          </p:val>
                                        </p:tav>
                                        <p:tav tm="100000">
                                          <p:val>
                                            <p:strVal val="#ppt_y"/>
                                          </p:val>
                                        </p:tav>
                                      </p:tavLst>
                                    </p:anim>
                                  </p:childTnLst>
                                </p:cTn>
                              </p:par>
                              <p:par>
                                <p:cTn id="32" presetID="2" presetClass="entr" presetSubtype="8" fill="hold" nodeType="withEffect">
                                  <p:stCondLst>
                                    <p:cond delay="0"/>
                                  </p:stCondLst>
                                  <p:childTnLst>
                                    <p:set>
                                      <p:cBhvr>
                                        <p:cTn id="33" dur="1" fill="hold">
                                          <p:stCondLst>
                                            <p:cond delay="0"/>
                                          </p:stCondLst>
                                        </p:cTn>
                                        <p:tgtEl>
                                          <p:spTgt spid="3">
                                            <p:txEl>
                                              <p:pRg st="4" end="4"/>
                                            </p:txEl>
                                          </p:spTgt>
                                        </p:tgtEl>
                                        <p:attrNameLst>
                                          <p:attrName>style.visibility</p:attrName>
                                        </p:attrNameLst>
                                      </p:cBhvr>
                                      <p:to>
                                        <p:strVal val="visible"/>
                                      </p:to>
                                    </p:set>
                                    <p:anim calcmode="lin" valueType="num">
                                      <p:cBhvr additive="base">
                                        <p:cTn id="34" dur="1000" fill="hold"/>
                                        <p:tgtEl>
                                          <p:spTgt spid="3">
                                            <p:txEl>
                                              <p:pRg st="4" end="4"/>
                                            </p:txEl>
                                          </p:spTgt>
                                        </p:tgtEl>
                                        <p:attrNameLst>
                                          <p:attrName>ppt_x</p:attrName>
                                        </p:attrNameLst>
                                      </p:cBhvr>
                                      <p:tavLst>
                                        <p:tav tm="0">
                                          <p:val>
                                            <p:strVal val="0-#ppt_w/2"/>
                                          </p:val>
                                        </p:tav>
                                        <p:tav tm="100000">
                                          <p:val>
                                            <p:strVal val="#ppt_x"/>
                                          </p:val>
                                        </p:tav>
                                      </p:tavLst>
                                    </p:anim>
                                    <p:anim calcmode="lin" valueType="num">
                                      <p:cBhvr additive="base">
                                        <p:cTn id="35" dur="1000" fill="hold"/>
                                        <p:tgtEl>
                                          <p:spTgt spid="3">
                                            <p:txEl>
                                              <p:pRg st="4" end="4"/>
                                            </p:txEl>
                                          </p:spTgt>
                                        </p:tgtEl>
                                        <p:attrNameLst>
                                          <p:attrName>ppt_y</p:attrName>
                                        </p:attrNameLst>
                                      </p:cBhvr>
                                      <p:tavLst>
                                        <p:tav tm="0">
                                          <p:val>
                                            <p:strVal val="#ppt_y"/>
                                          </p:val>
                                        </p:tav>
                                        <p:tav tm="100000">
                                          <p:val>
                                            <p:strVal val="#ppt_y"/>
                                          </p:val>
                                        </p:tav>
                                      </p:tavLst>
                                    </p:anim>
                                  </p:childTnLst>
                                </p:cTn>
                              </p:par>
                              <p:par>
                                <p:cTn id="36" presetID="2" presetClass="entr" presetSubtype="8" fill="hold" nodeType="withEffect">
                                  <p:stCondLst>
                                    <p:cond delay="0"/>
                                  </p:stCondLst>
                                  <p:childTnLst>
                                    <p:set>
                                      <p:cBhvr>
                                        <p:cTn id="37" dur="1" fill="hold">
                                          <p:stCondLst>
                                            <p:cond delay="0"/>
                                          </p:stCondLst>
                                        </p:cTn>
                                        <p:tgtEl>
                                          <p:spTgt spid="3">
                                            <p:txEl>
                                              <p:pRg st="5" end="5"/>
                                            </p:txEl>
                                          </p:spTgt>
                                        </p:tgtEl>
                                        <p:attrNameLst>
                                          <p:attrName>style.visibility</p:attrName>
                                        </p:attrNameLst>
                                      </p:cBhvr>
                                      <p:to>
                                        <p:strVal val="visible"/>
                                      </p:to>
                                    </p:set>
                                    <p:anim calcmode="lin" valueType="num">
                                      <p:cBhvr additive="base">
                                        <p:cTn id="38" dur="1000" fill="hold"/>
                                        <p:tgtEl>
                                          <p:spTgt spid="3">
                                            <p:txEl>
                                              <p:pRg st="5" end="5"/>
                                            </p:txEl>
                                          </p:spTgt>
                                        </p:tgtEl>
                                        <p:attrNameLst>
                                          <p:attrName>ppt_x</p:attrName>
                                        </p:attrNameLst>
                                      </p:cBhvr>
                                      <p:tavLst>
                                        <p:tav tm="0">
                                          <p:val>
                                            <p:strVal val="0-#ppt_w/2"/>
                                          </p:val>
                                        </p:tav>
                                        <p:tav tm="100000">
                                          <p:val>
                                            <p:strVal val="#ppt_x"/>
                                          </p:val>
                                        </p:tav>
                                      </p:tavLst>
                                    </p:anim>
                                    <p:anim calcmode="lin" valueType="num">
                                      <p:cBhvr additive="base">
                                        <p:cTn id="39" dur="1000" fill="hold"/>
                                        <p:tgtEl>
                                          <p:spTgt spid="3">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40" fill="hold" nodeType="clickPar">
                      <p:stCondLst>
                        <p:cond delay="indefinite"/>
                      </p:stCondLst>
                      <p:childTnLst>
                        <p:par>
                          <p:cTn id="41" fill="hold" nodeType="withGroup">
                            <p:stCondLst>
                              <p:cond delay="0"/>
                            </p:stCondLst>
                            <p:childTnLst>
                              <p:par>
                                <p:cTn id="42" presetID="2" presetClass="entr" presetSubtype="8" fill="hold" nodeType="clickEffect">
                                  <p:stCondLst>
                                    <p:cond delay="0"/>
                                  </p:stCondLst>
                                  <p:childTnLst>
                                    <p:set>
                                      <p:cBhvr>
                                        <p:cTn id="43" dur="1" fill="hold">
                                          <p:stCondLst>
                                            <p:cond delay="0"/>
                                          </p:stCondLst>
                                        </p:cTn>
                                        <p:tgtEl>
                                          <p:spTgt spid="3">
                                            <p:txEl>
                                              <p:pRg st="6" end="6"/>
                                            </p:txEl>
                                          </p:spTgt>
                                        </p:tgtEl>
                                        <p:attrNameLst>
                                          <p:attrName>style.visibility</p:attrName>
                                        </p:attrNameLst>
                                      </p:cBhvr>
                                      <p:to>
                                        <p:strVal val="visible"/>
                                      </p:to>
                                    </p:set>
                                    <p:anim calcmode="lin" valueType="num">
                                      <p:cBhvr additive="base">
                                        <p:cTn id="44" dur="1000" fill="hold"/>
                                        <p:tgtEl>
                                          <p:spTgt spid="3">
                                            <p:txEl>
                                              <p:pRg st="6" end="6"/>
                                            </p:txEl>
                                          </p:spTgt>
                                        </p:tgtEl>
                                        <p:attrNameLst>
                                          <p:attrName>ppt_x</p:attrName>
                                        </p:attrNameLst>
                                      </p:cBhvr>
                                      <p:tavLst>
                                        <p:tav tm="0">
                                          <p:val>
                                            <p:strVal val="0-#ppt_w/2"/>
                                          </p:val>
                                        </p:tav>
                                        <p:tav tm="100000">
                                          <p:val>
                                            <p:strVal val="#ppt_x"/>
                                          </p:val>
                                        </p:tav>
                                      </p:tavLst>
                                    </p:anim>
                                    <p:anim calcmode="lin" valueType="num">
                                      <p:cBhvr additive="base">
                                        <p:cTn id="45" dur="1000" fill="hold"/>
                                        <p:tgtEl>
                                          <p:spTgt spid="3">
                                            <p:txEl>
                                              <p:pRg st="6" end="6"/>
                                            </p:txEl>
                                          </p:spTgt>
                                        </p:tgtEl>
                                        <p:attrNameLst>
                                          <p:attrName>ppt_y</p:attrName>
                                        </p:attrNameLst>
                                      </p:cBhvr>
                                      <p:tavLst>
                                        <p:tav tm="0">
                                          <p:val>
                                            <p:strVal val="#ppt_y"/>
                                          </p:val>
                                        </p:tav>
                                        <p:tav tm="100000">
                                          <p:val>
                                            <p:strVal val="#ppt_y"/>
                                          </p:val>
                                        </p:tav>
                                      </p:tavLst>
                                    </p:anim>
                                  </p:childTnLst>
                                </p:cTn>
                              </p:par>
                            </p:childTnLst>
                          </p:cTn>
                        </p:par>
                      </p:childTnLst>
                    </p:cTn>
                  </p:par>
                  <p:par>
                    <p:cTn id="46" fill="hold" nodeType="clickPar">
                      <p:stCondLst>
                        <p:cond delay="indefinite"/>
                      </p:stCondLst>
                      <p:childTnLst>
                        <p:par>
                          <p:cTn id="47" fill="hold" nodeType="withGroup">
                            <p:stCondLst>
                              <p:cond delay="0"/>
                            </p:stCondLst>
                            <p:childTnLst>
                              <p:par>
                                <p:cTn id="48" presetID="2" presetClass="entr" presetSubtype="8" fill="hold" nodeType="clickEffect">
                                  <p:stCondLst>
                                    <p:cond delay="0"/>
                                  </p:stCondLst>
                                  <p:childTnLst>
                                    <p:set>
                                      <p:cBhvr>
                                        <p:cTn id="49" dur="1" fill="hold">
                                          <p:stCondLst>
                                            <p:cond delay="0"/>
                                          </p:stCondLst>
                                        </p:cTn>
                                        <p:tgtEl>
                                          <p:spTgt spid="3">
                                            <p:txEl>
                                              <p:pRg st="7" end="7"/>
                                            </p:txEl>
                                          </p:spTgt>
                                        </p:tgtEl>
                                        <p:attrNameLst>
                                          <p:attrName>style.visibility</p:attrName>
                                        </p:attrNameLst>
                                      </p:cBhvr>
                                      <p:to>
                                        <p:strVal val="visible"/>
                                      </p:to>
                                    </p:set>
                                    <p:anim calcmode="lin" valueType="num">
                                      <p:cBhvr additive="base">
                                        <p:cTn id="50" dur="1000" fill="hold"/>
                                        <p:tgtEl>
                                          <p:spTgt spid="3">
                                            <p:txEl>
                                              <p:pRg st="7" end="7"/>
                                            </p:txEl>
                                          </p:spTgt>
                                        </p:tgtEl>
                                        <p:attrNameLst>
                                          <p:attrName>ppt_x</p:attrName>
                                        </p:attrNameLst>
                                      </p:cBhvr>
                                      <p:tavLst>
                                        <p:tav tm="0">
                                          <p:val>
                                            <p:strVal val="0-#ppt_w/2"/>
                                          </p:val>
                                        </p:tav>
                                        <p:tav tm="100000">
                                          <p:val>
                                            <p:strVal val="#ppt_x"/>
                                          </p:val>
                                        </p:tav>
                                      </p:tavLst>
                                    </p:anim>
                                    <p:anim calcmode="lin" valueType="num">
                                      <p:cBhvr additive="base">
                                        <p:cTn id="51" dur="1000" fill="hold"/>
                                        <p:tgtEl>
                                          <p:spTgt spid="3">
                                            <p:txEl>
                                              <p:pRg st="7" end="7"/>
                                            </p:txEl>
                                          </p:spTgt>
                                        </p:tgtEl>
                                        <p:attrNameLst>
                                          <p:attrName>ppt_y</p:attrName>
                                        </p:attrNameLst>
                                      </p:cBhvr>
                                      <p:tavLst>
                                        <p:tav tm="0">
                                          <p:val>
                                            <p:strVal val="#ppt_y"/>
                                          </p:val>
                                        </p:tav>
                                        <p:tav tm="100000">
                                          <p:val>
                                            <p:strVal val="#ppt_y"/>
                                          </p:val>
                                        </p:tav>
                                      </p:tavLst>
                                    </p:anim>
                                  </p:childTnLst>
                                </p:cTn>
                              </p:par>
                            </p:childTnLst>
                          </p:cTn>
                        </p:par>
                      </p:childTnLst>
                    </p:cTn>
                  </p:par>
                  <p:par>
                    <p:cTn id="52" fill="hold" nodeType="clickPar">
                      <p:stCondLst>
                        <p:cond delay="indefinite"/>
                      </p:stCondLst>
                      <p:childTnLst>
                        <p:par>
                          <p:cTn id="53" fill="hold" nodeType="withGroup">
                            <p:stCondLst>
                              <p:cond delay="0"/>
                            </p:stCondLst>
                            <p:childTnLst>
                              <p:par>
                                <p:cTn id="54" presetID="2" presetClass="entr" presetSubtype="8" fill="hold" nodeType="clickEffect">
                                  <p:stCondLst>
                                    <p:cond delay="0"/>
                                  </p:stCondLst>
                                  <p:childTnLst>
                                    <p:set>
                                      <p:cBhvr>
                                        <p:cTn id="55" dur="1" fill="hold">
                                          <p:stCondLst>
                                            <p:cond delay="0"/>
                                          </p:stCondLst>
                                        </p:cTn>
                                        <p:tgtEl>
                                          <p:spTgt spid="3">
                                            <p:txEl>
                                              <p:pRg st="8" end="8"/>
                                            </p:txEl>
                                          </p:spTgt>
                                        </p:tgtEl>
                                        <p:attrNameLst>
                                          <p:attrName>style.visibility</p:attrName>
                                        </p:attrNameLst>
                                      </p:cBhvr>
                                      <p:to>
                                        <p:strVal val="visible"/>
                                      </p:to>
                                    </p:set>
                                    <p:anim calcmode="lin" valueType="num">
                                      <p:cBhvr additive="base">
                                        <p:cTn id="56" dur="1000" fill="hold"/>
                                        <p:tgtEl>
                                          <p:spTgt spid="3">
                                            <p:txEl>
                                              <p:pRg st="8" end="8"/>
                                            </p:txEl>
                                          </p:spTgt>
                                        </p:tgtEl>
                                        <p:attrNameLst>
                                          <p:attrName>ppt_x</p:attrName>
                                        </p:attrNameLst>
                                      </p:cBhvr>
                                      <p:tavLst>
                                        <p:tav tm="0">
                                          <p:val>
                                            <p:strVal val="0-#ppt_w/2"/>
                                          </p:val>
                                        </p:tav>
                                        <p:tav tm="100000">
                                          <p:val>
                                            <p:strVal val="#ppt_x"/>
                                          </p:val>
                                        </p:tav>
                                      </p:tavLst>
                                    </p:anim>
                                    <p:anim calcmode="lin" valueType="num">
                                      <p:cBhvr additive="base">
                                        <p:cTn id="57" dur="1000" fill="hold"/>
                                        <p:tgtEl>
                                          <p:spTgt spid="3">
                                            <p:txEl>
                                              <p:pRg st="8" end="8"/>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标题 1"/>
          <p:cNvSpPr>
            <a:spLocks noGrp="1"/>
          </p:cNvSpPr>
          <p:nvPr>
            <p:ph type="title"/>
          </p:nvPr>
        </p:nvSpPr>
        <p:spPr>
          <a:xfrm>
            <a:off x="609600" y="1076325"/>
            <a:ext cx="10975975" cy="1066800"/>
          </a:xfrm>
        </p:spPr>
        <p:txBody>
          <a:bodyPr/>
          <a:lstStyle/>
          <a:p>
            <a:pPr eaLnBrk="1" hangingPunct="1">
              <a:defRPr/>
            </a:pPr>
            <a:r>
              <a:rPr lang="zh-CN" altLang="en-US" dirty="0">
                <a:solidFill>
                  <a:schemeClr val="accent5"/>
                </a:solidFill>
                <a:latin typeface="微软雅黑" pitchFamily="34" charset="-122"/>
                <a:ea typeface="微软雅黑" pitchFamily="34" charset="-122"/>
              </a:rPr>
              <a:t>位运算</a:t>
            </a:r>
            <a:r>
              <a:rPr lang="en-US" altLang="zh-CN" dirty="0">
                <a:solidFill>
                  <a:schemeClr val="accent5"/>
                </a:solidFill>
                <a:latin typeface="微软雅黑" pitchFamily="34" charset="-122"/>
                <a:ea typeface="微软雅黑" pitchFamily="34" charset="-122"/>
              </a:rPr>
              <a:t>——</a:t>
            </a:r>
            <a:r>
              <a:rPr lang="zh-CN" altLang="en-US" dirty="0">
                <a:solidFill>
                  <a:schemeClr val="accent5"/>
                </a:solidFill>
                <a:latin typeface="微软雅黑" pitchFamily="34" charset="-122"/>
                <a:ea typeface="微软雅黑" pitchFamily="34" charset="-122"/>
              </a:rPr>
              <a:t>按位或（</a:t>
            </a:r>
            <a:r>
              <a:rPr lang="en-US" altLang="zh-CN" dirty="0">
                <a:solidFill>
                  <a:schemeClr val="accent5"/>
                </a:solidFill>
                <a:latin typeface="微软雅黑" pitchFamily="34" charset="-122"/>
                <a:ea typeface="微软雅黑" pitchFamily="34" charset="-122"/>
              </a:rPr>
              <a:t>|</a:t>
            </a:r>
            <a:r>
              <a:rPr lang="zh-CN" altLang="en-US" dirty="0">
                <a:solidFill>
                  <a:schemeClr val="accent5"/>
                </a:solidFill>
                <a:latin typeface="微软雅黑" pitchFamily="34" charset="-122"/>
                <a:ea typeface="微软雅黑" pitchFamily="34" charset="-122"/>
              </a:rPr>
              <a:t>）</a:t>
            </a:r>
          </a:p>
        </p:txBody>
      </p:sp>
      <p:sp>
        <p:nvSpPr>
          <p:cNvPr id="95235" name="内容占位符 2"/>
          <p:cNvSpPr>
            <a:spLocks noGrp="1"/>
          </p:cNvSpPr>
          <p:nvPr>
            <p:ph idx="1"/>
          </p:nvPr>
        </p:nvSpPr>
        <p:spPr>
          <a:xfrm>
            <a:off x="609600" y="2071688"/>
            <a:ext cx="10528547" cy="4597400"/>
          </a:xfrm>
        </p:spPr>
        <p:txBody>
          <a:bodyPr/>
          <a:lstStyle/>
          <a:p>
            <a:pPr eaLnBrk="1" hangingPunct="1">
              <a:spcBef>
                <a:spcPts val="600"/>
              </a:spcBef>
              <a:defRPr/>
            </a:pPr>
            <a:r>
              <a:rPr lang="zh-CN" altLang="en-US" sz="2000">
                <a:latin typeface="微软雅黑" pitchFamily="34" charset="-122"/>
                <a:ea typeface="微软雅黑" pitchFamily="34" charset="-122"/>
              </a:rPr>
              <a:t>运算规则</a:t>
            </a:r>
          </a:p>
          <a:p>
            <a:pPr lvl="1" eaLnBrk="1" hangingPunct="1">
              <a:spcBef>
                <a:spcPts val="600"/>
              </a:spcBef>
              <a:defRPr/>
            </a:pPr>
            <a:r>
              <a:rPr lang="zh-CN" altLang="en-US" sz="2000">
                <a:latin typeface="微软雅黑" pitchFamily="34" charset="-122"/>
                <a:ea typeface="微软雅黑" pitchFamily="34" charset="-122"/>
              </a:rPr>
              <a:t>将两个运算量的每一个位进行逻辑</a:t>
            </a:r>
            <a:r>
              <a:rPr lang="zh-CN" altLang="en-US" sz="2000">
                <a:solidFill>
                  <a:srgbClr val="C00000"/>
                </a:solidFill>
                <a:latin typeface="微软雅黑" pitchFamily="34" charset="-122"/>
                <a:ea typeface="微软雅黑" pitchFamily="34" charset="-122"/>
              </a:rPr>
              <a:t>或</a:t>
            </a:r>
            <a:r>
              <a:rPr lang="zh-CN" altLang="en-US" sz="2000">
                <a:latin typeface="微软雅黑" pitchFamily="34" charset="-122"/>
                <a:ea typeface="微软雅黑" pitchFamily="34" charset="-122"/>
              </a:rPr>
              <a:t>操作</a:t>
            </a:r>
          </a:p>
          <a:p>
            <a:pPr eaLnBrk="1" hangingPunct="1">
              <a:spcBef>
                <a:spcPts val="600"/>
              </a:spcBef>
              <a:defRPr/>
            </a:pPr>
            <a:r>
              <a:rPr lang="zh-CN" altLang="en-US" sz="2000">
                <a:latin typeface="微软雅黑" pitchFamily="34" charset="-122"/>
                <a:ea typeface="微软雅黑" pitchFamily="34" charset="-122"/>
              </a:rPr>
              <a:t>举例：计算 </a:t>
            </a:r>
            <a:r>
              <a:rPr lang="en-US" altLang="zh-CN" sz="2000">
                <a:latin typeface="微软雅黑" pitchFamily="34" charset="-122"/>
                <a:ea typeface="微软雅黑" pitchFamily="34" charset="-122"/>
              </a:rPr>
              <a:t>3 | 5</a:t>
            </a:r>
          </a:p>
          <a:p>
            <a:pPr lvl="1" eaLnBrk="1" hangingPunct="1">
              <a:spcBef>
                <a:spcPts val="600"/>
              </a:spcBef>
              <a:buFont typeface="Georgia" panose="02040502050405020303" pitchFamily="18" charset="0"/>
              <a:buNone/>
              <a:defRPr/>
            </a:pPr>
            <a:r>
              <a:rPr lang="en-US" altLang="zh-CN" sz="2000">
                <a:latin typeface="微软雅黑" pitchFamily="34" charset="-122"/>
                <a:ea typeface="微软雅黑" pitchFamily="34" charset="-122"/>
              </a:rPr>
              <a:t>    3</a:t>
            </a:r>
            <a:r>
              <a:rPr lang="zh-CN" altLang="en-US" sz="2000">
                <a:latin typeface="微软雅黑" pitchFamily="34" charset="-122"/>
                <a:ea typeface="微软雅黑" pitchFamily="34" charset="-122"/>
              </a:rPr>
              <a:t>：    </a:t>
            </a:r>
            <a:r>
              <a:rPr lang="en-US" altLang="zh-CN" sz="2000">
                <a:latin typeface="微软雅黑" pitchFamily="34" charset="-122"/>
                <a:ea typeface="微软雅黑" pitchFamily="34" charset="-122"/>
              </a:rPr>
              <a:t>0 0 0 0 0 0 1 1</a:t>
            </a:r>
          </a:p>
          <a:p>
            <a:pPr lvl="1" eaLnBrk="1" hangingPunct="1">
              <a:spcBef>
                <a:spcPts val="600"/>
              </a:spcBef>
              <a:buFont typeface="Georgia" panose="02040502050405020303" pitchFamily="18" charset="0"/>
              <a:buNone/>
              <a:defRPr/>
            </a:pPr>
            <a:r>
              <a:rPr lang="en-US" altLang="zh-CN" sz="2000">
                <a:latin typeface="微软雅黑" pitchFamily="34" charset="-122"/>
                <a:ea typeface="微软雅黑" pitchFamily="34" charset="-122"/>
              </a:rPr>
              <a:t>    5</a:t>
            </a:r>
            <a:r>
              <a:rPr lang="zh-CN" altLang="en-US" sz="2000">
                <a:latin typeface="微软雅黑" pitchFamily="34" charset="-122"/>
                <a:ea typeface="微软雅黑" pitchFamily="34" charset="-122"/>
              </a:rPr>
              <a:t>：</a:t>
            </a:r>
            <a:r>
              <a:rPr lang="en-US" altLang="zh-CN" sz="2000" u="sng">
                <a:latin typeface="微软雅黑" pitchFamily="34" charset="-122"/>
                <a:ea typeface="微软雅黑" pitchFamily="34" charset="-122"/>
              </a:rPr>
              <a:t>    0 0 0 0 0 1 0 1</a:t>
            </a:r>
          </a:p>
          <a:p>
            <a:pPr lvl="1" eaLnBrk="1" hangingPunct="1">
              <a:spcBef>
                <a:spcPts val="600"/>
              </a:spcBef>
              <a:buFont typeface="Georgia" panose="02040502050405020303" pitchFamily="18" charset="0"/>
              <a:buNone/>
              <a:defRPr/>
            </a:pPr>
            <a:r>
              <a:rPr lang="en-US" altLang="zh-CN" sz="2000" spc="-80">
                <a:latin typeface="微软雅黑" pitchFamily="34" charset="-122"/>
                <a:ea typeface="微软雅黑" pitchFamily="34" charset="-122"/>
              </a:rPr>
              <a:t>3 | 5</a:t>
            </a:r>
            <a:r>
              <a:rPr lang="en-US" altLang="zh-CN" sz="2000">
                <a:latin typeface="微软雅黑" pitchFamily="34" charset="-122"/>
                <a:ea typeface="微软雅黑" pitchFamily="34" charset="-122"/>
              </a:rPr>
              <a:t>:      0 0 0 0 0 1 1 1</a:t>
            </a:r>
          </a:p>
          <a:p>
            <a:pPr eaLnBrk="1" hangingPunct="1">
              <a:spcBef>
                <a:spcPts val="600"/>
              </a:spcBef>
              <a:defRPr/>
            </a:pPr>
            <a:r>
              <a:rPr lang="zh-CN" altLang="en-US" sz="2000">
                <a:latin typeface="微软雅黑" pitchFamily="34" charset="-122"/>
                <a:ea typeface="微软雅黑" pitchFamily="34" charset="-122"/>
              </a:rPr>
              <a:t>用途：</a:t>
            </a:r>
          </a:p>
          <a:p>
            <a:pPr lvl="1" eaLnBrk="1" hangingPunct="1">
              <a:spcBef>
                <a:spcPts val="600"/>
              </a:spcBef>
              <a:defRPr/>
            </a:pPr>
            <a:r>
              <a:rPr lang="zh-CN" altLang="en-US" sz="2000">
                <a:latin typeface="微软雅黑" pitchFamily="34" charset="-122"/>
                <a:ea typeface="微软雅黑" pitchFamily="34" charset="-122"/>
              </a:rPr>
              <a:t>将某些位置</a:t>
            </a:r>
            <a:r>
              <a:rPr lang="en-US" altLang="zh-CN" sz="2000">
                <a:latin typeface="微软雅黑" pitchFamily="34" charset="-122"/>
                <a:ea typeface="微软雅黑" pitchFamily="34" charset="-122"/>
              </a:rPr>
              <a:t>1</a:t>
            </a:r>
            <a:r>
              <a:rPr lang="zh-CN" altLang="en-US" sz="2000">
                <a:latin typeface="微软雅黑" pitchFamily="34" charset="-122"/>
                <a:ea typeface="微软雅黑" pitchFamily="34" charset="-122"/>
              </a:rPr>
              <a:t>，其他位不变。</a:t>
            </a:r>
            <a:br>
              <a:rPr lang="zh-CN" altLang="en-US" sz="2000">
                <a:latin typeface="微软雅黑" pitchFamily="34" charset="-122"/>
                <a:ea typeface="微软雅黑" pitchFamily="34" charset="-122"/>
              </a:rPr>
            </a:br>
            <a:r>
              <a:rPr lang="zh-CN" altLang="en-US" sz="2000">
                <a:latin typeface="微软雅黑" pitchFamily="34" charset="-122"/>
                <a:ea typeface="微软雅黑" pitchFamily="34" charset="-122"/>
              </a:rPr>
              <a:t>例如：将 </a:t>
            </a:r>
            <a:r>
              <a:rPr lang="en-US" altLang="zh-CN" sz="2000">
                <a:solidFill>
                  <a:srgbClr val="C00000"/>
                </a:solidFill>
                <a:latin typeface="微软雅黑" pitchFamily="34" charset="-122"/>
                <a:ea typeface="微软雅黑" pitchFamily="34" charset="-122"/>
              </a:rPr>
              <a:t>int </a:t>
            </a:r>
            <a:r>
              <a:rPr lang="zh-CN" altLang="en-US" sz="2000">
                <a:latin typeface="微软雅黑" pitchFamily="34" charset="-122"/>
                <a:ea typeface="微软雅黑" pitchFamily="34" charset="-122"/>
              </a:rPr>
              <a:t>型变量 </a:t>
            </a:r>
            <a:r>
              <a:rPr lang="en-US" altLang="zh-CN" sz="2000">
                <a:solidFill>
                  <a:srgbClr val="C00000"/>
                </a:solidFill>
                <a:latin typeface="微软雅黑" pitchFamily="34" charset="-122"/>
                <a:ea typeface="微软雅黑" pitchFamily="34" charset="-122"/>
              </a:rPr>
              <a:t>a</a:t>
            </a:r>
            <a:r>
              <a:rPr lang="en-US" altLang="zh-CN" sz="2000">
                <a:latin typeface="微软雅黑" pitchFamily="34" charset="-122"/>
                <a:ea typeface="微软雅黑" pitchFamily="34" charset="-122"/>
              </a:rPr>
              <a:t> </a:t>
            </a:r>
            <a:r>
              <a:rPr lang="zh-CN" altLang="en-US" sz="2000">
                <a:latin typeface="微软雅黑" pitchFamily="34" charset="-122"/>
                <a:ea typeface="微软雅黑" pitchFamily="34" charset="-122"/>
              </a:rPr>
              <a:t>的低字节置</a:t>
            </a:r>
            <a:r>
              <a:rPr lang="zh-CN" altLang="en-US" sz="2000">
                <a:solidFill>
                  <a:srgbClr val="FFFF66"/>
                </a:solidFill>
                <a:latin typeface="微软雅黑" pitchFamily="34" charset="-122"/>
                <a:ea typeface="微软雅黑" pitchFamily="34" charset="-122"/>
              </a:rPr>
              <a:t> </a:t>
            </a:r>
            <a:r>
              <a:rPr lang="en-US" altLang="zh-CN" sz="2000">
                <a:solidFill>
                  <a:srgbClr val="C00000"/>
                </a:solidFill>
                <a:latin typeface="微软雅黑" pitchFamily="34" charset="-122"/>
                <a:ea typeface="微软雅黑" pitchFamily="34" charset="-122"/>
              </a:rPr>
              <a:t>1 </a:t>
            </a:r>
            <a:r>
              <a:rPr lang="zh-CN" altLang="en-US" sz="2000">
                <a:latin typeface="微软雅黑" pitchFamily="34" charset="-122"/>
                <a:ea typeface="微软雅黑" pitchFamily="34" charset="-122"/>
              </a:rPr>
              <a:t>：</a:t>
            </a:r>
            <a:br>
              <a:rPr lang="zh-CN" altLang="en-US" sz="2000">
                <a:latin typeface="微软雅黑" pitchFamily="34" charset="-122"/>
                <a:ea typeface="微软雅黑" pitchFamily="34" charset="-122"/>
              </a:rPr>
            </a:br>
            <a:r>
              <a:rPr lang="zh-CN" altLang="en-US" sz="2000">
                <a:latin typeface="微软雅黑" pitchFamily="34" charset="-122"/>
                <a:ea typeface="微软雅黑" pitchFamily="34" charset="-122"/>
              </a:rPr>
              <a:t>         </a:t>
            </a:r>
            <a:r>
              <a:rPr lang="en-US" altLang="zh-CN" sz="2000">
                <a:solidFill>
                  <a:srgbClr val="C00000"/>
                </a:solidFill>
                <a:latin typeface="微软雅黑" pitchFamily="34" charset="-122"/>
                <a:ea typeface="微软雅黑" pitchFamily="34" charset="-122"/>
              </a:rPr>
              <a:t>a = a | 0xff</a:t>
            </a:r>
            <a:r>
              <a:rPr lang="en-US" altLang="zh-CN" sz="2000">
                <a:latin typeface="微软雅黑" pitchFamily="34" charset="-122"/>
                <a:ea typeface="微软雅黑" pitchFamily="34" charset="-122"/>
              </a:rPr>
              <a:t>;</a:t>
            </a:r>
          </a:p>
        </p:txBody>
      </p:sp>
      <p:sp>
        <p:nvSpPr>
          <p:cNvPr id="2" name="灯片编号占位符 1"/>
          <p:cNvSpPr>
            <a:spLocks noGrp="1"/>
          </p:cNvSpPr>
          <p:nvPr>
            <p:ph type="sldNum" sz="quarter" idx="4"/>
          </p:nvPr>
        </p:nvSpPr>
        <p:spPr/>
        <p:txBody>
          <a:bodyPr/>
          <a:lstStyle/>
          <a:p>
            <a:fld id="{DEA904C8-CD7B-4714-BAE1-F1A91095C3EA}" type="slidenum">
              <a:rPr lang="zh-CN" altLang="en-US" smtClean="0"/>
              <a:pPr/>
              <a:t>39</a:t>
            </a:fld>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95235">
                                            <p:txEl>
                                              <p:pRg st="0" end="0"/>
                                            </p:txEl>
                                          </p:spTgt>
                                        </p:tgtEl>
                                        <p:attrNameLst>
                                          <p:attrName>style.visibility</p:attrName>
                                        </p:attrNameLst>
                                      </p:cBhvr>
                                      <p:to>
                                        <p:strVal val="visible"/>
                                      </p:to>
                                    </p:set>
                                    <p:anim calcmode="lin" valueType="num">
                                      <p:cBhvr additive="base">
                                        <p:cTn id="7" dur="1000" fill="hold"/>
                                        <p:tgtEl>
                                          <p:spTgt spid="95235">
                                            <p:txEl>
                                              <p:pRg st="0" end="0"/>
                                            </p:txEl>
                                          </p:spTgt>
                                        </p:tgtEl>
                                        <p:attrNameLst>
                                          <p:attrName>ppt_x</p:attrName>
                                        </p:attrNameLst>
                                      </p:cBhvr>
                                      <p:tavLst>
                                        <p:tav tm="0">
                                          <p:val>
                                            <p:strVal val="0-#ppt_w/2"/>
                                          </p:val>
                                        </p:tav>
                                        <p:tav tm="100000">
                                          <p:val>
                                            <p:strVal val="#ppt_x"/>
                                          </p:val>
                                        </p:tav>
                                      </p:tavLst>
                                    </p:anim>
                                    <p:anim calcmode="lin" valueType="num">
                                      <p:cBhvr additive="base">
                                        <p:cTn id="8" dur="1000" fill="hold"/>
                                        <p:tgtEl>
                                          <p:spTgt spid="95235">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95235">
                                            <p:txEl>
                                              <p:pRg st="1" end="1"/>
                                            </p:txEl>
                                          </p:spTgt>
                                        </p:tgtEl>
                                        <p:attrNameLst>
                                          <p:attrName>style.visibility</p:attrName>
                                        </p:attrNameLst>
                                      </p:cBhvr>
                                      <p:to>
                                        <p:strVal val="visible"/>
                                      </p:to>
                                    </p:set>
                                    <p:anim calcmode="lin" valueType="num">
                                      <p:cBhvr additive="base">
                                        <p:cTn id="13" dur="1000" fill="hold"/>
                                        <p:tgtEl>
                                          <p:spTgt spid="95235">
                                            <p:txEl>
                                              <p:pRg st="1" end="1"/>
                                            </p:txEl>
                                          </p:spTgt>
                                        </p:tgtEl>
                                        <p:attrNameLst>
                                          <p:attrName>ppt_x</p:attrName>
                                        </p:attrNameLst>
                                      </p:cBhvr>
                                      <p:tavLst>
                                        <p:tav tm="0">
                                          <p:val>
                                            <p:strVal val="0-#ppt_w/2"/>
                                          </p:val>
                                        </p:tav>
                                        <p:tav tm="100000">
                                          <p:val>
                                            <p:strVal val="#ppt_x"/>
                                          </p:val>
                                        </p:tav>
                                      </p:tavLst>
                                    </p:anim>
                                    <p:anim calcmode="lin" valueType="num">
                                      <p:cBhvr additive="base">
                                        <p:cTn id="14" dur="1000" fill="hold"/>
                                        <p:tgtEl>
                                          <p:spTgt spid="95235">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nodeType="clickEffect">
                                  <p:stCondLst>
                                    <p:cond delay="0"/>
                                  </p:stCondLst>
                                  <p:childTnLst>
                                    <p:set>
                                      <p:cBhvr>
                                        <p:cTn id="18" dur="1" fill="hold">
                                          <p:stCondLst>
                                            <p:cond delay="0"/>
                                          </p:stCondLst>
                                        </p:cTn>
                                        <p:tgtEl>
                                          <p:spTgt spid="95235">
                                            <p:txEl>
                                              <p:pRg st="2" end="2"/>
                                            </p:txEl>
                                          </p:spTgt>
                                        </p:tgtEl>
                                        <p:attrNameLst>
                                          <p:attrName>style.visibility</p:attrName>
                                        </p:attrNameLst>
                                      </p:cBhvr>
                                      <p:to>
                                        <p:strVal val="visible"/>
                                      </p:to>
                                    </p:set>
                                    <p:anim calcmode="lin" valueType="num">
                                      <p:cBhvr additive="base">
                                        <p:cTn id="19" dur="1000" fill="hold"/>
                                        <p:tgtEl>
                                          <p:spTgt spid="95235">
                                            <p:txEl>
                                              <p:pRg st="2" end="2"/>
                                            </p:txEl>
                                          </p:spTgt>
                                        </p:tgtEl>
                                        <p:attrNameLst>
                                          <p:attrName>ppt_x</p:attrName>
                                        </p:attrNameLst>
                                      </p:cBhvr>
                                      <p:tavLst>
                                        <p:tav tm="0">
                                          <p:val>
                                            <p:strVal val="0-#ppt_w/2"/>
                                          </p:val>
                                        </p:tav>
                                        <p:tav tm="100000">
                                          <p:val>
                                            <p:strVal val="#ppt_x"/>
                                          </p:val>
                                        </p:tav>
                                      </p:tavLst>
                                    </p:anim>
                                    <p:anim calcmode="lin" valueType="num">
                                      <p:cBhvr additive="base">
                                        <p:cTn id="20" dur="1000" fill="hold"/>
                                        <p:tgtEl>
                                          <p:spTgt spid="95235">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nodeType="clickEffect">
                                  <p:stCondLst>
                                    <p:cond delay="0"/>
                                  </p:stCondLst>
                                  <p:childTnLst>
                                    <p:set>
                                      <p:cBhvr>
                                        <p:cTn id="24" dur="1" fill="hold">
                                          <p:stCondLst>
                                            <p:cond delay="0"/>
                                          </p:stCondLst>
                                        </p:cTn>
                                        <p:tgtEl>
                                          <p:spTgt spid="95235">
                                            <p:txEl>
                                              <p:pRg st="3" end="3"/>
                                            </p:txEl>
                                          </p:spTgt>
                                        </p:tgtEl>
                                        <p:attrNameLst>
                                          <p:attrName>style.visibility</p:attrName>
                                        </p:attrNameLst>
                                      </p:cBhvr>
                                      <p:to>
                                        <p:strVal val="visible"/>
                                      </p:to>
                                    </p:set>
                                    <p:anim calcmode="lin" valueType="num">
                                      <p:cBhvr additive="base">
                                        <p:cTn id="25" dur="1000" fill="hold"/>
                                        <p:tgtEl>
                                          <p:spTgt spid="95235">
                                            <p:txEl>
                                              <p:pRg st="3" end="3"/>
                                            </p:txEl>
                                          </p:spTgt>
                                        </p:tgtEl>
                                        <p:attrNameLst>
                                          <p:attrName>ppt_x</p:attrName>
                                        </p:attrNameLst>
                                      </p:cBhvr>
                                      <p:tavLst>
                                        <p:tav tm="0">
                                          <p:val>
                                            <p:strVal val="0-#ppt_w/2"/>
                                          </p:val>
                                        </p:tav>
                                        <p:tav tm="100000">
                                          <p:val>
                                            <p:strVal val="#ppt_x"/>
                                          </p:val>
                                        </p:tav>
                                      </p:tavLst>
                                    </p:anim>
                                    <p:anim calcmode="lin" valueType="num">
                                      <p:cBhvr additive="base">
                                        <p:cTn id="26" dur="1000" fill="hold"/>
                                        <p:tgtEl>
                                          <p:spTgt spid="95235">
                                            <p:txEl>
                                              <p:pRg st="3" end="3"/>
                                            </p:txEl>
                                          </p:spTgt>
                                        </p:tgtEl>
                                        <p:attrNameLst>
                                          <p:attrName>ppt_y</p:attrName>
                                        </p:attrNameLst>
                                      </p:cBhvr>
                                      <p:tavLst>
                                        <p:tav tm="0">
                                          <p:val>
                                            <p:strVal val="#ppt_y"/>
                                          </p:val>
                                        </p:tav>
                                        <p:tav tm="100000">
                                          <p:val>
                                            <p:strVal val="#ppt_y"/>
                                          </p:val>
                                        </p:tav>
                                      </p:tavLst>
                                    </p:anim>
                                  </p:childTnLst>
                                </p:cTn>
                              </p:par>
                              <p:par>
                                <p:cTn id="27" presetID="2" presetClass="entr" presetSubtype="8" fill="hold" nodeType="withEffect">
                                  <p:stCondLst>
                                    <p:cond delay="0"/>
                                  </p:stCondLst>
                                  <p:childTnLst>
                                    <p:set>
                                      <p:cBhvr>
                                        <p:cTn id="28" dur="1" fill="hold">
                                          <p:stCondLst>
                                            <p:cond delay="0"/>
                                          </p:stCondLst>
                                        </p:cTn>
                                        <p:tgtEl>
                                          <p:spTgt spid="95235">
                                            <p:txEl>
                                              <p:pRg st="4" end="4"/>
                                            </p:txEl>
                                          </p:spTgt>
                                        </p:tgtEl>
                                        <p:attrNameLst>
                                          <p:attrName>style.visibility</p:attrName>
                                        </p:attrNameLst>
                                      </p:cBhvr>
                                      <p:to>
                                        <p:strVal val="visible"/>
                                      </p:to>
                                    </p:set>
                                    <p:anim calcmode="lin" valueType="num">
                                      <p:cBhvr additive="base">
                                        <p:cTn id="29" dur="1000" fill="hold"/>
                                        <p:tgtEl>
                                          <p:spTgt spid="95235">
                                            <p:txEl>
                                              <p:pRg st="4" end="4"/>
                                            </p:txEl>
                                          </p:spTgt>
                                        </p:tgtEl>
                                        <p:attrNameLst>
                                          <p:attrName>ppt_x</p:attrName>
                                        </p:attrNameLst>
                                      </p:cBhvr>
                                      <p:tavLst>
                                        <p:tav tm="0">
                                          <p:val>
                                            <p:strVal val="0-#ppt_w/2"/>
                                          </p:val>
                                        </p:tav>
                                        <p:tav tm="100000">
                                          <p:val>
                                            <p:strVal val="#ppt_x"/>
                                          </p:val>
                                        </p:tav>
                                      </p:tavLst>
                                    </p:anim>
                                    <p:anim calcmode="lin" valueType="num">
                                      <p:cBhvr additive="base">
                                        <p:cTn id="30" dur="1000" fill="hold"/>
                                        <p:tgtEl>
                                          <p:spTgt spid="95235">
                                            <p:txEl>
                                              <p:pRg st="4" end="4"/>
                                            </p:txEl>
                                          </p:spTgt>
                                        </p:tgtEl>
                                        <p:attrNameLst>
                                          <p:attrName>ppt_y</p:attrName>
                                        </p:attrNameLst>
                                      </p:cBhvr>
                                      <p:tavLst>
                                        <p:tav tm="0">
                                          <p:val>
                                            <p:strVal val="#ppt_y"/>
                                          </p:val>
                                        </p:tav>
                                        <p:tav tm="100000">
                                          <p:val>
                                            <p:strVal val="#ppt_y"/>
                                          </p:val>
                                        </p:tav>
                                      </p:tavLst>
                                    </p:anim>
                                  </p:childTnLst>
                                </p:cTn>
                              </p:par>
                              <p:par>
                                <p:cTn id="31" presetID="2" presetClass="entr" presetSubtype="8" fill="hold" nodeType="withEffect">
                                  <p:stCondLst>
                                    <p:cond delay="0"/>
                                  </p:stCondLst>
                                  <p:childTnLst>
                                    <p:set>
                                      <p:cBhvr>
                                        <p:cTn id="32" dur="1" fill="hold">
                                          <p:stCondLst>
                                            <p:cond delay="0"/>
                                          </p:stCondLst>
                                        </p:cTn>
                                        <p:tgtEl>
                                          <p:spTgt spid="95235">
                                            <p:txEl>
                                              <p:pRg st="5" end="5"/>
                                            </p:txEl>
                                          </p:spTgt>
                                        </p:tgtEl>
                                        <p:attrNameLst>
                                          <p:attrName>style.visibility</p:attrName>
                                        </p:attrNameLst>
                                      </p:cBhvr>
                                      <p:to>
                                        <p:strVal val="visible"/>
                                      </p:to>
                                    </p:set>
                                    <p:anim calcmode="lin" valueType="num">
                                      <p:cBhvr additive="base">
                                        <p:cTn id="33" dur="1000" fill="hold"/>
                                        <p:tgtEl>
                                          <p:spTgt spid="95235">
                                            <p:txEl>
                                              <p:pRg st="5" end="5"/>
                                            </p:txEl>
                                          </p:spTgt>
                                        </p:tgtEl>
                                        <p:attrNameLst>
                                          <p:attrName>ppt_x</p:attrName>
                                        </p:attrNameLst>
                                      </p:cBhvr>
                                      <p:tavLst>
                                        <p:tav tm="0">
                                          <p:val>
                                            <p:strVal val="0-#ppt_w/2"/>
                                          </p:val>
                                        </p:tav>
                                        <p:tav tm="100000">
                                          <p:val>
                                            <p:strVal val="#ppt_x"/>
                                          </p:val>
                                        </p:tav>
                                      </p:tavLst>
                                    </p:anim>
                                    <p:anim calcmode="lin" valueType="num">
                                      <p:cBhvr additive="base">
                                        <p:cTn id="34" dur="1000" fill="hold"/>
                                        <p:tgtEl>
                                          <p:spTgt spid="95235">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35" fill="hold" nodeType="clickPar">
                      <p:stCondLst>
                        <p:cond delay="indefinite"/>
                      </p:stCondLst>
                      <p:childTnLst>
                        <p:par>
                          <p:cTn id="36" fill="hold" nodeType="withGroup">
                            <p:stCondLst>
                              <p:cond delay="0"/>
                            </p:stCondLst>
                            <p:childTnLst>
                              <p:par>
                                <p:cTn id="37" presetID="2" presetClass="entr" presetSubtype="8" fill="hold" nodeType="clickEffect">
                                  <p:stCondLst>
                                    <p:cond delay="0"/>
                                  </p:stCondLst>
                                  <p:childTnLst>
                                    <p:set>
                                      <p:cBhvr>
                                        <p:cTn id="38" dur="1" fill="hold">
                                          <p:stCondLst>
                                            <p:cond delay="0"/>
                                          </p:stCondLst>
                                        </p:cTn>
                                        <p:tgtEl>
                                          <p:spTgt spid="95235">
                                            <p:txEl>
                                              <p:pRg st="6" end="6"/>
                                            </p:txEl>
                                          </p:spTgt>
                                        </p:tgtEl>
                                        <p:attrNameLst>
                                          <p:attrName>style.visibility</p:attrName>
                                        </p:attrNameLst>
                                      </p:cBhvr>
                                      <p:to>
                                        <p:strVal val="visible"/>
                                      </p:to>
                                    </p:set>
                                    <p:anim calcmode="lin" valueType="num">
                                      <p:cBhvr additive="base">
                                        <p:cTn id="39" dur="1000" fill="hold"/>
                                        <p:tgtEl>
                                          <p:spTgt spid="95235">
                                            <p:txEl>
                                              <p:pRg st="6" end="6"/>
                                            </p:txEl>
                                          </p:spTgt>
                                        </p:tgtEl>
                                        <p:attrNameLst>
                                          <p:attrName>ppt_x</p:attrName>
                                        </p:attrNameLst>
                                      </p:cBhvr>
                                      <p:tavLst>
                                        <p:tav tm="0">
                                          <p:val>
                                            <p:strVal val="0-#ppt_w/2"/>
                                          </p:val>
                                        </p:tav>
                                        <p:tav tm="100000">
                                          <p:val>
                                            <p:strVal val="#ppt_x"/>
                                          </p:val>
                                        </p:tav>
                                      </p:tavLst>
                                    </p:anim>
                                    <p:anim calcmode="lin" valueType="num">
                                      <p:cBhvr additive="base">
                                        <p:cTn id="40" dur="1000" fill="hold"/>
                                        <p:tgtEl>
                                          <p:spTgt spid="95235">
                                            <p:txEl>
                                              <p:pRg st="6" end="6"/>
                                            </p:txEl>
                                          </p:spTgt>
                                        </p:tgtEl>
                                        <p:attrNameLst>
                                          <p:attrName>ppt_y</p:attrName>
                                        </p:attrNameLst>
                                      </p:cBhvr>
                                      <p:tavLst>
                                        <p:tav tm="0">
                                          <p:val>
                                            <p:strVal val="#ppt_y"/>
                                          </p:val>
                                        </p:tav>
                                        <p:tav tm="100000">
                                          <p:val>
                                            <p:strVal val="#ppt_y"/>
                                          </p:val>
                                        </p:tav>
                                      </p:tavLst>
                                    </p:anim>
                                  </p:childTnLst>
                                </p:cTn>
                              </p:par>
                            </p:childTnLst>
                          </p:cTn>
                        </p:par>
                      </p:childTnLst>
                    </p:cTn>
                  </p:par>
                  <p:par>
                    <p:cTn id="41" fill="hold" nodeType="clickPar">
                      <p:stCondLst>
                        <p:cond delay="indefinite"/>
                      </p:stCondLst>
                      <p:childTnLst>
                        <p:par>
                          <p:cTn id="42" fill="hold" nodeType="withGroup">
                            <p:stCondLst>
                              <p:cond delay="0"/>
                            </p:stCondLst>
                            <p:childTnLst>
                              <p:par>
                                <p:cTn id="43" presetID="2" presetClass="entr" presetSubtype="8" fill="hold" nodeType="clickEffect">
                                  <p:stCondLst>
                                    <p:cond delay="0"/>
                                  </p:stCondLst>
                                  <p:childTnLst>
                                    <p:set>
                                      <p:cBhvr>
                                        <p:cTn id="44" dur="1" fill="hold">
                                          <p:stCondLst>
                                            <p:cond delay="0"/>
                                          </p:stCondLst>
                                        </p:cTn>
                                        <p:tgtEl>
                                          <p:spTgt spid="95235">
                                            <p:txEl>
                                              <p:pRg st="7" end="7"/>
                                            </p:txEl>
                                          </p:spTgt>
                                        </p:tgtEl>
                                        <p:attrNameLst>
                                          <p:attrName>style.visibility</p:attrName>
                                        </p:attrNameLst>
                                      </p:cBhvr>
                                      <p:to>
                                        <p:strVal val="visible"/>
                                      </p:to>
                                    </p:set>
                                    <p:anim calcmode="lin" valueType="num">
                                      <p:cBhvr additive="base">
                                        <p:cTn id="45" dur="1000" fill="hold"/>
                                        <p:tgtEl>
                                          <p:spTgt spid="95235">
                                            <p:txEl>
                                              <p:pRg st="7" end="7"/>
                                            </p:txEl>
                                          </p:spTgt>
                                        </p:tgtEl>
                                        <p:attrNameLst>
                                          <p:attrName>ppt_x</p:attrName>
                                        </p:attrNameLst>
                                      </p:cBhvr>
                                      <p:tavLst>
                                        <p:tav tm="0">
                                          <p:val>
                                            <p:strVal val="0-#ppt_w/2"/>
                                          </p:val>
                                        </p:tav>
                                        <p:tav tm="100000">
                                          <p:val>
                                            <p:strVal val="#ppt_x"/>
                                          </p:val>
                                        </p:tav>
                                      </p:tavLst>
                                    </p:anim>
                                    <p:anim calcmode="lin" valueType="num">
                                      <p:cBhvr additive="base">
                                        <p:cTn id="46" dur="1000" fill="hold"/>
                                        <p:tgtEl>
                                          <p:spTgt spid="95235">
                                            <p:txEl>
                                              <p:pRg st="7" end="7"/>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标题 1"/>
          <p:cNvSpPr>
            <a:spLocks noGrp="1"/>
          </p:cNvSpPr>
          <p:nvPr>
            <p:ph type="title"/>
          </p:nvPr>
        </p:nvSpPr>
        <p:spPr>
          <a:xfrm>
            <a:off x="609600" y="1071563"/>
            <a:ext cx="10975975" cy="1066800"/>
          </a:xfrm>
        </p:spPr>
        <p:txBody>
          <a:bodyPr/>
          <a:lstStyle/>
          <a:p>
            <a:pPr eaLnBrk="1" hangingPunct="1">
              <a:defRPr/>
            </a:pPr>
            <a:r>
              <a:rPr lang="zh-CN" altLang="en-US" dirty="0">
                <a:solidFill>
                  <a:schemeClr val="accent5"/>
                </a:solidFill>
                <a:latin typeface="微软雅黑" pitchFamily="34" charset="-122"/>
                <a:ea typeface="微软雅黑" pitchFamily="34" charset="-122"/>
              </a:rPr>
              <a:t>位运算</a:t>
            </a:r>
            <a:r>
              <a:rPr lang="en-US" altLang="zh-CN" dirty="0">
                <a:solidFill>
                  <a:schemeClr val="accent5"/>
                </a:solidFill>
                <a:latin typeface="微软雅黑" pitchFamily="34" charset="-122"/>
                <a:ea typeface="微软雅黑" pitchFamily="34" charset="-122"/>
              </a:rPr>
              <a:t>——</a:t>
            </a:r>
            <a:r>
              <a:rPr lang="zh-CN" altLang="en-US" dirty="0">
                <a:solidFill>
                  <a:schemeClr val="accent5"/>
                </a:solidFill>
                <a:latin typeface="微软雅黑" pitchFamily="34" charset="-122"/>
                <a:ea typeface="微软雅黑" pitchFamily="34" charset="-122"/>
              </a:rPr>
              <a:t>按位异或（</a:t>
            </a:r>
            <a:r>
              <a:rPr lang="en-US" altLang="zh-CN" dirty="0">
                <a:solidFill>
                  <a:schemeClr val="accent5"/>
                </a:solidFill>
                <a:latin typeface="微软雅黑" pitchFamily="34" charset="-122"/>
                <a:ea typeface="微软雅黑" pitchFamily="34" charset="-122"/>
              </a:rPr>
              <a:t>^</a:t>
            </a:r>
            <a:r>
              <a:rPr lang="zh-CN" altLang="en-US" dirty="0">
                <a:solidFill>
                  <a:schemeClr val="accent5"/>
                </a:solidFill>
                <a:latin typeface="微软雅黑" pitchFamily="34" charset="-122"/>
                <a:ea typeface="微软雅黑" pitchFamily="34" charset="-122"/>
              </a:rPr>
              <a:t>）</a:t>
            </a:r>
          </a:p>
        </p:txBody>
      </p:sp>
      <p:sp>
        <p:nvSpPr>
          <p:cNvPr id="96259" name="内容占位符 2"/>
          <p:cNvSpPr>
            <a:spLocks noGrp="1"/>
          </p:cNvSpPr>
          <p:nvPr>
            <p:ph idx="1"/>
          </p:nvPr>
        </p:nvSpPr>
        <p:spPr>
          <a:xfrm>
            <a:off x="609599" y="2214563"/>
            <a:ext cx="10456539" cy="3357562"/>
          </a:xfrm>
        </p:spPr>
        <p:txBody>
          <a:bodyPr/>
          <a:lstStyle/>
          <a:p>
            <a:pPr defTabSz="762000" eaLnBrk="1" hangingPunct="1">
              <a:spcBef>
                <a:spcPts val="600"/>
              </a:spcBef>
              <a:tabLst>
                <a:tab pos="2286000" algn="l"/>
              </a:tabLst>
            </a:pPr>
            <a:r>
              <a:rPr lang="zh-CN" altLang="en-US" sz="2000">
                <a:latin typeface="微软雅黑" panose="020B0503020204020204" pitchFamily="34" charset="-122"/>
                <a:ea typeface="微软雅黑" panose="020B0503020204020204" pitchFamily="34" charset="-122"/>
              </a:rPr>
              <a:t>运算规则</a:t>
            </a:r>
          </a:p>
          <a:p>
            <a:pPr lvl="1" defTabSz="762000" eaLnBrk="1" hangingPunct="1">
              <a:spcBef>
                <a:spcPts val="600"/>
              </a:spcBef>
              <a:tabLst>
                <a:tab pos="2286000" algn="l"/>
              </a:tabLst>
            </a:pPr>
            <a:r>
              <a:rPr lang="zh-CN" altLang="en-US" sz="2000">
                <a:latin typeface="微软雅黑" panose="020B0503020204020204" pitchFamily="34" charset="-122"/>
                <a:ea typeface="微软雅黑" panose="020B0503020204020204" pitchFamily="34" charset="-122"/>
              </a:rPr>
              <a:t>两个操作数进行异或：</a:t>
            </a:r>
            <a:br>
              <a:rPr lang="zh-CN" altLang="en-US" sz="2000">
                <a:latin typeface="微软雅黑" panose="020B0503020204020204" pitchFamily="34" charset="-122"/>
                <a:ea typeface="微软雅黑" panose="020B0503020204020204" pitchFamily="34" charset="-122"/>
              </a:rPr>
            </a:br>
            <a:r>
              <a:rPr lang="zh-CN" altLang="en-US" sz="2000">
                <a:latin typeface="微软雅黑" panose="020B0503020204020204" pitchFamily="34" charset="-122"/>
                <a:ea typeface="微软雅黑" panose="020B0503020204020204" pitchFamily="34" charset="-122"/>
              </a:rPr>
              <a:t>若对应位</a:t>
            </a:r>
            <a:r>
              <a:rPr lang="zh-CN" altLang="en-US" sz="2000">
                <a:solidFill>
                  <a:srgbClr val="C00000"/>
                </a:solidFill>
                <a:latin typeface="微软雅黑" panose="020B0503020204020204" pitchFamily="34" charset="-122"/>
                <a:ea typeface="微软雅黑" panose="020B0503020204020204" pitchFamily="34" charset="-122"/>
              </a:rPr>
              <a:t>相同</a:t>
            </a:r>
            <a:r>
              <a:rPr lang="zh-CN" altLang="en-US" sz="2000">
                <a:latin typeface="微软雅黑" panose="020B0503020204020204" pitchFamily="34" charset="-122"/>
                <a:ea typeface="微软雅黑" panose="020B0503020204020204" pitchFamily="34" charset="-122"/>
              </a:rPr>
              <a:t>，则结果该位为 </a:t>
            </a:r>
            <a:r>
              <a:rPr lang="en-US" altLang="zh-CN" sz="2000">
                <a:solidFill>
                  <a:srgbClr val="C00000"/>
                </a:solidFill>
                <a:latin typeface="微软雅黑" panose="020B0503020204020204" pitchFamily="34" charset="-122"/>
                <a:ea typeface="微软雅黑" panose="020B0503020204020204" pitchFamily="34" charset="-122"/>
              </a:rPr>
              <a:t>0</a:t>
            </a:r>
            <a:r>
              <a:rPr lang="zh-CN" altLang="en-US" sz="2000">
                <a:latin typeface="微软雅黑" panose="020B0503020204020204" pitchFamily="34" charset="-122"/>
                <a:ea typeface="微软雅黑" panose="020B0503020204020204" pitchFamily="34" charset="-122"/>
              </a:rPr>
              <a:t>，</a:t>
            </a:r>
            <a:br>
              <a:rPr lang="zh-CN" altLang="en-US" sz="2000">
                <a:latin typeface="微软雅黑" panose="020B0503020204020204" pitchFamily="34" charset="-122"/>
                <a:ea typeface="微软雅黑" panose="020B0503020204020204" pitchFamily="34" charset="-122"/>
              </a:rPr>
            </a:br>
            <a:r>
              <a:rPr lang="zh-CN" altLang="en-US" sz="2000">
                <a:latin typeface="微软雅黑" panose="020B0503020204020204" pitchFamily="34" charset="-122"/>
                <a:ea typeface="微软雅黑" panose="020B0503020204020204" pitchFamily="34" charset="-122"/>
              </a:rPr>
              <a:t>若对应位</a:t>
            </a:r>
            <a:r>
              <a:rPr lang="zh-CN" altLang="en-US" sz="2000">
                <a:solidFill>
                  <a:srgbClr val="C00000"/>
                </a:solidFill>
                <a:latin typeface="微软雅黑" panose="020B0503020204020204" pitchFamily="34" charset="-122"/>
                <a:ea typeface="微软雅黑" panose="020B0503020204020204" pitchFamily="34" charset="-122"/>
              </a:rPr>
              <a:t>不同</a:t>
            </a:r>
            <a:r>
              <a:rPr lang="zh-CN" altLang="en-US" sz="2000">
                <a:latin typeface="微软雅黑" panose="020B0503020204020204" pitchFamily="34" charset="-122"/>
                <a:ea typeface="微软雅黑" panose="020B0503020204020204" pitchFamily="34" charset="-122"/>
              </a:rPr>
              <a:t>，则结果该位为 </a:t>
            </a:r>
            <a:r>
              <a:rPr lang="en-US" altLang="zh-CN" sz="2000">
                <a:solidFill>
                  <a:srgbClr val="C00000"/>
                </a:solidFill>
                <a:latin typeface="微软雅黑" panose="020B0503020204020204" pitchFamily="34" charset="-122"/>
                <a:ea typeface="微软雅黑" panose="020B0503020204020204" pitchFamily="34" charset="-122"/>
              </a:rPr>
              <a:t>1</a:t>
            </a:r>
            <a:r>
              <a:rPr lang="zh-CN" altLang="en-US" sz="2000">
                <a:latin typeface="微软雅黑" panose="020B0503020204020204" pitchFamily="34" charset="-122"/>
                <a:ea typeface="微软雅黑" panose="020B0503020204020204" pitchFamily="34" charset="-122"/>
              </a:rPr>
              <a:t>，</a:t>
            </a:r>
          </a:p>
          <a:p>
            <a:pPr defTabSz="762000" eaLnBrk="1" hangingPunct="1">
              <a:spcBef>
                <a:spcPts val="600"/>
              </a:spcBef>
              <a:tabLst>
                <a:tab pos="2286000" algn="l"/>
              </a:tabLst>
            </a:pPr>
            <a:r>
              <a:rPr lang="zh-CN" altLang="en-US" sz="2000">
                <a:latin typeface="微软雅黑" panose="020B0503020204020204" pitchFamily="34" charset="-122"/>
                <a:ea typeface="微软雅黑" panose="020B0503020204020204" pitchFamily="34" charset="-122"/>
              </a:rPr>
              <a:t>举例：计算 </a:t>
            </a:r>
            <a:r>
              <a:rPr lang="en-US" altLang="zh-CN" sz="2000">
                <a:latin typeface="微软雅黑" panose="020B0503020204020204" pitchFamily="34" charset="-122"/>
                <a:ea typeface="微软雅黑" panose="020B0503020204020204" pitchFamily="34" charset="-122"/>
              </a:rPr>
              <a:t>071^052</a:t>
            </a:r>
          </a:p>
          <a:p>
            <a:pPr lvl="1" defTabSz="762000" eaLnBrk="1" hangingPunct="1">
              <a:spcBef>
                <a:spcPts val="600"/>
              </a:spcBef>
              <a:buFont typeface="Georgia" panose="02040502050405020303" pitchFamily="18" charset="0"/>
              <a:buNone/>
              <a:tabLst>
                <a:tab pos="2286000" algn="l"/>
              </a:tabLst>
            </a:pPr>
            <a:r>
              <a:rPr lang="en-US" altLang="zh-CN" sz="2000">
                <a:latin typeface="微软雅黑" panose="020B0503020204020204" pitchFamily="34" charset="-122"/>
                <a:ea typeface="微软雅黑" panose="020B0503020204020204" pitchFamily="34" charset="-122"/>
              </a:rPr>
              <a:t>        071:      0 0 1 1 1 0 0 1</a:t>
            </a:r>
          </a:p>
          <a:p>
            <a:pPr lvl="1" defTabSz="762000" eaLnBrk="1" hangingPunct="1">
              <a:spcBef>
                <a:spcPts val="600"/>
              </a:spcBef>
              <a:buFont typeface="Georgia" panose="02040502050405020303" pitchFamily="18" charset="0"/>
              <a:buNone/>
              <a:tabLst>
                <a:tab pos="2286000" algn="l"/>
              </a:tabLst>
            </a:pPr>
            <a:r>
              <a:rPr lang="en-US" altLang="zh-CN" sz="2000">
                <a:latin typeface="微软雅黑" panose="020B0503020204020204" pitchFamily="34" charset="-122"/>
                <a:ea typeface="微软雅黑" panose="020B0503020204020204" pitchFamily="34" charset="-122"/>
              </a:rPr>
              <a:t>        052:  </a:t>
            </a:r>
            <a:r>
              <a:rPr lang="zh-CN" altLang="en-US" sz="2000">
                <a:latin typeface="微软雅黑" panose="020B0503020204020204" pitchFamily="34" charset="-122"/>
                <a:ea typeface="微软雅黑" panose="020B0503020204020204" pitchFamily="34" charset="-122"/>
              </a:rPr>
              <a:t> </a:t>
            </a:r>
            <a:r>
              <a:rPr lang="en-US" altLang="zh-CN" sz="2000" u="sng">
                <a:latin typeface="微软雅黑" panose="020B0503020204020204" pitchFamily="34" charset="-122"/>
                <a:ea typeface="微软雅黑" panose="020B0503020204020204" pitchFamily="34" charset="-122"/>
              </a:rPr>
              <a:t>   0 0 1 0 1 0 1 0</a:t>
            </a:r>
          </a:p>
          <a:p>
            <a:pPr lvl="1" defTabSz="762000" eaLnBrk="1" hangingPunct="1">
              <a:spcBef>
                <a:spcPts val="600"/>
              </a:spcBef>
              <a:buFont typeface="Georgia" panose="02040502050405020303" pitchFamily="18" charset="0"/>
              <a:buNone/>
              <a:tabLst>
                <a:tab pos="2286000" algn="l"/>
              </a:tabLst>
            </a:pPr>
            <a:r>
              <a:rPr lang="en-US" altLang="zh-CN" sz="2000">
                <a:latin typeface="微软雅黑" panose="020B0503020204020204" pitchFamily="34" charset="-122"/>
                <a:ea typeface="微软雅黑" panose="020B0503020204020204" pitchFamily="34" charset="-122"/>
              </a:rPr>
              <a:t>   071^052:   0 0 0 1 0 0 1 1</a:t>
            </a:r>
          </a:p>
        </p:txBody>
      </p:sp>
      <p:sp>
        <p:nvSpPr>
          <p:cNvPr id="2" name="灯片编号占位符 1"/>
          <p:cNvSpPr>
            <a:spLocks noGrp="1"/>
          </p:cNvSpPr>
          <p:nvPr>
            <p:ph type="sldNum" sz="quarter" idx="4"/>
          </p:nvPr>
        </p:nvSpPr>
        <p:spPr/>
        <p:txBody>
          <a:bodyPr/>
          <a:lstStyle/>
          <a:p>
            <a:fld id="{DEA904C8-CD7B-4714-BAE1-F1A91095C3EA}" type="slidenum">
              <a:rPr lang="zh-CN" altLang="en-US" smtClean="0"/>
              <a:pPr/>
              <a:t>40</a:t>
            </a:fld>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96259">
                                            <p:txEl>
                                              <p:pRg st="0" end="0"/>
                                            </p:txEl>
                                          </p:spTgt>
                                        </p:tgtEl>
                                        <p:attrNameLst>
                                          <p:attrName>style.visibility</p:attrName>
                                        </p:attrNameLst>
                                      </p:cBhvr>
                                      <p:to>
                                        <p:strVal val="visible"/>
                                      </p:to>
                                    </p:set>
                                    <p:anim calcmode="lin" valueType="num">
                                      <p:cBhvr additive="base">
                                        <p:cTn id="7" dur="1000" fill="hold"/>
                                        <p:tgtEl>
                                          <p:spTgt spid="96259">
                                            <p:txEl>
                                              <p:pRg st="0" end="0"/>
                                            </p:txEl>
                                          </p:spTgt>
                                        </p:tgtEl>
                                        <p:attrNameLst>
                                          <p:attrName>ppt_x</p:attrName>
                                        </p:attrNameLst>
                                      </p:cBhvr>
                                      <p:tavLst>
                                        <p:tav tm="0">
                                          <p:val>
                                            <p:strVal val="0-#ppt_w/2"/>
                                          </p:val>
                                        </p:tav>
                                        <p:tav tm="100000">
                                          <p:val>
                                            <p:strVal val="#ppt_x"/>
                                          </p:val>
                                        </p:tav>
                                      </p:tavLst>
                                    </p:anim>
                                    <p:anim calcmode="lin" valueType="num">
                                      <p:cBhvr additive="base">
                                        <p:cTn id="8" dur="1000" fill="hold"/>
                                        <p:tgtEl>
                                          <p:spTgt spid="96259">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96259">
                                            <p:txEl>
                                              <p:pRg st="1" end="1"/>
                                            </p:txEl>
                                          </p:spTgt>
                                        </p:tgtEl>
                                        <p:attrNameLst>
                                          <p:attrName>style.visibility</p:attrName>
                                        </p:attrNameLst>
                                      </p:cBhvr>
                                      <p:to>
                                        <p:strVal val="visible"/>
                                      </p:to>
                                    </p:set>
                                    <p:anim calcmode="lin" valueType="num">
                                      <p:cBhvr additive="base">
                                        <p:cTn id="13" dur="1000" fill="hold"/>
                                        <p:tgtEl>
                                          <p:spTgt spid="96259">
                                            <p:txEl>
                                              <p:pRg st="1" end="1"/>
                                            </p:txEl>
                                          </p:spTgt>
                                        </p:tgtEl>
                                        <p:attrNameLst>
                                          <p:attrName>ppt_x</p:attrName>
                                        </p:attrNameLst>
                                      </p:cBhvr>
                                      <p:tavLst>
                                        <p:tav tm="0">
                                          <p:val>
                                            <p:strVal val="0-#ppt_w/2"/>
                                          </p:val>
                                        </p:tav>
                                        <p:tav tm="100000">
                                          <p:val>
                                            <p:strVal val="#ppt_x"/>
                                          </p:val>
                                        </p:tav>
                                      </p:tavLst>
                                    </p:anim>
                                    <p:anim calcmode="lin" valueType="num">
                                      <p:cBhvr additive="base">
                                        <p:cTn id="14" dur="1000" fill="hold"/>
                                        <p:tgtEl>
                                          <p:spTgt spid="96259">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nodeType="clickEffect">
                                  <p:stCondLst>
                                    <p:cond delay="0"/>
                                  </p:stCondLst>
                                  <p:childTnLst>
                                    <p:set>
                                      <p:cBhvr>
                                        <p:cTn id="18" dur="1" fill="hold">
                                          <p:stCondLst>
                                            <p:cond delay="0"/>
                                          </p:stCondLst>
                                        </p:cTn>
                                        <p:tgtEl>
                                          <p:spTgt spid="96259">
                                            <p:txEl>
                                              <p:pRg st="2" end="2"/>
                                            </p:txEl>
                                          </p:spTgt>
                                        </p:tgtEl>
                                        <p:attrNameLst>
                                          <p:attrName>style.visibility</p:attrName>
                                        </p:attrNameLst>
                                      </p:cBhvr>
                                      <p:to>
                                        <p:strVal val="visible"/>
                                      </p:to>
                                    </p:set>
                                    <p:anim calcmode="lin" valueType="num">
                                      <p:cBhvr additive="base">
                                        <p:cTn id="19" dur="1000" fill="hold"/>
                                        <p:tgtEl>
                                          <p:spTgt spid="96259">
                                            <p:txEl>
                                              <p:pRg st="2" end="2"/>
                                            </p:txEl>
                                          </p:spTgt>
                                        </p:tgtEl>
                                        <p:attrNameLst>
                                          <p:attrName>ppt_x</p:attrName>
                                        </p:attrNameLst>
                                      </p:cBhvr>
                                      <p:tavLst>
                                        <p:tav tm="0">
                                          <p:val>
                                            <p:strVal val="0-#ppt_w/2"/>
                                          </p:val>
                                        </p:tav>
                                        <p:tav tm="100000">
                                          <p:val>
                                            <p:strVal val="#ppt_x"/>
                                          </p:val>
                                        </p:tav>
                                      </p:tavLst>
                                    </p:anim>
                                    <p:anim calcmode="lin" valueType="num">
                                      <p:cBhvr additive="base">
                                        <p:cTn id="20" dur="1000" fill="hold"/>
                                        <p:tgtEl>
                                          <p:spTgt spid="96259">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nodeType="clickEffect">
                                  <p:stCondLst>
                                    <p:cond delay="0"/>
                                  </p:stCondLst>
                                  <p:childTnLst>
                                    <p:set>
                                      <p:cBhvr>
                                        <p:cTn id="24" dur="1" fill="hold">
                                          <p:stCondLst>
                                            <p:cond delay="0"/>
                                          </p:stCondLst>
                                        </p:cTn>
                                        <p:tgtEl>
                                          <p:spTgt spid="96259">
                                            <p:txEl>
                                              <p:pRg st="3" end="3"/>
                                            </p:txEl>
                                          </p:spTgt>
                                        </p:tgtEl>
                                        <p:attrNameLst>
                                          <p:attrName>style.visibility</p:attrName>
                                        </p:attrNameLst>
                                      </p:cBhvr>
                                      <p:to>
                                        <p:strVal val="visible"/>
                                      </p:to>
                                    </p:set>
                                    <p:anim calcmode="lin" valueType="num">
                                      <p:cBhvr additive="base">
                                        <p:cTn id="25" dur="1000" fill="hold"/>
                                        <p:tgtEl>
                                          <p:spTgt spid="96259">
                                            <p:txEl>
                                              <p:pRg st="3" end="3"/>
                                            </p:txEl>
                                          </p:spTgt>
                                        </p:tgtEl>
                                        <p:attrNameLst>
                                          <p:attrName>ppt_x</p:attrName>
                                        </p:attrNameLst>
                                      </p:cBhvr>
                                      <p:tavLst>
                                        <p:tav tm="0">
                                          <p:val>
                                            <p:strVal val="0-#ppt_w/2"/>
                                          </p:val>
                                        </p:tav>
                                        <p:tav tm="100000">
                                          <p:val>
                                            <p:strVal val="#ppt_x"/>
                                          </p:val>
                                        </p:tav>
                                      </p:tavLst>
                                    </p:anim>
                                    <p:anim calcmode="lin" valueType="num">
                                      <p:cBhvr additive="base">
                                        <p:cTn id="26" dur="1000" fill="hold"/>
                                        <p:tgtEl>
                                          <p:spTgt spid="96259">
                                            <p:txEl>
                                              <p:pRg st="3" end="3"/>
                                            </p:txEl>
                                          </p:spTgt>
                                        </p:tgtEl>
                                        <p:attrNameLst>
                                          <p:attrName>ppt_y</p:attrName>
                                        </p:attrNameLst>
                                      </p:cBhvr>
                                      <p:tavLst>
                                        <p:tav tm="0">
                                          <p:val>
                                            <p:strVal val="#ppt_y"/>
                                          </p:val>
                                        </p:tav>
                                        <p:tav tm="100000">
                                          <p:val>
                                            <p:strVal val="#ppt_y"/>
                                          </p:val>
                                        </p:tav>
                                      </p:tavLst>
                                    </p:anim>
                                  </p:childTnLst>
                                </p:cTn>
                              </p:par>
                              <p:par>
                                <p:cTn id="27" presetID="2" presetClass="entr" presetSubtype="8" fill="hold" nodeType="withEffect">
                                  <p:stCondLst>
                                    <p:cond delay="0"/>
                                  </p:stCondLst>
                                  <p:childTnLst>
                                    <p:set>
                                      <p:cBhvr>
                                        <p:cTn id="28" dur="1" fill="hold">
                                          <p:stCondLst>
                                            <p:cond delay="0"/>
                                          </p:stCondLst>
                                        </p:cTn>
                                        <p:tgtEl>
                                          <p:spTgt spid="96259">
                                            <p:txEl>
                                              <p:pRg st="4" end="4"/>
                                            </p:txEl>
                                          </p:spTgt>
                                        </p:tgtEl>
                                        <p:attrNameLst>
                                          <p:attrName>style.visibility</p:attrName>
                                        </p:attrNameLst>
                                      </p:cBhvr>
                                      <p:to>
                                        <p:strVal val="visible"/>
                                      </p:to>
                                    </p:set>
                                    <p:anim calcmode="lin" valueType="num">
                                      <p:cBhvr additive="base">
                                        <p:cTn id="29" dur="1000" fill="hold"/>
                                        <p:tgtEl>
                                          <p:spTgt spid="96259">
                                            <p:txEl>
                                              <p:pRg st="4" end="4"/>
                                            </p:txEl>
                                          </p:spTgt>
                                        </p:tgtEl>
                                        <p:attrNameLst>
                                          <p:attrName>ppt_x</p:attrName>
                                        </p:attrNameLst>
                                      </p:cBhvr>
                                      <p:tavLst>
                                        <p:tav tm="0">
                                          <p:val>
                                            <p:strVal val="0-#ppt_w/2"/>
                                          </p:val>
                                        </p:tav>
                                        <p:tav tm="100000">
                                          <p:val>
                                            <p:strVal val="#ppt_x"/>
                                          </p:val>
                                        </p:tav>
                                      </p:tavLst>
                                    </p:anim>
                                    <p:anim calcmode="lin" valueType="num">
                                      <p:cBhvr additive="base">
                                        <p:cTn id="30" dur="1000" fill="hold"/>
                                        <p:tgtEl>
                                          <p:spTgt spid="96259">
                                            <p:txEl>
                                              <p:pRg st="4" end="4"/>
                                            </p:txEl>
                                          </p:spTgt>
                                        </p:tgtEl>
                                        <p:attrNameLst>
                                          <p:attrName>ppt_y</p:attrName>
                                        </p:attrNameLst>
                                      </p:cBhvr>
                                      <p:tavLst>
                                        <p:tav tm="0">
                                          <p:val>
                                            <p:strVal val="#ppt_y"/>
                                          </p:val>
                                        </p:tav>
                                        <p:tav tm="100000">
                                          <p:val>
                                            <p:strVal val="#ppt_y"/>
                                          </p:val>
                                        </p:tav>
                                      </p:tavLst>
                                    </p:anim>
                                  </p:childTnLst>
                                </p:cTn>
                              </p:par>
                              <p:par>
                                <p:cTn id="31" presetID="2" presetClass="entr" presetSubtype="8" fill="hold" nodeType="withEffect">
                                  <p:stCondLst>
                                    <p:cond delay="0"/>
                                  </p:stCondLst>
                                  <p:childTnLst>
                                    <p:set>
                                      <p:cBhvr>
                                        <p:cTn id="32" dur="1" fill="hold">
                                          <p:stCondLst>
                                            <p:cond delay="0"/>
                                          </p:stCondLst>
                                        </p:cTn>
                                        <p:tgtEl>
                                          <p:spTgt spid="96259">
                                            <p:txEl>
                                              <p:pRg st="5" end="5"/>
                                            </p:txEl>
                                          </p:spTgt>
                                        </p:tgtEl>
                                        <p:attrNameLst>
                                          <p:attrName>style.visibility</p:attrName>
                                        </p:attrNameLst>
                                      </p:cBhvr>
                                      <p:to>
                                        <p:strVal val="visible"/>
                                      </p:to>
                                    </p:set>
                                    <p:anim calcmode="lin" valueType="num">
                                      <p:cBhvr additive="base">
                                        <p:cTn id="33" dur="1000" fill="hold"/>
                                        <p:tgtEl>
                                          <p:spTgt spid="96259">
                                            <p:txEl>
                                              <p:pRg st="5" end="5"/>
                                            </p:txEl>
                                          </p:spTgt>
                                        </p:tgtEl>
                                        <p:attrNameLst>
                                          <p:attrName>ppt_x</p:attrName>
                                        </p:attrNameLst>
                                      </p:cBhvr>
                                      <p:tavLst>
                                        <p:tav tm="0">
                                          <p:val>
                                            <p:strVal val="0-#ppt_w/2"/>
                                          </p:val>
                                        </p:tav>
                                        <p:tav tm="100000">
                                          <p:val>
                                            <p:strVal val="#ppt_x"/>
                                          </p:val>
                                        </p:tav>
                                      </p:tavLst>
                                    </p:anim>
                                    <p:anim calcmode="lin" valueType="num">
                                      <p:cBhvr additive="base">
                                        <p:cTn id="34" dur="1000" fill="hold"/>
                                        <p:tgtEl>
                                          <p:spTgt spid="96259">
                                            <p:txEl>
                                              <p:pRg st="5" end="5"/>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标题 1"/>
          <p:cNvSpPr>
            <a:spLocks noGrp="1"/>
          </p:cNvSpPr>
          <p:nvPr>
            <p:ph type="title"/>
          </p:nvPr>
        </p:nvSpPr>
        <p:spPr>
          <a:xfrm>
            <a:off x="609600" y="1076325"/>
            <a:ext cx="10975975" cy="1066800"/>
          </a:xfrm>
        </p:spPr>
        <p:txBody>
          <a:bodyPr/>
          <a:lstStyle/>
          <a:p>
            <a:pPr eaLnBrk="1" hangingPunct="1">
              <a:defRPr/>
            </a:pPr>
            <a:r>
              <a:rPr lang="zh-CN" altLang="en-US" dirty="0">
                <a:solidFill>
                  <a:schemeClr val="accent5"/>
                </a:solidFill>
                <a:latin typeface="微软雅黑" pitchFamily="34" charset="-122"/>
                <a:ea typeface="微软雅黑" pitchFamily="34" charset="-122"/>
              </a:rPr>
              <a:t>位运算</a:t>
            </a:r>
            <a:r>
              <a:rPr lang="en-US" altLang="zh-CN" dirty="0">
                <a:solidFill>
                  <a:schemeClr val="accent5"/>
                </a:solidFill>
                <a:latin typeface="微软雅黑" pitchFamily="34" charset="-122"/>
                <a:ea typeface="微软雅黑" pitchFamily="34" charset="-122"/>
              </a:rPr>
              <a:t>——</a:t>
            </a:r>
            <a:r>
              <a:rPr lang="zh-CN" altLang="en-US" dirty="0">
                <a:solidFill>
                  <a:schemeClr val="accent5"/>
                </a:solidFill>
                <a:latin typeface="微软雅黑" pitchFamily="34" charset="-122"/>
                <a:ea typeface="微软雅黑" pitchFamily="34" charset="-122"/>
              </a:rPr>
              <a:t>按位异或（</a:t>
            </a:r>
            <a:r>
              <a:rPr lang="en-US" altLang="zh-CN" dirty="0">
                <a:solidFill>
                  <a:schemeClr val="accent5"/>
                </a:solidFill>
                <a:latin typeface="微软雅黑" pitchFamily="34" charset="-122"/>
                <a:ea typeface="微软雅黑" pitchFamily="34" charset="-122"/>
              </a:rPr>
              <a:t>^</a:t>
            </a:r>
            <a:r>
              <a:rPr lang="zh-CN" altLang="en-US" dirty="0">
                <a:solidFill>
                  <a:schemeClr val="accent5"/>
                </a:solidFill>
                <a:latin typeface="微软雅黑" pitchFamily="34" charset="-122"/>
                <a:ea typeface="微软雅黑" pitchFamily="34" charset="-122"/>
              </a:rPr>
              <a:t>）（续）</a:t>
            </a:r>
          </a:p>
        </p:txBody>
      </p:sp>
      <p:sp>
        <p:nvSpPr>
          <p:cNvPr id="97283" name="内容占位符 2"/>
          <p:cNvSpPr>
            <a:spLocks noGrp="1"/>
          </p:cNvSpPr>
          <p:nvPr>
            <p:ph idx="1"/>
          </p:nvPr>
        </p:nvSpPr>
        <p:spPr>
          <a:xfrm>
            <a:off x="609599" y="2286000"/>
            <a:ext cx="10744571" cy="2714625"/>
          </a:xfrm>
        </p:spPr>
        <p:txBody>
          <a:bodyPr/>
          <a:lstStyle/>
          <a:p>
            <a:pPr eaLnBrk="1" hangingPunct="1">
              <a:spcBef>
                <a:spcPts val="600"/>
              </a:spcBef>
            </a:pPr>
            <a:r>
              <a:rPr lang="zh-CN" altLang="en-US" sz="2000">
                <a:latin typeface="微软雅黑" panose="020B0503020204020204" pitchFamily="34" charset="-122"/>
                <a:ea typeface="微软雅黑" panose="020B0503020204020204" pitchFamily="34" charset="-122"/>
              </a:rPr>
              <a:t>用途：</a:t>
            </a:r>
          </a:p>
          <a:p>
            <a:pPr lvl="1" eaLnBrk="1" hangingPunct="1">
              <a:spcBef>
                <a:spcPts val="600"/>
              </a:spcBef>
            </a:pPr>
            <a:r>
              <a:rPr lang="zh-CN" altLang="en-US" sz="2000">
                <a:latin typeface="微软雅黑" panose="020B0503020204020204" pitchFamily="34" charset="-122"/>
                <a:ea typeface="微软雅黑" panose="020B0503020204020204" pitchFamily="34" charset="-122"/>
              </a:rPr>
              <a:t>使特定位翻转（与</a:t>
            </a:r>
            <a:r>
              <a:rPr lang="en-US" altLang="zh-CN" sz="2000">
                <a:latin typeface="微软雅黑" panose="020B0503020204020204" pitchFamily="34" charset="-122"/>
                <a:ea typeface="微软雅黑" panose="020B0503020204020204" pitchFamily="34" charset="-122"/>
              </a:rPr>
              <a:t>0</a:t>
            </a:r>
            <a:r>
              <a:rPr lang="zh-CN" altLang="en-US" sz="2000">
                <a:latin typeface="微软雅黑" panose="020B0503020204020204" pitchFamily="34" charset="-122"/>
                <a:ea typeface="微软雅黑" panose="020B0503020204020204" pitchFamily="34" charset="-122"/>
              </a:rPr>
              <a:t>异或保持原值，与</a:t>
            </a:r>
            <a:r>
              <a:rPr lang="en-US" altLang="zh-CN" sz="2000">
                <a:latin typeface="微软雅黑" panose="020B0503020204020204" pitchFamily="34" charset="-122"/>
                <a:ea typeface="微软雅黑" panose="020B0503020204020204" pitchFamily="34" charset="-122"/>
              </a:rPr>
              <a:t>1</a:t>
            </a:r>
            <a:r>
              <a:rPr lang="zh-CN" altLang="en-US" sz="2000">
                <a:latin typeface="微软雅黑" panose="020B0503020204020204" pitchFamily="34" charset="-122"/>
                <a:ea typeface="微软雅黑" panose="020B0503020204020204" pitchFamily="34" charset="-122"/>
              </a:rPr>
              <a:t>异或取反）</a:t>
            </a:r>
          </a:p>
          <a:p>
            <a:pPr lvl="1" eaLnBrk="1" hangingPunct="1">
              <a:spcBef>
                <a:spcPts val="600"/>
              </a:spcBef>
              <a:buFont typeface="Georgia" panose="02040502050405020303" pitchFamily="18" charset="0"/>
              <a:buNone/>
            </a:pPr>
            <a:r>
              <a:rPr lang="zh-CN" altLang="en-US" sz="2000">
                <a:latin typeface="微软雅黑" panose="020B0503020204020204" pitchFamily="34" charset="-122"/>
                <a:ea typeface="微软雅黑" panose="020B0503020204020204" pitchFamily="34" charset="-122"/>
              </a:rPr>
              <a:t>  例如：要使 </a:t>
            </a:r>
            <a:r>
              <a:rPr lang="en-US" altLang="zh-CN" sz="2000">
                <a:solidFill>
                  <a:srgbClr val="C00000"/>
                </a:solidFill>
                <a:latin typeface="微软雅黑" panose="020B0503020204020204" pitchFamily="34" charset="-122"/>
                <a:ea typeface="微软雅黑" panose="020B0503020204020204" pitchFamily="34" charset="-122"/>
              </a:rPr>
              <a:t>01111010 </a:t>
            </a:r>
            <a:r>
              <a:rPr lang="zh-CN" altLang="en-US" sz="2000">
                <a:latin typeface="微软雅黑" panose="020B0503020204020204" pitchFamily="34" charset="-122"/>
                <a:ea typeface="微软雅黑" panose="020B0503020204020204" pitchFamily="34" charset="-122"/>
              </a:rPr>
              <a:t>低四位翻转：</a:t>
            </a:r>
          </a:p>
          <a:p>
            <a:pPr lvl="1" eaLnBrk="1" hangingPunct="1">
              <a:spcBef>
                <a:spcPts val="600"/>
              </a:spcBef>
              <a:buFont typeface="Georgia" panose="02040502050405020303" pitchFamily="18" charset="0"/>
              <a:buNone/>
            </a:pPr>
            <a:r>
              <a:rPr lang="zh-CN" altLang="en-US" sz="2000">
                <a:latin typeface="微软雅黑" panose="020B0503020204020204" pitchFamily="34" charset="-122"/>
                <a:ea typeface="微软雅黑" panose="020B0503020204020204" pitchFamily="34" charset="-122"/>
              </a:rPr>
              <a:t>	  	     </a:t>
            </a:r>
            <a:r>
              <a:rPr lang="en-US" altLang="zh-CN" sz="2000">
                <a:latin typeface="微软雅黑" panose="020B0503020204020204" pitchFamily="34" charset="-122"/>
                <a:ea typeface="微软雅黑" panose="020B0503020204020204" pitchFamily="34" charset="-122"/>
              </a:rPr>
              <a:t>0 1 1 1 1 0 1 0</a:t>
            </a:r>
          </a:p>
          <a:p>
            <a:pPr lvl="1" eaLnBrk="1" hangingPunct="1">
              <a:spcBef>
                <a:spcPts val="600"/>
              </a:spcBef>
              <a:buFont typeface="Georgia" panose="02040502050405020303" pitchFamily="18" charset="0"/>
              <a:buNone/>
            </a:pPr>
            <a:r>
              <a:rPr lang="en-US" altLang="zh-CN" sz="2000">
                <a:latin typeface="微软雅黑" panose="020B0503020204020204" pitchFamily="34" charset="-122"/>
                <a:ea typeface="微软雅黑" panose="020B0503020204020204" pitchFamily="34" charset="-122"/>
              </a:rPr>
              <a:t>    (^)</a:t>
            </a:r>
            <a:r>
              <a:rPr lang="en-US" altLang="zh-CN" sz="2000" u="sng">
                <a:latin typeface="微软雅黑" panose="020B0503020204020204" pitchFamily="34" charset="-122"/>
                <a:ea typeface="微软雅黑" panose="020B0503020204020204" pitchFamily="34" charset="-122"/>
              </a:rPr>
              <a:t>   0 0 0 0 1 1 1 1</a:t>
            </a:r>
          </a:p>
          <a:p>
            <a:pPr lvl="1" eaLnBrk="1" hangingPunct="1">
              <a:spcBef>
                <a:spcPts val="600"/>
              </a:spcBef>
              <a:buFont typeface="Georgia" panose="02040502050405020303" pitchFamily="18" charset="0"/>
              <a:buNone/>
            </a:pPr>
            <a:r>
              <a:rPr lang="en-US" altLang="zh-CN" sz="2000">
                <a:latin typeface="微软雅黑" panose="020B0503020204020204" pitchFamily="34" charset="-122"/>
                <a:ea typeface="微软雅黑" panose="020B0503020204020204" pitchFamily="34" charset="-122"/>
              </a:rPr>
              <a:t>		     0 1 1 1 0 1 0 1</a:t>
            </a:r>
          </a:p>
        </p:txBody>
      </p:sp>
      <p:sp>
        <p:nvSpPr>
          <p:cNvPr id="2" name="灯片编号占位符 1"/>
          <p:cNvSpPr>
            <a:spLocks noGrp="1"/>
          </p:cNvSpPr>
          <p:nvPr>
            <p:ph type="sldNum" sz="quarter" idx="4"/>
          </p:nvPr>
        </p:nvSpPr>
        <p:spPr/>
        <p:txBody>
          <a:bodyPr/>
          <a:lstStyle/>
          <a:p>
            <a:fld id="{DEA904C8-CD7B-4714-BAE1-F1A91095C3EA}" type="slidenum">
              <a:rPr lang="zh-CN" altLang="en-US" smtClean="0"/>
              <a:pPr/>
              <a:t>41</a:t>
            </a:fld>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97283">
                                            <p:txEl>
                                              <p:pRg st="0" end="0"/>
                                            </p:txEl>
                                          </p:spTgt>
                                        </p:tgtEl>
                                        <p:attrNameLst>
                                          <p:attrName>style.visibility</p:attrName>
                                        </p:attrNameLst>
                                      </p:cBhvr>
                                      <p:to>
                                        <p:strVal val="visible"/>
                                      </p:to>
                                    </p:set>
                                    <p:anim calcmode="lin" valueType="num">
                                      <p:cBhvr additive="base">
                                        <p:cTn id="7" dur="1000" fill="hold"/>
                                        <p:tgtEl>
                                          <p:spTgt spid="97283">
                                            <p:txEl>
                                              <p:pRg st="0" end="0"/>
                                            </p:txEl>
                                          </p:spTgt>
                                        </p:tgtEl>
                                        <p:attrNameLst>
                                          <p:attrName>ppt_x</p:attrName>
                                        </p:attrNameLst>
                                      </p:cBhvr>
                                      <p:tavLst>
                                        <p:tav tm="0">
                                          <p:val>
                                            <p:strVal val="0-#ppt_w/2"/>
                                          </p:val>
                                        </p:tav>
                                        <p:tav tm="100000">
                                          <p:val>
                                            <p:strVal val="#ppt_x"/>
                                          </p:val>
                                        </p:tav>
                                      </p:tavLst>
                                    </p:anim>
                                    <p:anim calcmode="lin" valueType="num">
                                      <p:cBhvr additive="base">
                                        <p:cTn id="8" dur="1000" fill="hold"/>
                                        <p:tgtEl>
                                          <p:spTgt spid="9728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97283">
                                            <p:txEl>
                                              <p:pRg st="1" end="1"/>
                                            </p:txEl>
                                          </p:spTgt>
                                        </p:tgtEl>
                                        <p:attrNameLst>
                                          <p:attrName>style.visibility</p:attrName>
                                        </p:attrNameLst>
                                      </p:cBhvr>
                                      <p:to>
                                        <p:strVal val="visible"/>
                                      </p:to>
                                    </p:set>
                                    <p:anim calcmode="lin" valueType="num">
                                      <p:cBhvr additive="base">
                                        <p:cTn id="13" dur="1000" fill="hold"/>
                                        <p:tgtEl>
                                          <p:spTgt spid="97283">
                                            <p:txEl>
                                              <p:pRg st="1" end="1"/>
                                            </p:txEl>
                                          </p:spTgt>
                                        </p:tgtEl>
                                        <p:attrNameLst>
                                          <p:attrName>ppt_x</p:attrName>
                                        </p:attrNameLst>
                                      </p:cBhvr>
                                      <p:tavLst>
                                        <p:tav tm="0">
                                          <p:val>
                                            <p:strVal val="0-#ppt_w/2"/>
                                          </p:val>
                                        </p:tav>
                                        <p:tav tm="100000">
                                          <p:val>
                                            <p:strVal val="#ppt_x"/>
                                          </p:val>
                                        </p:tav>
                                      </p:tavLst>
                                    </p:anim>
                                    <p:anim calcmode="lin" valueType="num">
                                      <p:cBhvr additive="base">
                                        <p:cTn id="14" dur="1000" fill="hold"/>
                                        <p:tgtEl>
                                          <p:spTgt spid="97283">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nodeType="clickEffect">
                                  <p:stCondLst>
                                    <p:cond delay="0"/>
                                  </p:stCondLst>
                                  <p:childTnLst>
                                    <p:set>
                                      <p:cBhvr>
                                        <p:cTn id="18" dur="1" fill="hold">
                                          <p:stCondLst>
                                            <p:cond delay="0"/>
                                          </p:stCondLst>
                                        </p:cTn>
                                        <p:tgtEl>
                                          <p:spTgt spid="97283">
                                            <p:txEl>
                                              <p:pRg st="2" end="2"/>
                                            </p:txEl>
                                          </p:spTgt>
                                        </p:tgtEl>
                                        <p:attrNameLst>
                                          <p:attrName>style.visibility</p:attrName>
                                        </p:attrNameLst>
                                      </p:cBhvr>
                                      <p:to>
                                        <p:strVal val="visible"/>
                                      </p:to>
                                    </p:set>
                                    <p:anim calcmode="lin" valueType="num">
                                      <p:cBhvr additive="base">
                                        <p:cTn id="19" dur="1000" fill="hold"/>
                                        <p:tgtEl>
                                          <p:spTgt spid="97283">
                                            <p:txEl>
                                              <p:pRg st="2" end="2"/>
                                            </p:txEl>
                                          </p:spTgt>
                                        </p:tgtEl>
                                        <p:attrNameLst>
                                          <p:attrName>ppt_x</p:attrName>
                                        </p:attrNameLst>
                                      </p:cBhvr>
                                      <p:tavLst>
                                        <p:tav tm="0">
                                          <p:val>
                                            <p:strVal val="0-#ppt_w/2"/>
                                          </p:val>
                                        </p:tav>
                                        <p:tav tm="100000">
                                          <p:val>
                                            <p:strVal val="#ppt_x"/>
                                          </p:val>
                                        </p:tav>
                                      </p:tavLst>
                                    </p:anim>
                                    <p:anim calcmode="lin" valueType="num">
                                      <p:cBhvr additive="base">
                                        <p:cTn id="20" dur="1000" fill="hold"/>
                                        <p:tgtEl>
                                          <p:spTgt spid="97283">
                                            <p:txEl>
                                              <p:pRg st="2" end="2"/>
                                            </p:txEl>
                                          </p:spTgt>
                                        </p:tgtEl>
                                        <p:attrNameLst>
                                          <p:attrName>ppt_y</p:attrName>
                                        </p:attrNameLst>
                                      </p:cBhvr>
                                      <p:tavLst>
                                        <p:tav tm="0">
                                          <p:val>
                                            <p:strVal val="#ppt_y"/>
                                          </p:val>
                                        </p:tav>
                                        <p:tav tm="100000">
                                          <p:val>
                                            <p:strVal val="#ppt_y"/>
                                          </p:val>
                                        </p:tav>
                                      </p:tavLst>
                                    </p:anim>
                                  </p:childTnLst>
                                </p:cTn>
                              </p:par>
                              <p:par>
                                <p:cTn id="21" presetID="2" presetClass="entr" presetSubtype="8" fill="hold" nodeType="withEffect">
                                  <p:stCondLst>
                                    <p:cond delay="0"/>
                                  </p:stCondLst>
                                  <p:childTnLst>
                                    <p:set>
                                      <p:cBhvr>
                                        <p:cTn id="22" dur="1" fill="hold">
                                          <p:stCondLst>
                                            <p:cond delay="0"/>
                                          </p:stCondLst>
                                        </p:cTn>
                                        <p:tgtEl>
                                          <p:spTgt spid="97283">
                                            <p:txEl>
                                              <p:pRg st="3" end="3"/>
                                            </p:txEl>
                                          </p:spTgt>
                                        </p:tgtEl>
                                        <p:attrNameLst>
                                          <p:attrName>style.visibility</p:attrName>
                                        </p:attrNameLst>
                                      </p:cBhvr>
                                      <p:to>
                                        <p:strVal val="visible"/>
                                      </p:to>
                                    </p:set>
                                    <p:anim calcmode="lin" valueType="num">
                                      <p:cBhvr additive="base">
                                        <p:cTn id="23" dur="1000" fill="hold"/>
                                        <p:tgtEl>
                                          <p:spTgt spid="97283">
                                            <p:txEl>
                                              <p:pRg st="3" end="3"/>
                                            </p:txEl>
                                          </p:spTgt>
                                        </p:tgtEl>
                                        <p:attrNameLst>
                                          <p:attrName>ppt_x</p:attrName>
                                        </p:attrNameLst>
                                      </p:cBhvr>
                                      <p:tavLst>
                                        <p:tav tm="0">
                                          <p:val>
                                            <p:strVal val="0-#ppt_w/2"/>
                                          </p:val>
                                        </p:tav>
                                        <p:tav tm="100000">
                                          <p:val>
                                            <p:strVal val="#ppt_x"/>
                                          </p:val>
                                        </p:tav>
                                      </p:tavLst>
                                    </p:anim>
                                    <p:anim calcmode="lin" valueType="num">
                                      <p:cBhvr additive="base">
                                        <p:cTn id="24" dur="1000" fill="hold"/>
                                        <p:tgtEl>
                                          <p:spTgt spid="97283">
                                            <p:txEl>
                                              <p:pRg st="3" end="3"/>
                                            </p:txEl>
                                          </p:spTgt>
                                        </p:tgtEl>
                                        <p:attrNameLst>
                                          <p:attrName>ppt_y</p:attrName>
                                        </p:attrNameLst>
                                      </p:cBhvr>
                                      <p:tavLst>
                                        <p:tav tm="0">
                                          <p:val>
                                            <p:strVal val="#ppt_y"/>
                                          </p:val>
                                        </p:tav>
                                        <p:tav tm="100000">
                                          <p:val>
                                            <p:strVal val="#ppt_y"/>
                                          </p:val>
                                        </p:tav>
                                      </p:tavLst>
                                    </p:anim>
                                  </p:childTnLst>
                                </p:cTn>
                              </p:par>
                              <p:par>
                                <p:cTn id="25" presetID="2" presetClass="entr" presetSubtype="8" fill="hold" nodeType="withEffect">
                                  <p:stCondLst>
                                    <p:cond delay="0"/>
                                  </p:stCondLst>
                                  <p:childTnLst>
                                    <p:set>
                                      <p:cBhvr>
                                        <p:cTn id="26" dur="1" fill="hold">
                                          <p:stCondLst>
                                            <p:cond delay="0"/>
                                          </p:stCondLst>
                                        </p:cTn>
                                        <p:tgtEl>
                                          <p:spTgt spid="97283">
                                            <p:txEl>
                                              <p:pRg st="4" end="4"/>
                                            </p:txEl>
                                          </p:spTgt>
                                        </p:tgtEl>
                                        <p:attrNameLst>
                                          <p:attrName>style.visibility</p:attrName>
                                        </p:attrNameLst>
                                      </p:cBhvr>
                                      <p:to>
                                        <p:strVal val="visible"/>
                                      </p:to>
                                    </p:set>
                                    <p:anim calcmode="lin" valueType="num">
                                      <p:cBhvr additive="base">
                                        <p:cTn id="27" dur="1000" fill="hold"/>
                                        <p:tgtEl>
                                          <p:spTgt spid="97283">
                                            <p:txEl>
                                              <p:pRg st="4" end="4"/>
                                            </p:txEl>
                                          </p:spTgt>
                                        </p:tgtEl>
                                        <p:attrNameLst>
                                          <p:attrName>ppt_x</p:attrName>
                                        </p:attrNameLst>
                                      </p:cBhvr>
                                      <p:tavLst>
                                        <p:tav tm="0">
                                          <p:val>
                                            <p:strVal val="0-#ppt_w/2"/>
                                          </p:val>
                                        </p:tav>
                                        <p:tav tm="100000">
                                          <p:val>
                                            <p:strVal val="#ppt_x"/>
                                          </p:val>
                                        </p:tav>
                                      </p:tavLst>
                                    </p:anim>
                                    <p:anim calcmode="lin" valueType="num">
                                      <p:cBhvr additive="base">
                                        <p:cTn id="28" dur="1000" fill="hold"/>
                                        <p:tgtEl>
                                          <p:spTgt spid="97283">
                                            <p:txEl>
                                              <p:pRg st="4" end="4"/>
                                            </p:txEl>
                                          </p:spTgt>
                                        </p:tgtEl>
                                        <p:attrNameLst>
                                          <p:attrName>ppt_y</p:attrName>
                                        </p:attrNameLst>
                                      </p:cBhvr>
                                      <p:tavLst>
                                        <p:tav tm="0">
                                          <p:val>
                                            <p:strVal val="#ppt_y"/>
                                          </p:val>
                                        </p:tav>
                                        <p:tav tm="100000">
                                          <p:val>
                                            <p:strVal val="#ppt_y"/>
                                          </p:val>
                                        </p:tav>
                                      </p:tavLst>
                                    </p:anim>
                                  </p:childTnLst>
                                </p:cTn>
                              </p:par>
                              <p:par>
                                <p:cTn id="29" presetID="2" presetClass="entr" presetSubtype="8" fill="hold" nodeType="withEffect">
                                  <p:stCondLst>
                                    <p:cond delay="0"/>
                                  </p:stCondLst>
                                  <p:childTnLst>
                                    <p:set>
                                      <p:cBhvr>
                                        <p:cTn id="30" dur="1" fill="hold">
                                          <p:stCondLst>
                                            <p:cond delay="0"/>
                                          </p:stCondLst>
                                        </p:cTn>
                                        <p:tgtEl>
                                          <p:spTgt spid="97283">
                                            <p:txEl>
                                              <p:pRg st="5" end="5"/>
                                            </p:txEl>
                                          </p:spTgt>
                                        </p:tgtEl>
                                        <p:attrNameLst>
                                          <p:attrName>style.visibility</p:attrName>
                                        </p:attrNameLst>
                                      </p:cBhvr>
                                      <p:to>
                                        <p:strVal val="visible"/>
                                      </p:to>
                                    </p:set>
                                    <p:anim calcmode="lin" valueType="num">
                                      <p:cBhvr additive="base">
                                        <p:cTn id="31" dur="1000" fill="hold"/>
                                        <p:tgtEl>
                                          <p:spTgt spid="97283">
                                            <p:txEl>
                                              <p:pRg st="5" end="5"/>
                                            </p:txEl>
                                          </p:spTgt>
                                        </p:tgtEl>
                                        <p:attrNameLst>
                                          <p:attrName>ppt_x</p:attrName>
                                        </p:attrNameLst>
                                      </p:cBhvr>
                                      <p:tavLst>
                                        <p:tav tm="0">
                                          <p:val>
                                            <p:strVal val="0-#ppt_w/2"/>
                                          </p:val>
                                        </p:tav>
                                        <p:tav tm="100000">
                                          <p:val>
                                            <p:strVal val="#ppt_x"/>
                                          </p:val>
                                        </p:tav>
                                      </p:tavLst>
                                    </p:anim>
                                    <p:anim calcmode="lin" valueType="num">
                                      <p:cBhvr additive="base">
                                        <p:cTn id="32" dur="1000" fill="hold"/>
                                        <p:tgtEl>
                                          <p:spTgt spid="97283">
                                            <p:txEl>
                                              <p:pRg st="5" end="5"/>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标题 1"/>
          <p:cNvSpPr>
            <a:spLocks noGrp="1"/>
          </p:cNvSpPr>
          <p:nvPr>
            <p:ph type="title"/>
          </p:nvPr>
        </p:nvSpPr>
        <p:spPr>
          <a:xfrm>
            <a:off x="609600" y="1076325"/>
            <a:ext cx="10975975" cy="1066800"/>
          </a:xfrm>
        </p:spPr>
        <p:txBody>
          <a:bodyPr/>
          <a:lstStyle/>
          <a:p>
            <a:pPr eaLnBrk="1" hangingPunct="1">
              <a:defRPr/>
            </a:pPr>
            <a:r>
              <a:rPr lang="zh-CN" altLang="en-US" dirty="0">
                <a:solidFill>
                  <a:schemeClr val="accent5"/>
                </a:solidFill>
                <a:latin typeface="微软雅黑" pitchFamily="34" charset="-122"/>
                <a:ea typeface="微软雅黑" pitchFamily="34" charset="-122"/>
              </a:rPr>
              <a:t>位运算</a:t>
            </a:r>
            <a:r>
              <a:rPr lang="en-US" altLang="zh-CN" dirty="0">
                <a:solidFill>
                  <a:schemeClr val="accent5"/>
                </a:solidFill>
                <a:latin typeface="微软雅黑" pitchFamily="34" charset="-122"/>
                <a:ea typeface="微软雅黑" pitchFamily="34" charset="-122"/>
              </a:rPr>
              <a:t>——</a:t>
            </a:r>
            <a:r>
              <a:rPr lang="zh-CN" altLang="en-US" dirty="0">
                <a:solidFill>
                  <a:schemeClr val="accent5"/>
                </a:solidFill>
                <a:latin typeface="微软雅黑" pitchFamily="34" charset="-122"/>
                <a:ea typeface="微软雅黑" pitchFamily="34" charset="-122"/>
              </a:rPr>
              <a:t>取反（</a:t>
            </a:r>
            <a:r>
              <a:rPr lang="en-US" altLang="zh-CN" dirty="0">
                <a:solidFill>
                  <a:schemeClr val="accent5"/>
                </a:solidFill>
                <a:latin typeface="微软雅黑" pitchFamily="34" charset="-122"/>
                <a:ea typeface="微软雅黑" pitchFamily="34" charset="-122"/>
              </a:rPr>
              <a:t>~</a:t>
            </a:r>
            <a:r>
              <a:rPr lang="zh-CN" altLang="en-US" dirty="0">
                <a:solidFill>
                  <a:schemeClr val="accent5"/>
                </a:solidFill>
                <a:latin typeface="微软雅黑" pitchFamily="34" charset="-122"/>
                <a:ea typeface="微软雅黑" pitchFamily="34" charset="-122"/>
              </a:rPr>
              <a:t>）</a:t>
            </a:r>
          </a:p>
        </p:txBody>
      </p:sp>
      <p:sp>
        <p:nvSpPr>
          <p:cNvPr id="98307" name="内容占位符 2"/>
          <p:cNvSpPr>
            <a:spLocks noGrp="1"/>
          </p:cNvSpPr>
          <p:nvPr>
            <p:ph idx="1"/>
          </p:nvPr>
        </p:nvSpPr>
        <p:spPr>
          <a:xfrm>
            <a:off x="609599" y="2143125"/>
            <a:ext cx="10816579" cy="4310063"/>
          </a:xfrm>
        </p:spPr>
        <p:txBody>
          <a:bodyPr/>
          <a:lstStyle/>
          <a:p>
            <a:pPr marL="0" indent="0" eaLnBrk="1" hangingPunct="1">
              <a:lnSpc>
                <a:spcPct val="140000"/>
              </a:lnSpc>
              <a:buFont typeface="Georgia" panose="02040502050405020303" pitchFamily="18" charset="0"/>
              <a:buNone/>
            </a:pPr>
            <a:r>
              <a:rPr lang="zh-CN" altLang="en-US" sz="2000">
                <a:latin typeface="微软雅黑" panose="020B0503020204020204" pitchFamily="34" charset="-122"/>
                <a:ea typeface="微软雅黑" panose="020B0503020204020204" pitchFamily="34" charset="-122"/>
              </a:rPr>
              <a:t>单目运算符，对一个二进制数按位取反。</a:t>
            </a:r>
          </a:p>
          <a:p>
            <a:pPr lvl="1" eaLnBrk="1" hangingPunct="1">
              <a:lnSpc>
                <a:spcPct val="140000"/>
              </a:lnSpc>
              <a:buFont typeface="Georgia" panose="02040502050405020303" pitchFamily="18" charset="0"/>
              <a:buNone/>
            </a:pPr>
            <a:r>
              <a:rPr lang="zh-CN" altLang="en-US" sz="2000">
                <a:latin typeface="微软雅黑" panose="020B0503020204020204" pitchFamily="34" charset="-122"/>
                <a:ea typeface="微软雅黑" panose="020B0503020204020204" pitchFamily="34" charset="-122"/>
              </a:rPr>
              <a:t>例： </a:t>
            </a:r>
            <a:r>
              <a:rPr lang="en-US" altLang="zh-CN" sz="2000">
                <a:solidFill>
                  <a:srgbClr val="C00000"/>
                </a:solidFill>
                <a:latin typeface="微软雅黑" panose="020B0503020204020204" pitchFamily="34" charset="-122"/>
                <a:ea typeface="微软雅黑" panose="020B0503020204020204" pitchFamily="34" charset="-122"/>
              </a:rPr>
              <a:t>025</a:t>
            </a:r>
            <a:r>
              <a:rPr lang="zh-CN" altLang="en-US" sz="2000">
                <a:solidFill>
                  <a:srgbClr val="C00000"/>
                </a:solidFill>
                <a:latin typeface="微软雅黑" panose="020B0503020204020204" pitchFamily="34" charset="-122"/>
                <a:ea typeface="微软雅黑" panose="020B0503020204020204" pitchFamily="34" charset="-122"/>
              </a:rPr>
              <a:t>：</a:t>
            </a:r>
            <a:r>
              <a:rPr lang="en-US" altLang="zh-CN" sz="2000">
                <a:solidFill>
                  <a:srgbClr val="C00000"/>
                </a:solidFill>
                <a:latin typeface="微软雅黑" panose="020B0503020204020204" pitchFamily="34" charset="-122"/>
                <a:ea typeface="微软雅黑" panose="020B0503020204020204" pitchFamily="34" charset="-122"/>
              </a:rPr>
              <a:t>0000000000010101</a:t>
            </a:r>
          </a:p>
          <a:p>
            <a:pPr lvl="1" eaLnBrk="1" hangingPunct="1">
              <a:lnSpc>
                <a:spcPct val="140000"/>
              </a:lnSpc>
              <a:buFont typeface="Georgia" panose="02040502050405020303" pitchFamily="18" charset="0"/>
              <a:buNone/>
            </a:pPr>
            <a:r>
              <a:rPr lang="en-US" altLang="zh-CN" sz="2000">
                <a:solidFill>
                  <a:srgbClr val="C00000"/>
                </a:solidFill>
                <a:latin typeface="微软雅黑" panose="020B0503020204020204" pitchFamily="34" charset="-122"/>
                <a:ea typeface="微软雅黑" panose="020B0503020204020204" pitchFamily="34" charset="-122"/>
              </a:rPr>
              <a:t>    ~025</a:t>
            </a:r>
            <a:r>
              <a:rPr lang="zh-CN" altLang="en-US" sz="2000">
                <a:solidFill>
                  <a:srgbClr val="C00000"/>
                </a:solidFill>
                <a:latin typeface="微软雅黑" panose="020B0503020204020204" pitchFamily="34" charset="-122"/>
                <a:ea typeface="微软雅黑" panose="020B0503020204020204" pitchFamily="34" charset="-122"/>
              </a:rPr>
              <a:t>：</a:t>
            </a:r>
            <a:r>
              <a:rPr lang="en-US" altLang="zh-CN" sz="2000">
                <a:solidFill>
                  <a:srgbClr val="C00000"/>
                </a:solidFill>
                <a:latin typeface="微软雅黑" panose="020B0503020204020204" pitchFamily="34" charset="-122"/>
                <a:ea typeface="微软雅黑" panose="020B0503020204020204" pitchFamily="34" charset="-122"/>
              </a:rPr>
              <a:t>1111111111101010</a:t>
            </a:r>
          </a:p>
        </p:txBody>
      </p:sp>
      <p:sp>
        <p:nvSpPr>
          <p:cNvPr id="2" name="灯片编号占位符 1"/>
          <p:cNvSpPr>
            <a:spLocks noGrp="1"/>
          </p:cNvSpPr>
          <p:nvPr>
            <p:ph type="sldNum" sz="quarter" idx="4"/>
          </p:nvPr>
        </p:nvSpPr>
        <p:spPr/>
        <p:txBody>
          <a:bodyPr/>
          <a:lstStyle/>
          <a:p>
            <a:fld id="{DEA904C8-CD7B-4714-BAE1-F1A91095C3EA}" type="slidenum">
              <a:rPr lang="zh-CN" altLang="en-US" smtClean="0"/>
              <a:pPr/>
              <a:t>42</a:t>
            </a:fld>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98307">
                                            <p:txEl>
                                              <p:pRg st="1" end="1"/>
                                            </p:txEl>
                                          </p:spTgt>
                                        </p:tgtEl>
                                        <p:attrNameLst>
                                          <p:attrName>style.visibility</p:attrName>
                                        </p:attrNameLst>
                                      </p:cBhvr>
                                      <p:to>
                                        <p:strVal val="visible"/>
                                      </p:to>
                                    </p:set>
                                    <p:anim calcmode="lin" valueType="num">
                                      <p:cBhvr additive="base">
                                        <p:cTn id="7" dur="1000" fill="hold"/>
                                        <p:tgtEl>
                                          <p:spTgt spid="98307">
                                            <p:txEl>
                                              <p:pRg st="1" end="1"/>
                                            </p:txEl>
                                          </p:spTgt>
                                        </p:tgtEl>
                                        <p:attrNameLst>
                                          <p:attrName>ppt_x</p:attrName>
                                        </p:attrNameLst>
                                      </p:cBhvr>
                                      <p:tavLst>
                                        <p:tav tm="0">
                                          <p:val>
                                            <p:strVal val="0-#ppt_w/2"/>
                                          </p:val>
                                        </p:tav>
                                        <p:tav tm="100000">
                                          <p:val>
                                            <p:strVal val="#ppt_x"/>
                                          </p:val>
                                        </p:tav>
                                      </p:tavLst>
                                    </p:anim>
                                    <p:anim calcmode="lin" valueType="num">
                                      <p:cBhvr additive="base">
                                        <p:cTn id="8" dur="1000" fill="hold"/>
                                        <p:tgtEl>
                                          <p:spTgt spid="98307">
                                            <p:txEl>
                                              <p:pRg st="1" end="1"/>
                                            </p:txEl>
                                          </p:spTgt>
                                        </p:tgtEl>
                                        <p:attrNameLst>
                                          <p:attrName>ppt_y</p:attrName>
                                        </p:attrNameLst>
                                      </p:cBhvr>
                                      <p:tavLst>
                                        <p:tav tm="0">
                                          <p:val>
                                            <p:strVal val="#ppt_y"/>
                                          </p:val>
                                        </p:tav>
                                        <p:tav tm="100000">
                                          <p:val>
                                            <p:strVal val="#ppt_y"/>
                                          </p:val>
                                        </p:tav>
                                      </p:tavLst>
                                    </p:anim>
                                  </p:childTnLst>
                                </p:cTn>
                              </p:par>
                              <p:par>
                                <p:cTn id="9" presetID="2" presetClass="entr" presetSubtype="8" fill="hold" nodeType="withEffect">
                                  <p:stCondLst>
                                    <p:cond delay="0"/>
                                  </p:stCondLst>
                                  <p:childTnLst>
                                    <p:set>
                                      <p:cBhvr>
                                        <p:cTn id="10" dur="1" fill="hold">
                                          <p:stCondLst>
                                            <p:cond delay="0"/>
                                          </p:stCondLst>
                                        </p:cTn>
                                        <p:tgtEl>
                                          <p:spTgt spid="98307">
                                            <p:txEl>
                                              <p:pRg st="2" end="2"/>
                                            </p:txEl>
                                          </p:spTgt>
                                        </p:tgtEl>
                                        <p:attrNameLst>
                                          <p:attrName>style.visibility</p:attrName>
                                        </p:attrNameLst>
                                      </p:cBhvr>
                                      <p:to>
                                        <p:strVal val="visible"/>
                                      </p:to>
                                    </p:set>
                                    <p:anim calcmode="lin" valueType="num">
                                      <p:cBhvr additive="base">
                                        <p:cTn id="11" dur="1000" fill="hold"/>
                                        <p:tgtEl>
                                          <p:spTgt spid="98307">
                                            <p:txEl>
                                              <p:pRg st="2" end="2"/>
                                            </p:txEl>
                                          </p:spTgt>
                                        </p:tgtEl>
                                        <p:attrNameLst>
                                          <p:attrName>ppt_x</p:attrName>
                                        </p:attrNameLst>
                                      </p:cBhvr>
                                      <p:tavLst>
                                        <p:tav tm="0">
                                          <p:val>
                                            <p:strVal val="0-#ppt_w/2"/>
                                          </p:val>
                                        </p:tav>
                                        <p:tav tm="100000">
                                          <p:val>
                                            <p:strVal val="#ppt_x"/>
                                          </p:val>
                                        </p:tav>
                                      </p:tavLst>
                                    </p:anim>
                                    <p:anim calcmode="lin" valueType="num">
                                      <p:cBhvr additive="base">
                                        <p:cTn id="12" dur="1000" fill="hold"/>
                                        <p:tgtEl>
                                          <p:spTgt spid="98307">
                                            <p:txEl>
                                              <p:pRg st="2" end="2"/>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标题 1"/>
          <p:cNvSpPr>
            <a:spLocks noGrp="1"/>
          </p:cNvSpPr>
          <p:nvPr>
            <p:ph type="title"/>
          </p:nvPr>
        </p:nvSpPr>
        <p:spPr>
          <a:xfrm>
            <a:off x="609600" y="1076325"/>
            <a:ext cx="10975975" cy="1066800"/>
          </a:xfrm>
        </p:spPr>
        <p:txBody>
          <a:bodyPr/>
          <a:lstStyle/>
          <a:p>
            <a:pPr eaLnBrk="1" hangingPunct="1"/>
            <a:r>
              <a:rPr lang="zh-CN" altLang="en-US">
                <a:latin typeface="微软雅黑" panose="020B0503020204020204" pitchFamily="34" charset="-122"/>
                <a:ea typeface="微软雅黑" panose="020B0503020204020204" pitchFamily="34" charset="-122"/>
              </a:rPr>
              <a:t>位运算</a:t>
            </a:r>
            <a:r>
              <a:rPr lang="en-US" altLang="zh-CN">
                <a:latin typeface="微软雅黑" panose="020B0503020204020204" pitchFamily="34" charset="-122"/>
                <a:ea typeface="微软雅黑" panose="020B0503020204020204" pitchFamily="34" charset="-122"/>
              </a:rPr>
              <a:t>——</a:t>
            </a:r>
            <a:r>
              <a:rPr lang="zh-CN" altLang="en-US">
                <a:latin typeface="微软雅黑" panose="020B0503020204020204" pitchFamily="34" charset="-122"/>
                <a:ea typeface="微软雅黑" panose="020B0503020204020204" pitchFamily="34" charset="-122"/>
              </a:rPr>
              <a:t>移位</a:t>
            </a:r>
          </a:p>
        </p:txBody>
      </p:sp>
      <p:sp>
        <p:nvSpPr>
          <p:cNvPr id="99331" name="内容占位符 2"/>
          <p:cNvSpPr>
            <a:spLocks noGrp="1"/>
          </p:cNvSpPr>
          <p:nvPr>
            <p:ph idx="1"/>
          </p:nvPr>
        </p:nvSpPr>
        <p:spPr>
          <a:xfrm>
            <a:off x="609600" y="2428875"/>
            <a:ext cx="10744571" cy="3429000"/>
          </a:xfrm>
        </p:spPr>
        <p:txBody>
          <a:bodyPr/>
          <a:lstStyle/>
          <a:p>
            <a:pPr eaLnBrk="1" hangingPunct="1"/>
            <a:r>
              <a:rPr lang="zh-CN" altLang="en-US" sz="2000">
                <a:latin typeface="微软雅黑" panose="020B0503020204020204" pitchFamily="34" charset="-122"/>
                <a:ea typeface="微软雅黑" panose="020B0503020204020204" pitchFamily="34" charset="-122"/>
              </a:rPr>
              <a:t>左移运算（</a:t>
            </a:r>
            <a:r>
              <a:rPr lang="en-US" altLang="zh-CN" sz="2000">
                <a:latin typeface="微软雅黑" panose="020B0503020204020204" pitchFamily="34" charset="-122"/>
                <a:ea typeface="微软雅黑" panose="020B0503020204020204" pitchFamily="34" charset="-122"/>
              </a:rPr>
              <a:t>&lt;&lt;</a:t>
            </a:r>
            <a:r>
              <a:rPr lang="zh-CN" altLang="en-US" sz="2000">
                <a:latin typeface="微软雅黑" panose="020B0503020204020204" pitchFamily="34" charset="-122"/>
                <a:ea typeface="微软雅黑" panose="020B0503020204020204" pitchFamily="34" charset="-122"/>
              </a:rPr>
              <a:t>）</a:t>
            </a:r>
          </a:p>
          <a:p>
            <a:pPr lvl="1" eaLnBrk="1" hangingPunct="1">
              <a:buFont typeface="Georgia" panose="02040502050405020303" pitchFamily="18" charset="0"/>
              <a:buNone/>
            </a:pPr>
            <a:r>
              <a:rPr lang="zh-CN" altLang="en-US" sz="2000">
                <a:latin typeface="微软雅黑" panose="020B0503020204020204" pitchFamily="34" charset="-122"/>
                <a:ea typeface="微软雅黑" panose="020B0503020204020204" pitchFamily="34" charset="-122"/>
              </a:rPr>
              <a:t>左移后，低位补</a:t>
            </a:r>
            <a:r>
              <a:rPr lang="en-US" altLang="zh-CN" sz="2000">
                <a:solidFill>
                  <a:srgbClr val="C00000"/>
                </a:solidFill>
                <a:latin typeface="微软雅黑" panose="020B0503020204020204" pitchFamily="34" charset="-122"/>
                <a:ea typeface="微软雅黑" panose="020B0503020204020204" pitchFamily="34" charset="-122"/>
              </a:rPr>
              <a:t>0</a:t>
            </a:r>
            <a:r>
              <a:rPr lang="zh-CN" altLang="en-US" sz="2000">
                <a:latin typeface="微软雅黑" panose="020B0503020204020204" pitchFamily="34" charset="-122"/>
                <a:ea typeface="微软雅黑" panose="020B0503020204020204" pitchFamily="34" charset="-122"/>
              </a:rPr>
              <a:t>，高位舍弃。</a:t>
            </a:r>
          </a:p>
          <a:p>
            <a:pPr eaLnBrk="1" hangingPunct="1"/>
            <a:r>
              <a:rPr lang="zh-CN" altLang="en-US" sz="2000">
                <a:latin typeface="微软雅黑" panose="020B0503020204020204" pitchFamily="34" charset="-122"/>
                <a:ea typeface="微软雅黑" panose="020B0503020204020204" pitchFamily="34" charset="-122"/>
              </a:rPr>
              <a:t>右移运算（</a:t>
            </a:r>
            <a:r>
              <a:rPr lang="en-US" altLang="zh-CN" sz="2000">
                <a:latin typeface="微软雅黑" panose="020B0503020204020204" pitchFamily="34" charset="-122"/>
                <a:ea typeface="微软雅黑" panose="020B0503020204020204" pitchFamily="34" charset="-122"/>
              </a:rPr>
              <a:t>&gt;&gt;</a:t>
            </a:r>
            <a:r>
              <a:rPr lang="zh-CN" altLang="en-US" sz="2000">
                <a:latin typeface="微软雅黑" panose="020B0503020204020204" pitchFamily="34" charset="-122"/>
                <a:ea typeface="微软雅黑" panose="020B0503020204020204" pitchFamily="34" charset="-122"/>
              </a:rPr>
              <a:t>）</a:t>
            </a:r>
          </a:p>
          <a:p>
            <a:pPr lvl="1" eaLnBrk="1" hangingPunct="1">
              <a:buFont typeface="Georgia" panose="02040502050405020303" pitchFamily="18" charset="0"/>
              <a:buNone/>
            </a:pPr>
            <a:r>
              <a:rPr lang="zh-CN" altLang="en-US" sz="2000">
                <a:latin typeface="微软雅黑" panose="020B0503020204020204" pitchFamily="34" charset="-122"/>
                <a:ea typeface="微软雅黑" panose="020B0503020204020204" pitchFamily="34" charset="-122"/>
              </a:rPr>
              <a:t>右移后，</a:t>
            </a:r>
          </a:p>
          <a:p>
            <a:pPr lvl="1" eaLnBrk="1" hangingPunct="1">
              <a:buFont typeface="Georgia" panose="02040502050405020303" pitchFamily="18" charset="0"/>
              <a:buNone/>
            </a:pPr>
            <a:r>
              <a:rPr lang="zh-CN" altLang="en-US" sz="2000">
                <a:latin typeface="微软雅黑" panose="020B0503020204020204" pitchFamily="34" charset="-122"/>
                <a:ea typeface="微软雅黑" panose="020B0503020204020204" pitchFamily="34" charset="-122"/>
              </a:rPr>
              <a:t>低位：舍弃</a:t>
            </a:r>
          </a:p>
          <a:p>
            <a:pPr lvl="1" eaLnBrk="1" hangingPunct="1">
              <a:buFont typeface="Georgia" panose="02040502050405020303" pitchFamily="18" charset="0"/>
              <a:buNone/>
            </a:pPr>
            <a:r>
              <a:rPr lang="zh-CN" altLang="en-US" sz="2000">
                <a:latin typeface="微软雅黑" panose="020B0503020204020204" pitchFamily="34" charset="-122"/>
                <a:ea typeface="微软雅黑" panose="020B0503020204020204" pitchFamily="34" charset="-122"/>
              </a:rPr>
              <a:t>高位：无符号数：补</a:t>
            </a:r>
            <a:r>
              <a:rPr lang="en-US" altLang="zh-CN" sz="2000">
                <a:solidFill>
                  <a:srgbClr val="C00000"/>
                </a:solidFill>
                <a:latin typeface="微软雅黑" panose="020B0503020204020204" pitchFamily="34" charset="-122"/>
                <a:ea typeface="微软雅黑" panose="020B0503020204020204" pitchFamily="34" charset="-122"/>
              </a:rPr>
              <a:t>0</a:t>
            </a:r>
          </a:p>
          <a:p>
            <a:pPr lvl="1" eaLnBrk="1" hangingPunct="1">
              <a:buFont typeface="Georgia" panose="02040502050405020303" pitchFamily="18" charset="0"/>
              <a:buNone/>
            </a:pPr>
            <a:r>
              <a:rPr lang="en-US" altLang="zh-CN" sz="2000">
                <a:latin typeface="微软雅黑" panose="020B0503020204020204" pitchFamily="34" charset="-122"/>
                <a:ea typeface="微软雅黑" panose="020B0503020204020204" pitchFamily="34" charset="-122"/>
              </a:rPr>
              <a:t>      </a:t>
            </a:r>
            <a:r>
              <a:rPr lang="zh-CN" altLang="en-US" sz="2000">
                <a:latin typeface="微软雅黑" panose="020B0503020204020204" pitchFamily="34" charset="-122"/>
                <a:ea typeface="微软雅黑" panose="020B0503020204020204" pitchFamily="34" charset="-122"/>
              </a:rPr>
              <a:t>有符号数：补</a:t>
            </a:r>
            <a:r>
              <a:rPr lang="zh-CN" altLang="en-US" sz="2000">
                <a:solidFill>
                  <a:srgbClr val="C00000"/>
                </a:solidFill>
                <a:latin typeface="微软雅黑" panose="020B0503020204020204" pitchFamily="34" charset="-122"/>
                <a:ea typeface="微软雅黑" panose="020B0503020204020204" pitchFamily="34" charset="-122"/>
              </a:rPr>
              <a:t>“符号位”</a:t>
            </a:r>
          </a:p>
        </p:txBody>
      </p:sp>
      <p:sp>
        <p:nvSpPr>
          <p:cNvPr id="2" name="灯片编号占位符 1"/>
          <p:cNvSpPr>
            <a:spLocks noGrp="1"/>
          </p:cNvSpPr>
          <p:nvPr>
            <p:ph type="sldNum" sz="quarter" idx="4"/>
          </p:nvPr>
        </p:nvSpPr>
        <p:spPr/>
        <p:txBody>
          <a:bodyPr/>
          <a:lstStyle/>
          <a:p>
            <a:fld id="{DEA904C8-CD7B-4714-BAE1-F1A91095C3EA}" type="slidenum">
              <a:rPr lang="zh-CN" altLang="en-US" smtClean="0"/>
              <a:pPr/>
              <a:t>43</a:t>
            </a:fld>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99331">
                                            <p:txEl>
                                              <p:pRg st="0" end="0"/>
                                            </p:txEl>
                                          </p:spTgt>
                                        </p:tgtEl>
                                        <p:attrNameLst>
                                          <p:attrName>style.visibility</p:attrName>
                                        </p:attrNameLst>
                                      </p:cBhvr>
                                      <p:to>
                                        <p:strVal val="visible"/>
                                      </p:to>
                                    </p:set>
                                    <p:anim calcmode="lin" valueType="num">
                                      <p:cBhvr additive="base">
                                        <p:cTn id="7" dur="1000" fill="hold"/>
                                        <p:tgtEl>
                                          <p:spTgt spid="99331">
                                            <p:txEl>
                                              <p:pRg st="0" end="0"/>
                                            </p:txEl>
                                          </p:spTgt>
                                        </p:tgtEl>
                                        <p:attrNameLst>
                                          <p:attrName>ppt_x</p:attrName>
                                        </p:attrNameLst>
                                      </p:cBhvr>
                                      <p:tavLst>
                                        <p:tav tm="0">
                                          <p:val>
                                            <p:strVal val="0-#ppt_w/2"/>
                                          </p:val>
                                        </p:tav>
                                        <p:tav tm="100000">
                                          <p:val>
                                            <p:strVal val="#ppt_x"/>
                                          </p:val>
                                        </p:tav>
                                      </p:tavLst>
                                    </p:anim>
                                    <p:anim calcmode="lin" valueType="num">
                                      <p:cBhvr additive="base">
                                        <p:cTn id="8" dur="1000" fill="hold"/>
                                        <p:tgtEl>
                                          <p:spTgt spid="99331">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99331">
                                            <p:txEl>
                                              <p:pRg st="1" end="1"/>
                                            </p:txEl>
                                          </p:spTgt>
                                        </p:tgtEl>
                                        <p:attrNameLst>
                                          <p:attrName>style.visibility</p:attrName>
                                        </p:attrNameLst>
                                      </p:cBhvr>
                                      <p:to>
                                        <p:strVal val="visible"/>
                                      </p:to>
                                    </p:set>
                                    <p:anim calcmode="lin" valueType="num">
                                      <p:cBhvr additive="base">
                                        <p:cTn id="13" dur="1000" fill="hold"/>
                                        <p:tgtEl>
                                          <p:spTgt spid="99331">
                                            <p:txEl>
                                              <p:pRg st="1" end="1"/>
                                            </p:txEl>
                                          </p:spTgt>
                                        </p:tgtEl>
                                        <p:attrNameLst>
                                          <p:attrName>ppt_x</p:attrName>
                                        </p:attrNameLst>
                                      </p:cBhvr>
                                      <p:tavLst>
                                        <p:tav tm="0">
                                          <p:val>
                                            <p:strVal val="0-#ppt_w/2"/>
                                          </p:val>
                                        </p:tav>
                                        <p:tav tm="100000">
                                          <p:val>
                                            <p:strVal val="#ppt_x"/>
                                          </p:val>
                                        </p:tav>
                                      </p:tavLst>
                                    </p:anim>
                                    <p:anim calcmode="lin" valueType="num">
                                      <p:cBhvr additive="base">
                                        <p:cTn id="14" dur="1000" fill="hold"/>
                                        <p:tgtEl>
                                          <p:spTgt spid="99331">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nodeType="clickEffect">
                                  <p:stCondLst>
                                    <p:cond delay="0"/>
                                  </p:stCondLst>
                                  <p:childTnLst>
                                    <p:set>
                                      <p:cBhvr>
                                        <p:cTn id="18" dur="1" fill="hold">
                                          <p:stCondLst>
                                            <p:cond delay="0"/>
                                          </p:stCondLst>
                                        </p:cTn>
                                        <p:tgtEl>
                                          <p:spTgt spid="99331">
                                            <p:txEl>
                                              <p:pRg st="2" end="2"/>
                                            </p:txEl>
                                          </p:spTgt>
                                        </p:tgtEl>
                                        <p:attrNameLst>
                                          <p:attrName>style.visibility</p:attrName>
                                        </p:attrNameLst>
                                      </p:cBhvr>
                                      <p:to>
                                        <p:strVal val="visible"/>
                                      </p:to>
                                    </p:set>
                                    <p:anim calcmode="lin" valueType="num">
                                      <p:cBhvr additive="base">
                                        <p:cTn id="19" dur="1000" fill="hold"/>
                                        <p:tgtEl>
                                          <p:spTgt spid="99331">
                                            <p:txEl>
                                              <p:pRg st="2" end="2"/>
                                            </p:txEl>
                                          </p:spTgt>
                                        </p:tgtEl>
                                        <p:attrNameLst>
                                          <p:attrName>ppt_x</p:attrName>
                                        </p:attrNameLst>
                                      </p:cBhvr>
                                      <p:tavLst>
                                        <p:tav tm="0">
                                          <p:val>
                                            <p:strVal val="0-#ppt_w/2"/>
                                          </p:val>
                                        </p:tav>
                                        <p:tav tm="100000">
                                          <p:val>
                                            <p:strVal val="#ppt_x"/>
                                          </p:val>
                                        </p:tav>
                                      </p:tavLst>
                                    </p:anim>
                                    <p:anim calcmode="lin" valueType="num">
                                      <p:cBhvr additive="base">
                                        <p:cTn id="20" dur="1000" fill="hold"/>
                                        <p:tgtEl>
                                          <p:spTgt spid="99331">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nodeType="clickEffect">
                                  <p:stCondLst>
                                    <p:cond delay="0"/>
                                  </p:stCondLst>
                                  <p:childTnLst>
                                    <p:set>
                                      <p:cBhvr>
                                        <p:cTn id="24" dur="1" fill="hold">
                                          <p:stCondLst>
                                            <p:cond delay="0"/>
                                          </p:stCondLst>
                                        </p:cTn>
                                        <p:tgtEl>
                                          <p:spTgt spid="99331">
                                            <p:txEl>
                                              <p:pRg st="3" end="3"/>
                                            </p:txEl>
                                          </p:spTgt>
                                        </p:tgtEl>
                                        <p:attrNameLst>
                                          <p:attrName>style.visibility</p:attrName>
                                        </p:attrNameLst>
                                      </p:cBhvr>
                                      <p:to>
                                        <p:strVal val="visible"/>
                                      </p:to>
                                    </p:set>
                                    <p:anim calcmode="lin" valueType="num">
                                      <p:cBhvr additive="base">
                                        <p:cTn id="25" dur="1000" fill="hold"/>
                                        <p:tgtEl>
                                          <p:spTgt spid="99331">
                                            <p:txEl>
                                              <p:pRg st="3" end="3"/>
                                            </p:txEl>
                                          </p:spTgt>
                                        </p:tgtEl>
                                        <p:attrNameLst>
                                          <p:attrName>ppt_x</p:attrName>
                                        </p:attrNameLst>
                                      </p:cBhvr>
                                      <p:tavLst>
                                        <p:tav tm="0">
                                          <p:val>
                                            <p:strVal val="0-#ppt_w/2"/>
                                          </p:val>
                                        </p:tav>
                                        <p:tav tm="100000">
                                          <p:val>
                                            <p:strVal val="#ppt_x"/>
                                          </p:val>
                                        </p:tav>
                                      </p:tavLst>
                                    </p:anim>
                                    <p:anim calcmode="lin" valueType="num">
                                      <p:cBhvr additive="base">
                                        <p:cTn id="26" dur="1000" fill="hold"/>
                                        <p:tgtEl>
                                          <p:spTgt spid="99331">
                                            <p:txEl>
                                              <p:pRg st="3" end="3"/>
                                            </p:txEl>
                                          </p:spTgt>
                                        </p:tgtEl>
                                        <p:attrNameLst>
                                          <p:attrName>ppt_y</p:attrName>
                                        </p:attrNameLst>
                                      </p:cBhvr>
                                      <p:tavLst>
                                        <p:tav tm="0">
                                          <p:val>
                                            <p:strVal val="#ppt_y"/>
                                          </p:val>
                                        </p:tav>
                                        <p:tav tm="100000">
                                          <p:val>
                                            <p:strVal val="#ppt_y"/>
                                          </p:val>
                                        </p:tav>
                                      </p:tavLst>
                                    </p:anim>
                                  </p:childTnLst>
                                </p:cTn>
                              </p:par>
                              <p:par>
                                <p:cTn id="27" presetID="2" presetClass="entr" presetSubtype="8" fill="hold" nodeType="withEffect">
                                  <p:stCondLst>
                                    <p:cond delay="0"/>
                                  </p:stCondLst>
                                  <p:childTnLst>
                                    <p:set>
                                      <p:cBhvr>
                                        <p:cTn id="28" dur="1" fill="hold">
                                          <p:stCondLst>
                                            <p:cond delay="0"/>
                                          </p:stCondLst>
                                        </p:cTn>
                                        <p:tgtEl>
                                          <p:spTgt spid="99331">
                                            <p:txEl>
                                              <p:pRg st="4" end="4"/>
                                            </p:txEl>
                                          </p:spTgt>
                                        </p:tgtEl>
                                        <p:attrNameLst>
                                          <p:attrName>style.visibility</p:attrName>
                                        </p:attrNameLst>
                                      </p:cBhvr>
                                      <p:to>
                                        <p:strVal val="visible"/>
                                      </p:to>
                                    </p:set>
                                    <p:anim calcmode="lin" valueType="num">
                                      <p:cBhvr additive="base">
                                        <p:cTn id="29" dur="1000" fill="hold"/>
                                        <p:tgtEl>
                                          <p:spTgt spid="99331">
                                            <p:txEl>
                                              <p:pRg st="4" end="4"/>
                                            </p:txEl>
                                          </p:spTgt>
                                        </p:tgtEl>
                                        <p:attrNameLst>
                                          <p:attrName>ppt_x</p:attrName>
                                        </p:attrNameLst>
                                      </p:cBhvr>
                                      <p:tavLst>
                                        <p:tav tm="0">
                                          <p:val>
                                            <p:strVal val="0-#ppt_w/2"/>
                                          </p:val>
                                        </p:tav>
                                        <p:tav tm="100000">
                                          <p:val>
                                            <p:strVal val="#ppt_x"/>
                                          </p:val>
                                        </p:tav>
                                      </p:tavLst>
                                    </p:anim>
                                    <p:anim calcmode="lin" valueType="num">
                                      <p:cBhvr additive="base">
                                        <p:cTn id="30" dur="1000" fill="hold"/>
                                        <p:tgtEl>
                                          <p:spTgt spid="99331">
                                            <p:txEl>
                                              <p:pRg st="4" end="4"/>
                                            </p:txEl>
                                          </p:spTgt>
                                        </p:tgtEl>
                                        <p:attrNameLst>
                                          <p:attrName>ppt_y</p:attrName>
                                        </p:attrNameLst>
                                      </p:cBhvr>
                                      <p:tavLst>
                                        <p:tav tm="0">
                                          <p:val>
                                            <p:strVal val="#ppt_y"/>
                                          </p:val>
                                        </p:tav>
                                        <p:tav tm="100000">
                                          <p:val>
                                            <p:strVal val="#ppt_y"/>
                                          </p:val>
                                        </p:tav>
                                      </p:tavLst>
                                    </p:anim>
                                  </p:childTnLst>
                                </p:cTn>
                              </p:par>
                              <p:par>
                                <p:cTn id="31" presetID="2" presetClass="entr" presetSubtype="8" fill="hold" nodeType="withEffect">
                                  <p:stCondLst>
                                    <p:cond delay="0"/>
                                  </p:stCondLst>
                                  <p:childTnLst>
                                    <p:set>
                                      <p:cBhvr>
                                        <p:cTn id="32" dur="1" fill="hold">
                                          <p:stCondLst>
                                            <p:cond delay="0"/>
                                          </p:stCondLst>
                                        </p:cTn>
                                        <p:tgtEl>
                                          <p:spTgt spid="99331">
                                            <p:txEl>
                                              <p:pRg st="5" end="5"/>
                                            </p:txEl>
                                          </p:spTgt>
                                        </p:tgtEl>
                                        <p:attrNameLst>
                                          <p:attrName>style.visibility</p:attrName>
                                        </p:attrNameLst>
                                      </p:cBhvr>
                                      <p:to>
                                        <p:strVal val="visible"/>
                                      </p:to>
                                    </p:set>
                                    <p:anim calcmode="lin" valueType="num">
                                      <p:cBhvr additive="base">
                                        <p:cTn id="33" dur="1000" fill="hold"/>
                                        <p:tgtEl>
                                          <p:spTgt spid="99331">
                                            <p:txEl>
                                              <p:pRg st="5" end="5"/>
                                            </p:txEl>
                                          </p:spTgt>
                                        </p:tgtEl>
                                        <p:attrNameLst>
                                          <p:attrName>ppt_x</p:attrName>
                                        </p:attrNameLst>
                                      </p:cBhvr>
                                      <p:tavLst>
                                        <p:tav tm="0">
                                          <p:val>
                                            <p:strVal val="0-#ppt_w/2"/>
                                          </p:val>
                                        </p:tav>
                                        <p:tav tm="100000">
                                          <p:val>
                                            <p:strVal val="#ppt_x"/>
                                          </p:val>
                                        </p:tav>
                                      </p:tavLst>
                                    </p:anim>
                                    <p:anim calcmode="lin" valueType="num">
                                      <p:cBhvr additive="base">
                                        <p:cTn id="34" dur="1000" fill="hold"/>
                                        <p:tgtEl>
                                          <p:spTgt spid="99331">
                                            <p:txEl>
                                              <p:pRg st="5" end="5"/>
                                            </p:txEl>
                                          </p:spTgt>
                                        </p:tgtEl>
                                        <p:attrNameLst>
                                          <p:attrName>ppt_y</p:attrName>
                                        </p:attrNameLst>
                                      </p:cBhvr>
                                      <p:tavLst>
                                        <p:tav tm="0">
                                          <p:val>
                                            <p:strVal val="#ppt_y"/>
                                          </p:val>
                                        </p:tav>
                                        <p:tav tm="100000">
                                          <p:val>
                                            <p:strVal val="#ppt_y"/>
                                          </p:val>
                                        </p:tav>
                                      </p:tavLst>
                                    </p:anim>
                                  </p:childTnLst>
                                </p:cTn>
                              </p:par>
                              <p:par>
                                <p:cTn id="35" presetID="2" presetClass="entr" presetSubtype="8" fill="hold" nodeType="withEffect">
                                  <p:stCondLst>
                                    <p:cond delay="0"/>
                                  </p:stCondLst>
                                  <p:childTnLst>
                                    <p:set>
                                      <p:cBhvr>
                                        <p:cTn id="36" dur="1" fill="hold">
                                          <p:stCondLst>
                                            <p:cond delay="0"/>
                                          </p:stCondLst>
                                        </p:cTn>
                                        <p:tgtEl>
                                          <p:spTgt spid="99331">
                                            <p:txEl>
                                              <p:pRg st="6" end="6"/>
                                            </p:txEl>
                                          </p:spTgt>
                                        </p:tgtEl>
                                        <p:attrNameLst>
                                          <p:attrName>style.visibility</p:attrName>
                                        </p:attrNameLst>
                                      </p:cBhvr>
                                      <p:to>
                                        <p:strVal val="visible"/>
                                      </p:to>
                                    </p:set>
                                    <p:anim calcmode="lin" valueType="num">
                                      <p:cBhvr additive="base">
                                        <p:cTn id="37" dur="1000" fill="hold"/>
                                        <p:tgtEl>
                                          <p:spTgt spid="99331">
                                            <p:txEl>
                                              <p:pRg st="6" end="6"/>
                                            </p:txEl>
                                          </p:spTgt>
                                        </p:tgtEl>
                                        <p:attrNameLst>
                                          <p:attrName>ppt_x</p:attrName>
                                        </p:attrNameLst>
                                      </p:cBhvr>
                                      <p:tavLst>
                                        <p:tav tm="0">
                                          <p:val>
                                            <p:strVal val="0-#ppt_w/2"/>
                                          </p:val>
                                        </p:tav>
                                        <p:tav tm="100000">
                                          <p:val>
                                            <p:strVal val="#ppt_x"/>
                                          </p:val>
                                        </p:tav>
                                      </p:tavLst>
                                    </p:anim>
                                    <p:anim calcmode="lin" valueType="num">
                                      <p:cBhvr additive="base">
                                        <p:cTn id="38" dur="1000" fill="hold"/>
                                        <p:tgtEl>
                                          <p:spTgt spid="99331">
                                            <p:txEl>
                                              <p:pRg st="6" end="6"/>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09600" y="850032"/>
            <a:ext cx="10975975" cy="1066800"/>
          </a:xfrm>
        </p:spPr>
        <p:txBody>
          <a:bodyPr/>
          <a:lstStyle/>
          <a:p>
            <a:r>
              <a:rPr lang="zh-CN" altLang="en-US">
                <a:solidFill>
                  <a:schemeClr val="accent5"/>
                </a:solidFill>
                <a:latin typeface="微软雅黑" pitchFamily="34" charset="-122"/>
                <a:ea typeface="微软雅黑" pitchFamily="34" charset="-122"/>
              </a:rPr>
              <a:t>混合运算时数据类型的转换</a:t>
            </a:r>
            <a:r>
              <a:rPr lang="en-US" altLang="zh-CN">
                <a:solidFill>
                  <a:schemeClr val="accent5"/>
                </a:solidFill>
                <a:latin typeface="微软雅黑" pitchFamily="34" charset="-122"/>
                <a:ea typeface="微软雅黑" pitchFamily="34" charset="-122"/>
              </a:rPr>
              <a:t>——</a:t>
            </a:r>
            <a:r>
              <a:rPr lang="zh-CN" altLang="en-US">
                <a:solidFill>
                  <a:schemeClr val="accent5"/>
                </a:solidFill>
                <a:latin typeface="微软雅黑" pitchFamily="34" charset="-122"/>
                <a:ea typeface="微软雅黑" pitchFamily="34" charset="-122"/>
              </a:rPr>
              <a:t>隐含转换</a:t>
            </a:r>
            <a:endParaRPr lang="zh-CN" altLang="en-US"/>
          </a:p>
        </p:txBody>
      </p:sp>
      <p:graphicFrame>
        <p:nvGraphicFramePr>
          <p:cNvPr id="4" name="内容占位符 3"/>
          <p:cNvGraphicFramePr>
            <a:graphicFrameLocks noGrp="1"/>
          </p:cNvGraphicFramePr>
          <p:nvPr>
            <p:ph idx="1"/>
            <p:extLst>
              <p:ext uri="{D42A27DB-BD31-4B8C-83A1-F6EECF244321}">
                <p14:modId xmlns:p14="http://schemas.microsoft.com/office/powerpoint/2010/main" val="3965774391"/>
              </p:ext>
            </p:extLst>
          </p:nvPr>
        </p:nvGraphicFramePr>
        <p:xfrm>
          <a:off x="1129034" y="1843758"/>
          <a:ext cx="10297144" cy="4609579"/>
        </p:xfrm>
        <a:graphic>
          <a:graphicData uri="http://schemas.openxmlformats.org/drawingml/2006/table">
            <a:tbl>
              <a:tblPr>
                <a:tableStyleId>{5C22544A-7EE6-4342-B048-85BDC9FD1C3A}</a:tableStyleId>
              </a:tblPr>
              <a:tblGrid>
                <a:gridCol w="2664297">
                  <a:extLst>
                    <a:ext uri="{9D8B030D-6E8A-4147-A177-3AD203B41FA5}">
                      <a16:colId xmlns:a16="http://schemas.microsoft.com/office/drawing/2014/main" val="20000"/>
                    </a:ext>
                  </a:extLst>
                </a:gridCol>
                <a:gridCol w="3744416">
                  <a:extLst>
                    <a:ext uri="{9D8B030D-6E8A-4147-A177-3AD203B41FA5}">
                      <a16:colId xmlns:a16="http://schemas.microsoft.com/office/drawing/2014/main" val="20001"/>
                    </a:ext>
                  </a:extLst>
                </a:gridCol>
                <a:gridCol w="3888431">
                  <a:extLst>
                    <a:ext uri="{9D8B030D-6E8A-4147-A177-3AD203B41FA5}">
                      <a16:colId xmlns:a16="http://schemas.microsoft.com/office/drawing/2014/main" val="20002"/>
                    </a:ext>
                  </a:extLst>
                </a:gridCol>
              </a:tblGrid>
              <a:tr h="229085">
                <a:tc gridSpan="2">
                  <a:txBody>
                    <a:bodyPr/>
                    <a:lstStyle/>
                    <a:p>
                      <a:pPr indent="266700" algn="l">
                        <a:lnSpc>
                          <a:spcPts val="1560"/>
                        </a:lnSpc>
                        <a:spcAft>
                          <a:spcPts val="0"/>
                        </a:spcAft>
                      </a:pPr>
                      <a:r>
                        <a:rPr lang="zh-CN" sz="1400">
                          <a:effectLst/>
                        </a:rPr>
                        <a:t>条件 </a:t>
                      </a:r>
                      <a:endParaRPr lang="zh-CN" sz="1800">
                        <a:effectLst/>
                        <a:latin typeface="Times New Roman" panose="02020603050405020304" pitchFamily="18" charset="0"/>
                        <a:ea typeface="宋体" panose="02010600030101010101" pitchFamily="2" charset="-122"/>
                      </a:endParaRPr>
                    </a:p>
                  </a:txBody>
                  <a:tcPr marL="88245" marR="88245" marT="0" marB="0" anchor="ctr"/>
                </a:tc>
                <a:tc hMerge="1">
                  <a:txBody>
                    <a:bodyPr/>
                    <a:lstStyle/>
                    <a:p>
                      <a:endParaRPr lang="zh-CN" altLang="en-US"/>
                    </a:p>
                  </a:txBody>
                  <a:tcPr/>
                </a:tc>
                <a:tc>
                  <a:txBody>
                    <a:bodyPr/>
                    <a:lstStyle/>
                    <a:p>
                      <a:pPr indent="266700" algn="l">
                        <a:lnSpc>
                          <a:spcPts val="1560"/>
                        </a:lnSpc>
                        <a:spcAft>
                          <a:spcPts val="0"/>
                        </a:spcAft>
                      </a:pPr>
                      <a:r>
                        <a:rPr lang="zh-CN" sz="1400">
                          <a:effectLst/>
                        </a:rPr>
                        <a:t>转换</a:t>
                      </a:r>
                      <a:endParaRPr lang="zh-CN" sz="1800">
                        <a:effectLst/>
                        <a:latin typeface="Times New Roman" panose="02020603050405020304" pitchFamily="18" charset="0"/>
                        <a:ea typeface="宋体" panose="02010600030101010101" pitchFamily="2" charset="-122"/>
                      </a:endParaRPr>
                    </a:p>
                  </a:txBody>
                  <a:tcPr marL="88245" marR="88245" marT="0" marB="0" anchor="ctr"/>
                </a:tc>
                <a:extLst>
                  <a:ext uri="{0D108BD9-81ED-4DB2-BD59-A6C34878D82A}">
                    <a16:rowId xmlns:a16="http://schemas.microsoft.com/office/drawing/2014/main" val="10000"/>
                  </a:ext>
                </a:extLst>
              </a:tr>
              <a:tr h="490253">
                <a:tc gridSpan="2">
                  <a:txBody>
                    <a:bodyPr/>
                    <a:lstStyle/>
                    <a:p>
                      <a:pPr indent="266700" algn="l">
                        <a:lnSpc>
                          <a:spcPts val="1560"/>
                        </a:lnSpc>
                        <a:spcAft>
                          <a:spcPts val="0"/>
                        </a:spcAft>
                      </a:pPr>
                      <a:r>
                        <a:rPr lang="zh-CN" sz="1400">
                          <a:effectLst/>
                        </a:rPr>
                        <a:t>有一个操作数是</a:t>
                      </a:r>
                      <a:r>
                        <a:rPr lang="en-US" sz="1400">
                          <a:effectLst/>
                        </a:rPr>
                        <a:t>long double</a:t>
                      </a:r>
                      <a:r>
                        <a:rPr lang="zh-CN" sz="1400">
                          <a:effectLst/>
                        </a:rPr>
                        <a:t>型。</a:t>
                      </a:r>
                      <a:endParaRPr lang="zh-CN" sz="1800">
                        <a:effectLst/>
                        <a:latin typeface="Times New Roman" panose="02020603050405020304" pitchFamily="18" charset="0"/>
                        <a:ea typeface="宋体" panose="02010600030101010101" pitchFamily="2" charset="-122"/>
                      </a:endParaRPr>
                    </a:p>
                  </a:txBody>
                  <a:tcPr marL="88245" marR="88245" marT="0" marB="0" anchor="ctr"/>
                </a:tc>
                <a:tc hMerge="1">
                  <a:txBody>
                    <a:bodyPr/>
                    <a:lstStyle/>
                    <a:p>
                      <a:endParaRPr lang="zh-CN" altLang="en-US"/>
                    </a:p>
                  </a:txBody>
                  <a:tcPr/>
                </a:tc>
                <a:tc>
                  <a:txBody>
                    <a:bodyPr/>
                    <a:lstStyle/>
                    <a:p>
                      <a:pPr indent="266700" algn="l">
                        <a:lnSpc>
                          <a:spcPts val="1560"/>
                        </a:lnSpc>
                        <a:spcAft>
                          <a:spcPts val="0"/>
                        </a:spcAft>
                      </a:pPr>
                      <a:r>
                        <a:rPr lang="zh-CN" sz="1400">
                          <a:effectLst/>
                        </a:rPr>
                        <a:t>将另一个操作数转换为</a:t>
                      </a:r>
                      <a:r>
                        <a:rPr lang="en-US" sz="1400">
                          <a:effectLst/>
                        </a:rPr>
                        <a:t>long double</a:t>
                      </a:r>
                      <a:r>
                        <a:rPr lang="zh-CN" sz="1400">
                          <a:effectLst/>
                        </a:rPr>
                        <a:t>型。</a:t>
                      </a:r>
                      <a:endParaRPr lang="zh-CN" sz="1800">
                        <a:effectLst/>
                        <a:latin typeface="Times New Roman" panose="02020603050405020304" pitchFamily="18" charset="0"/>
                        <a:ea typeface="宋体" panose="02010600030101010101" pitchFamily="2" charset="-122"/>
                      </a:endParaRPr>
                    </a:p>
                  </a:txBody>
                  <a:tcPr marL="88245" marR="88245" marT="0" marB="0" anchor="ctr"/>
                </a:tc>
                <a:extLst>
                  <a:ext uri="{0D108BD9-81ED-4DB2-BD59-A6C34878D82A}">
                    <a16:rowId xmlns:a16="http://schemas.microsoft.com/office/drawing/2014/main" val="10001"/>
                  </a:ext>
                </a:extLst>
              </a:tr>
              <a:tr h="229085">
                <a:tc gridSpan="2">
                  <a:txBody>
                    <a:bodyPr/>
                    <a:lstStyle/>
                    <a:p>
                      <a:pPr indent="266700" algn="l">
                        <a:lnSpc>
                          <a:spcPts val="1560"/>
                        </a:lnSpc>
                        <a:spcAft>
                          <a:spcPts val="0"/>
                        </a:spcAft>
                      </a:pPr>
                      <a:r>
                        <a:rPr lang="zh-CN" sz="1400">
                          <a:effectLst/>
                        </a:rPr>
                        <a:t>前述条件不满足，并且有一个操作数是</a:t>
                      </a:r>
                      <a:r>
                        <a:rPr lang="en-US" sz="1400">
                          <a:effectLst/>
                        </a:rPr>
                        <a:t>double</a:t>
                      </a:r>
                      <a:r>
                        <a:rPr lang="zh-CN" sz="1400">
                          <a:effectLst/>
                        </a:rPr>
                        <a:t>型。</a:t>
                      </a:r>
                      <a:endParaRPr lang="zh-CN" sz="1800">
                        <a:effectLst/>
                        <a:latin typeface="Times New Roman" panose="02020603050405020304" pitchFamily="18" charset="0"/>
                        <a:ea typeface="宋体" panose="02010600030101010101" pitchFamily="2" charset="-122"/>
                      </a:endParaRPr>
                    </a:p>
                  </a:txBody>
                  <a:tcPr marL="88245" marR="88245" marT="0" marB="0" anchor="ctr"/>
                </a:tc>
                <a:tc hMerge="1">
                  <a:txBody>
                    <a:bodyPr/>
                    <a:lstStyle/>
                    <a:p>
                      <a:endParaRPr lang="zh-CN" altLang="en-US"/>
                    </a:p>
                  </a:txBody>
                  <a:tcPr/>
                </a:tc>
                <a:tc>
                  <a:txBody>
                    <a:bodyPr/>
                    <a:lstStyle/>
                    <a:p>
                      <a:pPr indent="266700" algn="l">
                        <a:lnSpc>
                          <a:spcPts val="1560"/>
                        </a:lnSpc>
                        <a:spcAft>
                          <a:spcPts val="0"/>
                        </a:spcAft>
                      </a:pPr>
                      <a:r>
                        <a:rPr lang="zh-CN" sz="1400">
                          <a:effectLst/>
                        </a:rPr>
                        <a:t>将另一个操作数转换为</a:t>
                      </a:r>
                      <a:r>
                        <a:rPr lang="en-US" sz="1400">
                          <a:effectLst/>
                        </a:rPr>
                        <a:t>double</a:t>
                      </a:r>
                      <a:r>
                        <a:rPr lang="zh-CN" sz="1400">
                          <a:effectLst/>
                        </a:rPr>
                        <a:t>型。</a:t>
                      </a:r>
                      <a:endParaRPr lang="zh-CN" sz="1800">
                        <a:effectLst/>
                        <a:latin typeface="Times New Roman" panose="02020603050405020304" pitchFamily="18" charset="0"/>
                        <a:ea typeface="宋体" panose="02010600030101010101" pitchFamily="2" charset="-122"/>
                      </a:endParaRPr>
                    </a:p>
                  </a:txBody>
                  <a:tcPr marL="88245" marR="88245" marT="0" marB="0" anchor="ctr"/>
                </a:tc>
                <a:extLst>
                  <a:ext uri="{0D108BD9-81ED-4DB2-BD59-A6C34878D82A}">
                    <a16:rowId xmlns:a16="http://schemas.microsoft.com/office/drawing/2014/main" val="10002"/>
                  </a:ext>
                </a:extLst>
              </a:tr>
              <a:tr h="229085">
                <a:tc gridSpan="2">
                  <a:txBody>
                    <a:bodyPr/>
                    <a:lstStyle/>
                    <a:p>
                      <a:pPr indent="266700" algn="l">
                        <a:lnSpc>
                          <a:spcPts val="1560"/>
                        </a:lnSpc>
                        <a:spcAft>
                          <a:spcPts val="0"/>
                        </a:spcAft>
                      </a:pPr>
                      <a:r>
                        <a:rPr lang="zh-CN" sz="1400">
                          <a:effectLst/>
                        </a:rPr>
                        <a:t>前述条件不满足，并且有一个操作数是</a:t>
                      </a:r>
                      <a:r>
                        <a:rPr lang="en-US" sz="1400">
                          <a:effectLst/>
                        </a:rPr>
                        <a:t>float</a:t>
                      </a:r>
                      <a:r>
                        <a:rPr lang="zh-CN" sz="1400">
                          <a:effectLst/>
                        </a:rPr>
                        <a:t>型。</a:t>
                      </a:r>
                      <a:endParaRPr lang="zh-CN" sz="1800">
                        <a:effectLst/>
                        <a:latin typeface="Times New Roman" panose="02020603050405020304" pitchFamily="18" charset="0"/>
                        <a:ea typeface="宋体" panose="02010600030101010101" pitchFamily="2" charset="-122"/>
                      </a:endParaRPr>
                    </a:p>
                  </a:txBody>
                  <a:tcPr marL="88245" marR="88245" marT="0" marB="0" anchor="ctr"/>
                </a:tc>
                <a:tc hMerge="1">
                  <a:txBody>
                    <a:bodyPr/>
                    <a:lstStyle/>
                    <a:p>
                      <a:endParaRPr lang="zh-CN" altLang="en-US"/>
                    </a:p>
                  </a:txBody>
                  <a:tcPr/>
                </a:tc>
                <a:tc>
                  <a:txBody>
                    <a:bodyPr/>
                    <a:lstStyle/>
                    <a:p>
                      <a:pPr indent="266700" algn="l">
                        <a:lnSpc>
                          <a:spcPts val="1560"/>
                        </a:lnSpc>
                        <a:spcAft>
                          <a:spcPts val="0"/>
                        </a:spcAft>
                      </a:pPr>
                      <a:r>
                        <a:rPr lang="zh-CN" sz="1400">
                          <a:effectLst/>
                        </a:rPr>
                        <a:t>将另一个操作数转换为</a:t>
                      </a:r>
                      <a:r>
                        <a:rPr lang="en-US" sz="1400">
                          <a:effectLst/>
                        </a:rPr>
                        <a:t>float</a:t>
                      </a:r>
                      <a:r>
                        <a:rPr lang="zh-CN" sz="1400">
                          <a:effectLst/>
                        </a:rPr>
                        <a:t>型。</a:t>
                      </a:r>
                      <a:endParaRPr lang="zh-CN" sz="1800">
                        <a:effectLst/>
                        <a:latin typeface="Times New Roman" panose="02020603050405020304" pitchFamily="18" charset="0"/>
                        <a:ea typeface="宋体" panose="02010600030101010101" pitchFamily="2" charset="-122"/>
                      </a:endParaRPr>
                    </a:p>
                  </a:txBody>
                  <a:tcPr marL="88245" marR="88245" marT="0" marB="0" anchor="ctr"/>
                </a:tc>
                <a:extLst>
                  <a:ext uri="{0D108BD9-81ED-4DB2-BD59-A6C34878D82A}">
                    <a16:rowId xmlns:a16="http://schemas.microsoft.com/office/drawing/2014/main" val="10003"/>
                  </a:ext>
                </a:extLst>
              </a:tr>
              <a:tr h="490253">
                <a:tc rowSpan="7">
                  <a:txBody>
                    <a:bodyPr/>
                    <a:lstStyle/>
                    <a:p>
                      <a:pPr indent="266700" algn="l">
                        <a:lnSpc>
                          <a:spcPts val="1560"/>
                        </a:lnSpc>
                        <a:spcAft>
                          <a:spcPts val="0"/>
                        </a:spcAft>
                      </a:pPr>
                      <a:r>
                        <a:rPr lang="zh-CN" sz="1400">
                          <a:effectLst/>
                        </a:rPr>
                        <a:t>前述条件不满足（两个操作数都不是浮点数）。</a:t>
                      </a:r>
                      <a:endParaRPr lang="zh-CN" sz="1800">
                        <a:effectLst/>
                        <a:latin typeface="Times New Roman" panose="02020603050405020304" pitchFamily="18" charset="0"/>
                        <a:ea typeface="宋体" panose="02010600030101010101" pitchFamily="2" charset="-122"/>
                      </a:endParaRPr>
                    </a:p>
                  </a:txBody>
                  <a:tcPr marL="88245" marR="88245" marT="0" marB="0"/>
                </a:tc>
                <a:tc>
                  <a:txBody>
                    <a:bodyPr/>
                    <a:lstStyle/>
                    <a:p>
                      <a:pPr indent="266700" algn="l">
                        <a:lnSpc>
                          <a:spcPts val="1560"/>
                        </a:lnSpc>
                        <a:spcAft>
                          <a:spcPts val="0"/>
                        </a:spcAft>
                      </a:pPr>
                      <a:r>
                        <a:rPr lang="zh-CN" sz="1400">
                          <a:effectLst/>
                        </a:rPr>
                        <a:t>有一个操作数是</a:t>
                      </a:r>
                      <a:r>
                        <a:rPr lang="en-US" sz="1400">
                          <a:effectLst/>
                        </a:rPr>
                        <a:t>unsigned long long</a:t>
                      </a:r>
                      <a:r>
                        <a:rPr lang="zh-CN" sz="1400">
                          <a:effectLst/>
                        </a:rPr>
                        <a:t>型。</a:t>
                      </a:r>
                      <a:endParaRPr lang="zh-CN" sz="1800">
                        <a:effectLst/>
                        <a:latin typeface="Times New Roman" panose="02020603050405020304" pitchFamily="18" charset="0"/>
                        <a:ea typeface="宋体" panose="02010600030101010101" pitchFamily="2" charset="-122"/>
                      </a:endParaRPr>
                    </a:p>
                  </a:txBody>
                  <a:tcPr marL="88245" marR="88245" marT="0" marB="0" anchor="ctr"/>
                </a:tc>
                <a:tc>
                  <a:txBody>
                    <a:bodyPr/>
                    <a:lstStyle/>
                    <a:p>
                      <a:pPr indent="266700" algn="l">
                        <a:lnSpc>
                          <a:spcPts val="1560"/>
                        </a:lnSpc>
                        <a:spcAft>
                          <a:spcPts val="0"/>
                        </a:spcAft>
                      </a:pPr>
                      <a:r>
                        <a:rPr lang="zh-CN" sz="1400">
                          <a:effectLst/>
                        </a:rPr>
                        <a:t>将另一个操作数转换为</a:t>
                      </a:r>
                      <a:r>
                        <a:rPr lang="en-US" sz="1400">
                          <a:effectLst/>
                        </a:rPr>
                        <a:t>unsigned long long</a:t>
                      </a:r>
                      <a:r>
                        <a:rPr lang="zh-CN" sz="1400">
                          <a:effectLst/>
                        </a:rPr>
                        <a:t>型。</a:t>
                      </a:r>
                      <a:endParaRPr lang="zh-CN" sz="1800">
                        <a:effectLst/>
                        <a:latin typeface="Times New Roman" panose="02020603050405020304" pitchFamily="18" charset="0"/>
                        <a:ea typeface="宋体" panose="02010600030101010101" pitchFamily="2" charset="-122"/>
                      </a:endParaRPr>
                    </a:p>
                  </a:txBody>
                  <a:tcPr marL="88245" marR="88245" marT="0" marB="0" anchor="ctr"/>
                </a:tc>
                <a:extLst>
                  <a:ext uri="{0D108BD9-81ED-4DB2-BD59-A6C34878D82A}">
                    <a16:rowId xmlns:a16="http://schemas.microsoft.com/office/drawing/2014/main" val="10004"/>
                  </a:ext>
                </a:extLst>
              </a:tr>
              <a:tr h="490253">
                <a:tc vMerge="1">
                  <a:txBody>
                    <a:bodyPr/>
                    <a:lstStyle/>
                    <a:p>
                      <a:endParaRPr lang="zh-CN" altLang="en-US"/>
                    </a:p>
                  </a:txBody>
                  <a:tcPr/>
                </a:tc>
                <a:tc>
                  <a:txBody>
                    <a:bodyPr/>
                    <a:lstStyle/>
                    <a:p>
                      <a:pPr indent="266700" algn="l">
                        <a:lnSpc>
                          <a:spcPts val="1560"/>
                        </a:lnSpc>
                        <a:spcAft>
                          <a:spcPts val="0"/>
                        </a:spcAft>
                      </a:pPr>
                      <a:r>
                        <a:rPr lang="zh-CN" sz="1400">
                          <a:effectLst/>
                        </a:rPr>
                        <a:t>有一个操作数是</a:t>
                      </a:r>
                      <a:r>
                        <a:rPr lang="en-US" sz="1400">
                          <a:effectLst/>
                        </a:rPr>
                        <a:t>long long</a:t>
                      </a:r>
                      <a:r>
                        <a:rPr lang="zh-CN" sz="1400">
                          <a:effectLst/>
                        </a:rPr>
                        <a:t>型，另一个操作数是</a:t>
                      </a:r>
                      <a:r>
                        <a:rPr lang="en-US" sz="1400">
                          <a:effectLst/>
                        </a:rPr>
                        <a:t>unsigned long</a:t>
                      </a:r>
                      <a:r>
                        <a:rPr lang="zh-CN" sz="1400">
                          <a:effectLst/>
                        </a:rPr>
                        <a:t>型</a:t>
                      </a:r>
                      <a:endParaRPr lang="zh-CN" sz="1800">
                        <a:effectLst/>
                        <a:latin typeface="Times New Roman" panose="02020603050405020304" pitchFamily="18" charset="0"/>
                        <a:ea typeface="宋体" panose="02010600030101010101" pitchFamily="2" charset="-122"/>
                      </a:endParaRPr>
                    </a:p>
                  </a:txBody>
                  <a:tcPr marL="88245" marR="88245" marT="0" marB="0" anchor="ctr"/>
                </a:tc>
                <a:tc>
                  <a:txBody>
                    <a:bodyPr/>
                    <a:lstStyle/>
                    <a:p>
                      <a:pPr indent="266700" algn="l">
                        <a:lnSpc>
                          <a:spcPts val="1560"/>
                        </a:lnSpc>
                        <a:spcAft>
                          <a:spcPts val="0"/>
                        </a:spcAft>
                      </a:pPr>
                      <a:r>
                        <a:rPr lang="zh-CN" sz="1400">
                          <a:effectLst/>
                        </a:rPr>
                        <a:t>两个操作数都转换为</a:t>
                      </a:r>
                      <a:r>
                        <a:rPr lang="en-US" sz="1400">
                          <a:effectLst/>
                        </a:rPr>
                        <a:t>unsigned long long</a:t>
                      </a:r>
                      <a:r>
                        <a:rPr lang="zh-CN" sz="1400">
                          <a:effectLst/>
                        </a:rPr>
                        <a:t>型。</a:t>
                      </a:r>
                      <a:endParaRPr lang="zh-CN" sz="1800">
                        <a:effectLst/>
                        <a:latin typeface="Times New Roman" panose="02020603050405020304" pitchFamily="18" charset="0"/>
                        <a:ea typeface="宋体" panose="02010600030101010101" pitchFamily="2" charset="-122"/>
                      </a:endParaRPr>
                    </a:p>
                  </a:txBody>
                  <a:tcPr marL="88245" marR="88245" marT="0" marB="0" anchor="ctr"/>
                </a:tc>
                <a:extLst>
                  <a:ext uri="{0D108BD9-81ED-4DB2-BD59-A6C34878D82A}">
                    <a16:rowId xmlns:a16="http://schemas.microsoft.com/office/drawing/2014/main" val="10005"/>
                  </a:ext>
                </a:extLst>
              </a:tr>
              <a:tr h="490253">
                <a:tc vMerge="1">
                  <a:txBody>
                    <a:bodyPr/>
                    <a:lstStyle/>
                    <a:p>
                      <a:endParaRPr lang="zh-CN" altLang="en-US"/>
                    </a:p>
                  </a:txBody>
                  <a:tcPr/>
                </a:tc>
                <a:tc>
                  <a:txBody>
                    <a:bodyPr/>
                    <a:lstStyle/>
                    <a:p>
                      <a:pPr indent="266700" algn="l">
                        <a:lnSpc>
                          <a:spcPts val="1560"/>
                        </a:lnSpc>
                        <a:spcAft>
                          <a:spcPts val="0"/>
                        </a:spcAft>
                      </a:pPr>
                      <a:r>
                        <a:rPr lang="zh-CN" sz="1400">
                          <a:effectLst/>
                        </a:rPr>
                        <a:t>前述条件不满足，并且有一个操作数是</a:t>
                      </a:r>
                      <a:r>
                        <a:rPr lang="en-US" sz="1400">
                          <a:effectLst/>
                        </a:rPr>
                        <a:t>unsigned long</a:t>
                      </a:r>
                      <a:r>
                        <a:rPr lang="zh-CN" sz="1400">
                          <a:effectLst/>
                        </a:rPr>
                        <a:t>型。</a:t>
                      </a:r>
                      <a:endParaRPr lang="zh-CN" sz="1800">
                        <a:effectLst/>
                        <a:latin typeface="Times New Roman" panose="02020603050405020304" pitchFamily="18" charset="0"/>
                        <a:ea typeface="宋体" panose="02010600030101010101" pitchFamily="2" charset="-122"/>
                      </a:endParaRPr>
                    </a:p>
                  </a:txBody>
                  <a:tcPr marL="88245" marR="88245" marT="0" marB="0" anchor="ctr"/>
                </a:tc>
                <a:tc>
                  <a:txBody>
                    <a:bodyPr/>
                    <a:lstStyle/>
                    <a:p>
                      <a:pPr indent="266700" algn="l">
                        <a:lnSpc>
                          <a:spcPts val="1560"/>
                        </a:lnSpc>
                        <a:spcAft>
                          <a:spcPts val="0"/>
                        </a:spcAft>
                      </a:pPr>
                      <a:r>
                        <a:rPr lang="zh-CN" sz="1400">
                          <a:effectLst/>
                        </a:rPr>
                        <a:t>将另一个操作数转换为</a:t>
                      </a:r>
                      <a:r>
                        <a:rPr lang="en-US" sz="1400">
                          <a:effectLst/>
                        </a:rPr>
                        <a:t>unsigned long</a:t>
                      </a:r>
                      <a:r>
                        <a:rPr lang="zh-CN" sz="1400">
                          <a:effectLst/>
                        </a:rPr>
                        <a:t>型。</a:t>
                      </a:r>
                      <a:endParaRPr lang="zh-CN" sz="1800">
                        <a:effectLst/>
                        <a:latin typeface="Times New Roman" panose="02020603050405020304" pitchFamily="18" charset="0"/>
                        <a:ea typeface="宋体" panose="02010600030101010101" pitchFamily="2" charset="-122"/>
                      </a:endParaRPr>
                    </a:p>
                  </a:txBody>
                  <a:tcPr marL="88245" marR="88245" marT="0" marB="0" anchor="ctr"/>
                </a:tc>
                <a:extLst>
                  <a:ext uri="{0D108BD9-81ED-4DB2-BD59-A6C34878D82A}">
                    <a16:rowId xmlns:a16="http://schemas.microsoft.com/office/drawing/2014/main" val="10006"/>
                  </a:ext>
                </a:extLst>
              </a:tr>
              <a:tr h="751721">
                <a:tc vMerge="1">
                  <a:txBody>
                    <a:bodyPr/>
                    <a:lstStyle/>
                    <a:p>
                      <a:endParaRPr lang="zh-CN" altLang="en-US"/>
                    </a:p>
                  </a:txBody>
                  <a:tcPr/>
                </a:tc>
                <a:tc>
                  <a:txBody>
                    <a:bodyPr/>
                    <a:lstStyle/>
                    <a:p>
                      <a:pPr indent="266700" algn="l">
                        <a:lnSpc>
                          <a:spcPts val="1560"/>
                        </a:lnSpc>
                        <a:spcAft>
                          <a:spcPts val="0"/>
                        </a:spcAft>
                      </a:pPr>
                      <a:r>
                        <a:rPr lang="zh-CN" sz="1400">
                          <a:effectLst/>
                        </a:rPr>
                        <a:t>前述条件不满足，并且有一个操作数是</a:t>
                      </a:r>
                      <a:r>
                        <a:rPr lang="en-US" sz="1400">
                          <a:effectLst/>
                        </a:rPr>
                        <a:t>long</a:t>
                      </a:r>
                      <a:r>
                        <a:rPr lang="zh-CN" sz="1400">
                          <a:effectLst/>
                        </a:rPr>
                        <a:t>型，另一个操作数是</a:t>
                      </a:r>
                      <a:r>
                        <a:rPr lang="en-US" sz="1400">
                          <a:effectLst/>
                        </a:rPr>
                        <a:t>unsigned int</a:t>
                      </a:r>
                      <a:r>
                        <a:rPr lang="zh-CN" sz="1400">
                          <a:effectLst/>
                        </a:rPr>
                        <a:t>型。</a:t>
                      </a:r>
                      <a:endParaRPr lang="zh-CN" sz="1800">
                        <a:effectLst/>
                        <a:latin typeface="Times New Roman" panose="02020603050405020304" pitchFamily="18" charset="0"/>
                        <a:ea typeface="宋体" panose="02010600030101010101" pitchFamily="2" charset="-122"/>
                      </a:endParaRPr>
                    </a:p>
                  </a:txBody>
                  <a:tcPr marL="88245" marR="88245" marT="0" marB="0" anchor="ctr"/>
                </a:tc>
                <a:tc>
                  <a:txBody>
                    <a:bodyPr/>
                    <a:lstStyle/>
                    <a:p>
                      <a:pPr indent="266700" algn="l">
                        <a:lnSpc>
                          <a:spcPts val="1560"/>
                        </a:lnSpc>
                        <a:spcAft>
                          <a:spcPts val="0"/>
                        </a:spcAft>
                      </a:pPr>
                      <a:r>
                        <a:rPr lang="zh-CN" sz="1400">
                          <a:effectLst/>
                        </a:rPr>
                        <a:t>将两个操作数都转换为</a:t>
                      </a:r>
                      <a:r>
                        <a:rPr lang="en-US" sz="1400">
                          <a:effectLst/>
                        </a:rPr>
                        <a:t>unsigned long</a:t>
                      </a:r>
                      <a:r>
                        <a:rPr lang="zh-CN" sz="1400">
                          <a:effectLst/>
                        </a:rPr>
                        <a:t>型。</a:t>
                      </a:r>
                      <a:endParaRPr lang="zh-CN" sz="1800">
                        <a:effectLst/>
                        <a:latin typeface="Times New Roman" panose="02020603050405020304" pitchFamily="18" charset="0"/>
                        <a:ea typeface="宋体" panose="02010600030101010101" pitchFamily="2" charset="-122"/>
                      </a:endParaRPr>
                    </a:p>
                  </a:txBody>
                  <a:tcPr marL="88245" marR="88245" marT="0" marB="0" anchor="ctr"/>
                </a:tc>
                <a:extLst>
                  <a:ext uri="{0D108BD9-81ED-4DB2-BD59-A6C34878D82A}">
                    <a16:rowId xmlns:a16="http://schemas.microsoft.com/office/drawing/2014/main" val="10007"/>
                  </a:ext>
                </a:extLst>
              </a:tr>
              <a:tr h="490253">
                <a:tc vMerge="1">
                  <a:txBody>
                    <a:bodyPr/>
                    <a:lstStyle/>
                    <a:p>
                      <a:endParaRPr lang="zh-CN" altLang="en-US"/>
                    </a:p>
                  </a:txBody>
                  <a:tcPr/>
                </a:tc>
                <a:tc>
                  <a:txBody>
                    <a:bodyPr/>
                    <a:lstStyle/>
                    <a:p>
                      <a:pPr indent="266700" algn="l">
                        <a:lnSpc>
                          <a:spcPts val="1560"/>
                        </a:lnSpc>
                        <a:spcAft>
                          <a:spcPts val="0"/>
                        </a:spcAft>
                      </a:pPr>
                      <a:r>
                        <a:rPr lang="zh-CN" sz="1400">
                          <a:effectLst/>
                        </a:rPr>
                        <a:t>前述条件不满足，并且有一个操作数是</a:t>
                      </a:r>
                      <a:r>
                        <a:rPr lang="en-US" sz="1400">
                          <a:effectLst/>
                        </a:rPr>
                        <a:t>long</a:t>
                      </a:r>
                      <a:r>
                        <a:rPr lang="zh-CN" sz="1400">
                          <a:effectLst/>
                        </a:rPr>
                        <a:t>型。</a:t>
                      </a:r>
                      <a:endParaRPr lang="zh-CN" sz="1800">
                        <a:effectLst/>
                        <a:latin typeface="Times New Roman" panose="02020603050405020304" pitchFamily="18" charset="0"/>
                        <a:ea typeface="宋体" panose="02010600030101010101" pitchFamily="2" charset="-122"/>
                      </a:endParaRPr>
                    </a:p>
                  </a:txBody>
                  <a:tcPr marL="88245" marR="88245" marT="0" marB="0" anchor="ctr"/>
                </a:tc>
                <a:tc>
                  <a:txBody>
                    <a:bodyPr/>
                    <a:lstStyle/>
                    <a:p>
                      <a:pPr indent="266700" algn="l">
                        <a:lnSpc>
                          <a:spcPts val="1560"/>
                        </a:lnSpc>
                        <a:spcAft>
                          <a:spcPts val="0"/>
                        </a:spcAft>
                      </a:pPr>
                      <a:r>
                        <a:rPr lang="zh-CN" sz="1400">
                          <a:effectLst/>
                        </a:rPr>
                        <a:t>将另一个操作数转换为</a:t>
                      </a:r>
                      <a:r>
                        <a:rPr lang="en-US" sz="1400">
                          <a:effectLst/>
                        </a:rPr>
                        <a:t>long</a:t>
                      </a:r>
                      <a:r>
                        <a:rPr lang="zh-CN" sz="1400">
                          <a:effectLst/>
                        </a:rPr>
                        <a:t>型。</a:t>
                      </a:r>
                      <a:endParaRPr lang="zh-CN" sz="1800">
                        <a:effectLst/>
                        <a:latin typeface="Times New Roman" panose="02020603050405020304" pitchFamily="18" charset="0"/>
                        <a:ea typeface="宋体" panose="02010600030101010101" pitchFamily="2" charset="-122"/>
                      </a:endParaRPr>
                    </a:p>
                  </a:txBody>
                  <a:tcPr marL="88245" marR="88245" marT="0" marB="0" anchor="ctr"/>
                </a:tc>
                <a:extLst>
                  <a:ext uri="{0D108BD9-81ED-4DB2-BD59-A6C34878D82A}">
                    <a16:rowId xmlns:a16="http://schemas.microsoft.com/office/drawing/2014/main" val="10008"/>
                  </a:ext>
                </a:extLst>
              </a:tr>
              <a:tr h="490253">
                <a:tc vMerge="1">
                  <a:txBody>
                    <a:bodyPr/>
                    <a:lstStyle/>
                    <a:p>
                      <a:endParaRPr lang="zh-CN" altLang="en-US"/>
                    </a:p>
                  </a:txBody>
                  <a:tcPr/>
                </a:tc>
                <a:tc>
                  <a:txBody>
                    <a:bodyPr/>
                    <a:lstStyle/>
                    <a:p>
                      <a:pPr indent="266700" algn="l">
                        <a:lnSpc>
                          <a:spcPts val="1560"/>
                        </a:lnSpc>
                        <a:spcAft>
                          <a:spcPts val="0"/>
                        </a:spcAft>
                      </a:pPr>
                      <a:r>
                        <a:rPr lang="zh-CN" sz="1400">
                          <a:effectLst/>
                        </a:rPr>
                        <a:t>前述条件不满足，并且有一个操作数是</a:t>
                      </a:r>
                      <a:r>
                        <a:rPr lang="en-US" sz="1400">
                          <a:effectLst/>
                        </a:rPr>
                        <a:t>unsigned int</a:t>
                      </a:r>
                      <a:r>
                        <a:rPr lang="zh-CN" sz="1400">
                          <a:effectLst/>
                        </a:rPr>
                        <a:t>型。</a:t>
                      </a:r>
                      <a:endParaRPr lang="zh-CN" sz="1800">
                        <a:effectLst/>
                        <a:latin typeface="Times New Roman" panose="02020603050405020304" pitchFamily="18" charset="0"/>
                        <a:ea typeface="宋体" panose="02010600030101010101" pitchFamily="2" charset="-122"/>
                      </a:endParaRPr>
                    </a:p>
                  </a:txBody>
                  <a:tcPr marL="88245" marR="88245" marT="0" marB="0" anchor="ctr"/>
                </a:tc>
                <a:tc>
                  <a:txBody>
                    <a:bodyPr/>
                    <a:lstStyle/>
                    <a:p>
                      <a:pPr indent="266700" algn="l">
                        <a:lnSpc>
                          <a:spcPts val="1560"/>
                        </a:lnSpc>
                        <a:spcAft>
                          <a:spcPts val="0"/>
                        </a:spcAft>
                      </a:pPr>
                      <a:r>
                        <a:rPr lang="zh-CN" sz="1400">
                          <a:effectLst/>
                        </a:rPr>
                        <a:t>将另一个操作数转换为</a:t>
                      </a:r>
                      <a:r>
                        <a:rPr lang="en-US" sz="1400">
                          <a:effectLst/>
                        </a:rPr>
                        <a:t>unsigned int</a:t>
                      </a:r>
                      <a:r>
                        <a:rPr lang="zh-CN" sz="1400">
                          <a:effectLst/>
                        </a:rPr>
                        <a:t>型。</a:t>
                      </a:r>
                      <a:endParaRPr lang="zh-CN" sz="1800">
                        <a:effectLst/>
                        <a:latin typeface="Times New Roman" panose="02020603050405020304" pitchFamily="18" charset="0"/>
                        <a:ea typeface="宋体" panose="02010600030101010101" pitchFamily="2" charset="-122"/>
                      </a:endParaRPr>
                    </a:p>
                  </a:txBody>
                  <a:tcPr marL="88245" marR="88245" marT="0" marB="0" anchor="ctr"/>
                </a:tc>
                <a:extLst>
                  <a:ext uri="{0D108BD9-81ED-4DB2-BD59-A6C34878D82A}">
                    <a16:rowId xmlns:a16="http://schemas.microsoft.com/office/drawing/2014/main" val="10009"/>
                  </a:ext>
                </a:extLst>
              </a:tr>
              <a:tr h="229085">
                <a:tc vMerge="1">
                  <a:txBody>
                    <a:bodyPr/>
                    <a:lstStyle/>
                    <a:p>
                      <a:endParaRPr lang="zh-CN" altLang="en-US"/>
                    </a:p>
                  </a:txBody>
                  <a:tcPr/>
                </a:tc>
                <a:tc>
                  <a:txBody>
                    <a:bodyPr/>
                    <a:lstStyle/>
                    <a:p>
                      <a:pPr indent="266700" algn="l">
                        <a:lnSpc>
                          <a:spcPts val="1560"/>
                        </a:lnSpc>
                        <a:spcAft>
                          <a:spcPts val="0"/>
                        </a:spcAft>
                      </a:pPr>
                      <a:r>
                        <a:rPr lang="zh-CN" sz="1400">
                          <a:effectLst/>
                        </a:rPr>
                        <a:t>前述条件都不满足</a:t>
                      </a:r>
                      <a:endParaRPr lang="zh-CN" sz="1800">
                        <a:effectLst/>
                        <a:latin typeface="Times New Roman" panose="02020603050405020304" pitchFamily="18" charset="0"/>
                        <a:ea typeface="宋体" panose="02010600030101010101" pitchFamily="2" charset="-122"/>
                      </a:endParaRPr>
                    </a:p>
                  </a:txBody>
                  <a:tcPr marL="88245" marR="88245" marT="0" marB="0" anchor="ctr"/>
                </a:tc>
                <a:tc>
                  <a:txBody>
                    <a:bodyPr/>
                    <a:lstStyle/>
                    <a:p>
                      <a:pPr indent="266700" algn="l">
                        <a:lnSpc>
                          <a:spcPts val="1560"/>
                        </a:lnSpc>
                        <a:spcAft>
                          <a:spcPts val="0"/>
                        </a:spcAft>
                      </a:pPr>
                      <a:r>
                        <a:rPr lang="zh-CN" sz="1400">
                          <a:effectLst/>
                        </a:rPr>
                        <a:t>将两个操作数都转换为</a:t>
                      </a:r>
                      <a:r>
                        <a:rPr lang="en-US" sz="1400">
                          <a:effectLst/>
                        </a:rPr>
                        <a:t>int</a:t>
                      </a:r>
                      <a:r>
                        <a:rPr lang="zh-CN" sz="1400">
                          <a:effectLst/>
                        </a:rPr>
                        <a:t>型。</a:t>
                      </a:r>
                      <a:endParaRPr lang="zh-CN" sz="1800">
                        <a:effectLst/>
                        <a:latin typeface="Times New Roman" panose="02020603050405020304" pitchFamily="18" charset="0"/>
                        <a:ea typeface="宋体" panose="02010600030101010101" pitchFamily="2" charset="-122"/>
                      </a:endParaRPr>
                    </a:p>
                  </a:txBody>
                  <a:tcPr marL="88245" marR="88245" marT="0" marB="0" anchor="ctr"/>
                </a:tc>
                <a:extLst>
                  <a:ext uri="{0D108BD9-81ED-4DB2-BD59-A6C34878D82A}">
                    <a16:rowId xmlns:a16="http://schemas.microsoft.com/office/drawing/2014/main" val="10010"/>
                  </a:ext>
                </a:extLst>
              </a:tr>
            </a:tbl>
          </a:graphicData>
        </a:graphic>
      </p:graphicFrame>
      <p:sp>
        <p:nvSpPr>
          <p:cNvPr id="3" name="灯片编号占位符 2"/>
          <p:cNvSpPr>
            <a:spLocks noGrp="1"/>
          </p:cNvSpPr>
          <p:nvPr>
            <p:ph type="sldNum" sz="quarter" idx="4"/>
          </p:nvPr>
        </p:nvSpPr>
        <p:spPr/>
        <p:txBody>
          <a:bodyPr/>
          <a:lstStyle/>
          <a:p>
            <a:fld id="{DEA904C8-CD7B-4714-BAE1-F1A91095C3EA}" type="slidenum">
              <a:rPr lang="zh-CN" altLang="en-US" smtClean="0"/>
              <a:pPr/>
              <a:t>44</a:t>
            </a:fld>
            <a:endParaRPr lang="zh-CN" altLang="en-US"/>
          </a:p>
        </p:txBody>
      </p:sp>
    </p:spTree>
    <p:extLst>
      <p:ext uri="{BB962C8B-B14F-4D97-AF65-F5344CB8AC3E}">
        <p14:creationId xmlns:p14="http://schemas.microsoft.com/office/powerpoint/2010/main" val="1989409379"/>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09600" y="836712"/>
            <a:ext cx="10975975" cy="1066800"/>
          </a:xfrm>
        </p:spPr>
        <p:txBody>
          <a:bodyPr>
            <a:normAutofit/>
          </a:bodyPr>
          <a:lstStyle/>
          <a:p>
            <a:pPr eaLnBrk="1" fontAlgn="auto" hangingPunct="1">
              <a:spcAft>
                <a:spcPts val="0"/>
              </a:spcAft>
              <a:defRPr/>
            </a:pPr>
            <a:r>
              <a:rPr lang="zh-CN" altLang="en-US" dirty="0">
                <a:solidFill>
                  <a:schemeClr val="accent5"/>
                </a:solidFill>
                <a:latin typeface="微软雅黑" pitchFamily="34" charset="-122"/>
                <a:ea typeface="微软雅黑" pitchFamily="34" charset="-122"/>
              </a:rPr>
              <a:t>混合运算时数据类型</a:t>
            </a:r>
            <a:r>
              <a:rPr lang="zh-CN" altLang="en-US">
                <a:solidFill>
                  <a:schemeClr val="accent5"/>
                </a:solidFill>
                <a:latin typeface="微软雅黑" pitchFamily="34" charset="-122"/>
                <a:ea typeface="微软雅黑" pitchFamily="34" charset="-122"/>
              </a:rPr>
              <a:t>的转换</a:t>
            </a:r>
            <a:r>
              <a:rPr lang="en-US" altLang="zh-CN">
                <a:solidFill>
                  <a:schemeClr val="accent5"/>
                </a:solidFill>
                <a:latin typeface="微软雅黑" pitchFamily="34" charset="-122"/>
                <a:ea typeface="微软雅黑" pitchFamily="34" charset="-122"/>
              </a:rPr>
              <a:t>	</a:t>
            </a:r>
            <a:endParaRPr lang="zh-CN" altLang="en-US" dirty="0">
              <a:solidFill>
                <a:schemeClr val="accent5"/>
              </a:solidFill>
              <a:latin typeface="微软雅黑" pitchFamily="34" charset="-122"/>
              <a:ea typeface="微软雅黑" pitchFamily="34" charset="-122"/>
            </a:endParaRPr>
          </a:p>
        </p:txBody>
      </p:sp>
      <p:sp>
        <p:nvSpPr>
          <p:cNvPr id="107523" name="内容占位符 2"/>
          <p:cNvSpPr>
            <a:spLocks noGrp="1"/>
          </p:cNvSpPr>
          <p:nvPr>
            <p:ph idx="1"/>
          </p:nvPr>
        </p:nvSpPr>
        <p:spPr>
          <a:xfrm>
            <a:off x="739774" y="1903512"/>
            <a:ext cx="10766425" cy="4668738"/>
          </a:xfrm>
        </p:spPr>
        <p:txBody>
          <a:bodyPr/>
          <a:lstStyle/>
          <a:p>
            <a:pPr eaLnBrk="1" hangingPunct="1">
              <a:lnSpc>
                <a:spcPct val="120000"/>
              </a:lnSpc>
              <a:spcBef>
                <a:spcPts val="1200"/>
              </a:spcBef>
            </a:pPr>
            <a:r>
              <a:rPr lang="zh-CN" altLang="en-US" sz="2400">
                <a:latin typeface="微软雅黑" panose="020B0503020204020204" pitchFamily="34" charset="-122"/>
                <a:ea typeface="微软雅黑" panose="020B0503020204020204" pitchFamily="34" charset="-122"/>
              </a:rPr>
              <a:t>当把一个非布尔类型的算术值赋给布尔类型时，算术值为</a:t>
            </a:r>
            <a:r>
              <a:rPr lang="en-US" altLang="zh-CN" sz="2400">
                <a:latin typeface="微软雅黑" panose="020B0503020204020204" pitchFamily="34" charset="-122"/>
                <a:ea typeface="微软雅黑" panose="020B0503020204020204" pitchFamily="34" charset="-122"/>
              </a:rPr>
              <a:t>0</a:t>
            </a:r>
            <a:r>
              <a:rPr lang="zh-CN" altLang="en-US" sz="2400">
                <a:latin typeface="微软雅黑" panose="020B0503020204020204" pitchFamily="34" charset="-122"/>
                <a:ea typeface="微软雅黑" panose="020B0503020204020204" pitchFamily="34" charset="-122"/>
              </a:rPr>
              <a:t>则结果为</a:t>
            </a:r>
            <a:r>
              <a:rPr lang="en-US" altLang="zh-CN" sz="2400">
                <a:latin typeface="微软雅黑" panose="020B0503020204020204" pitchFamily="34" charset="-122"/>
                <a:ea typeface="微软雅黑" panose="020B0503020204020204" pitchFamily="34" charset="-122"/>
              </a:rPr>
              <a:t>false</a:t>
            </a:r>
            <a:r>
              <a:rPr lang="zh-CN" altLang="en-US" sz="2400">
                <a:latin typeface="微软雅黑" panose="020B0503020204020204" pitchFamily="34" charset="-122"/>
                <a:ea typeface="微软雅黑" panose="020B0503020204020204" pitchFamily="34" charset="-122"/>
              </a:rPr>
              <a:t>，否则结果为</a:t>
            </a:r>
            <a:r>
              <a:rPr lang="en-US" altLang="zh-CN" sz="2400">
                <a:latin typeface="微软雅黑" panose="020B0503020204020204" pitchFamily="34" charset="-122"/>
                <a:ea typeface="微软雅黑" panose="020B0503020204020204" pitchFamily="34" charset="-122"/>
              </a:rPr>
              <a:t>true</a:t>
            </a:r>
            <a:r>
              <a:rPr lang="zh-CN" altLang="en-US" sz="2400">
                <a:latin typeface="微软雅黑" panose="020B0503020204020204" pitchFamily="34" charset="-122"/>
                <a:ea typeface="微软雅黑" panose="020B0503020204020204" pitchFamily="34" charset="-122"/>
              </a:rPr>
              <a:t>。</a:t>
            </a:r>
          </a:p>
          <a:p>
            <a:pPr eaLnBrk="1" hangingPunct="1">
              <a:lnSpc>
                <a:spcPct val="120000"/>
              </a:lnSpc>
              <a:spcBef>
                <a:spcPts val="1200"/>
              </a:spcBef>
            </a:pPr>
            <a:r>
              <a:rPr lang="zh-CN" altLang="en-US" sz="2400">
                <a:latin typeface="微软雅黑" panose="020B0503020204020204" pitchFamily="34" charset="-122"/>
                <a:ea typeface="微软雅黑" panose="020B0503020204020204" pitchFamily="34" charset="-122"/>
              </a:rPr>
              <a:t>当把一个布尔值赋给非布尔类型时，布尔值为</a:t>
            </a:r>
            <a:r>
              <a:rPr lang="en-US" altLang="zh-CN" sz="2400">
                <a:latin typeface="微软雅黑" panose="020B0503020204020204" pitchFamily="34" charset="-122"/>
                <a:ea typeface="微软雅黑" panose="020B0503020204020204" pitchFamily="34" charset="-122"/>
              </a:rPr>
              <a:t>false</a:t>
            </a:r>
            <a:r>
              <a:rPr lang="zh-CN" altLang="en-US" sz="2400">
                <a:latin typeface="微软雅黑" panose="020B0503020204020204" pitchFamily="34" charset="-122"/>
                <a:ea typeface="微软雅黑" panose="020B0503020204020204" pitchFamily="34" charset="-122"/>
              </a:rPr>
              <a:t>则结果为</a:t>
            </a:r>
            <a:r>
              <a:rPr lang="en-US" altLang="zh-CN" sz="2400">
                <a:latin typeface="微软雅黑" panose="020B0503020204020204" pitchFamily="34" charset="-122"/>
                <a:ea typeface="微软雅黑" panose="020B0503020204020204" pitchFamily="34" charset="-122"/>
              </a:rPr>
              <a:t>0</a:t>
            </a:r>
            <a:r>
              <a:rPr lang="zh-CN" altLang="en-US" sz="2400">
                <a:latin typeface="微软雅黑" panose="020B0503020204020204" pitchFamily="34" charset="-122"/>
                <a:ea typeface="微软雅黑" panose="020B0503020204020204" pitchFamily="34" charset="-122"/>
              </a:rPr>
              <a:t>，布尔值为</a:t>
            </a:r>
            <a:r>
              <a:rPr lang="en-US" altLang="zh-CN" sz="2400">
                <a:latin typeface="微软雅黑" panose="020B0503020204020204" pitchFamily="34" charset="-122"/>
                <a:ea typeface="微软雅黑" panose="020B0503020204020204" pitchFamily="34" charset="-122"/>
              </a:rPr>
              <a:t>true</a:t>
            </a:r>
            <a:r>
              <a:rPr lang="zh-CN" altLang="en-US" sz="2400">
                <a:latin typeface="微软雅黑" panose="020B0503020204020204" pitchFamily="34" charset="-122"/>
                <a:ea typeface="微软雅黑" panose="020B0503020204020204" pitchFamily="34" charset="-122"/>
              </a:rPr>
              <a:t>则结果为</a:t>
            </a:r>
            <a:r>
              <a:rPr lang="en-US" altLang="zh-CN" sz="2400">
                <a:latin typeface="微软雅黑" panose="020B0503020204020204" pitchFamily="34" charset="-122"/>
                <a:ea typeface="微软雅黑" panose="020B0503020204020204" pitchFamily="34" charset="-122"/>
              </a:rPr>
              <a:t>1</a:t>
            </a:r>
          </a:p>
          <a:p>
            <a:pPr eaLnBrk="1" hangingPunct="1">
              <a:lnSpc>
                <a:spcPct val="120000"/>
              </a:lnSpc>
              <a:spcBef>
                <a:spcPts val="1200"/>
              </a:spcBef>
            </a:pPr>
            <a:r>
              <a:rPr lang="zh-CN" altLang="en-US" sz="2400">
                <a:latin typeface="微软雅黑" panose="020B0503020204020204" pitchFamily="34" charset="-122"/>
                <a:ea typeface="微软雅黑" panose="020B0503020204020204" pitchFamily="34" charset="-122"/>
              </a:rPr>
              <a:t>当把一个浮点数赋给整数类型时，结果值将只保留浮点数中的整数部分，小数部分将丢失。</a:t>
            </a:r>
          </a:p>
          <a:p>
            <a:pPr eaLnBrk="1" hangingPunct="1">
              <a:lnSpc>
                <a:spcPct val="120000"/>
              </a:lnSpc>
              <a:spcBef>
                <a:spcPts val="1200"/>
              </a:spcBef>
            </a:pPr>
            <a:r>
              <a:rPr lang="zh-CN" altLang="en-US" sz="2400">
                <a:latin typeface="微软雅黑" panose="020B0503020204020204" pitchFamily="34" charset="-122"/>
                <a:ea typeface="微软雅黑" panose="020B0503020204020204" pitchFamily="34" charset="-122"/>
              </a:rPr>
              <a:t>当把一个整数值赋给浮点类型时，小数部分记为</a:t>
            </a:r>
            <a:r>
              <a:rPr lang="en-US" altLang="zh-CN" sz="2400">
                <a:latin typeface="微软雅黑" panose="020B0503020204020204" pitchFamily="34" charset="-122"/>
                <a:ea typeface="微软雅黑" panose="020B0503020204020204" pitchFamily="34" charset="-122"/>
              </a:rPr>
              <a:t>0</a:t>
            </a:r>
            <a:r>
              <a:rPr lang="zh-CN" altLang="en-US" sz="2400">
                <a:latin typeface="微软雅黑" panose="020B0503020204020204" pitchFamily="34" charset="-122"/>
                <a:ea typeface="微软雅黑" panose="020B0503020204020204" pitchFamily="34" charset="-122"/>
              </a:rPr>
              <a:t>。如果整数所占的空间超过了浮点类型的容量，精度可能有损失。</a:t>
            </a:r>
          </a:p>
        </p:txBody>
      </p:sp>
      <p:sp>
        <p:nvSpPr>
          <p:cNvPr id="3" name="灯片编号占位符 2"/>
          <p:cNvSpPr>
            <a:spLocks noGrp="1"/>
          </p:cNvSpPr>
          <p:nvPr>
            <p:ph type="sldNum" sz="quarter" idx="4"/>
          </p:nvPr>
        </p:nvSpPr>
        <p:spPr/>
        <p:txBody>
          <a:bodyPr/>
          <a:lstStyle/>
          <a:p>
            <a:fld id="{DEA904C8-CD7B-4714-BAE1-F1A91095C3EA}" type="slidenum">
              <a:rPr lang="zh-CN" altLang="en-US" smtClean="0"/>
              <a:pPr/>
              <a:t>45</a:t>
            </a:fld>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107523">
                                            <p:txEl>
                                              <p:pRg st="0" end="0"/>
                                            </p:txEl>
                                          </p:spTgt>
                                        </p:tgtEl>
                                        <p:attrNameLst>
                                          <p:attrName>style.visibility</p:attrName>
                                        </p:attrNameLst>
                                      </p:cBhvr>
                                      <p:to>
                                        <p:strVal val="visible"/>
                                      </p:to>
                                    </p:set>
                                    <p:anim calcmode="lin" valueType="num">
                                      <p:cBhvr additive="base">
                                        <p:cTn id="7" dur="1000" fill="hold"/>
                                        <p:tgtEl>
                                          <p:spTgt spid="107523">
                                            <p:txEl>
                                              <p:pRg st="0" end="0"/>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10752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07523">
                                            <p:txEl>
                                              <p:pRg st="1" end="1"/>
                                            </p:txEl>
                                          </p:spTgt>
                                        </p:tgtEl>
                                        <p:attrNameLst>
                                          <p:attrName>style.visibility</p:attrName>
                                        </p:attrNameLst>
                                      </p:cBhvr>
                                      <p:to>
                                        <p:strVal val="visible"/>
                                      </p:to>
                                    </p:set>
                                    <p:anim calcmode="lin" valueType="num">
                                      <p:cBhvr additive="base">
                                        <p:cTn id="13" dur="1000" fill="hold"/>
                                        <p:tgtEl>
                                          <p:spTgt spid="107523">
                                            <p:txEl>
                                              <p:pRg st="1" end="1"/>
                                            </p:txEl>
                                          </p:spTgt>
                                        </p:tgtEl>
                                        <p:attrNameLst>
                                          <p:attrName>ppt_x</p:attrName>
                                        </p:attrNameLst>
                                      </p:cBhvr>
                                      <p:tavLst>
                                        <p:tav tm="0">
                                          <p:val>
                                            <p:strVal val="#ppt_x"/>
                                          </p:val>
                                        </p:tav>
                                        <p:tav tm="100000">
                                          <p:val>
                                            <p:strVal val="#ppt_x"/>
                                          </p:val>
                                        </p:tav>
                                      </p:tavLst>
                                    </p:anim>
                                    <p:anim calcmode="lin" valueType="num">
                                      <p:cBhvr additive="base">
                                        <p:cTn id="14" dur="1000" fill="hold"/>
                                        <p:tgtEl>
                                          <p:spTgt spid="10752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07523">
                                            <p:txEl>
                                              <p:pRg st="2" end="2"/>
                                            </p:txEl>
                                          </p:spTgt>
                                        </p:tgtEl>
                                        <p:attrNameLst>
                                          <p:attrName>style.visibility</p:attrName>
                                        </p:attrNameLst>
                                      </p:cBhvr>
                                      <p:to>
                                        <p:strVal val="visible"/>
                                      </p:to>
                                    </p:set>
                                    <p:anim calcmode="lin" valueType="num">
                                      <p:cBhvr additive="base">
                                        <p:cTn id="19" dur="1000" fill="hold"/>
                                        <p:tgtEl>
                                          <p:spTgt spid="107523">
                                            <p:txEl>
                                              <p:pRg st="2" end="2"/>
                                            </p:txEl>
                                          </p:spTgt>
                                        </p:tgtEl>
                                        <p:attrNameLst>
                                          <p:attrName>ppt_x</p:attrName>
                                        </p:attrNameLst>
                                      </p:cBhvr>
                                      <p:tavLst>
                                        <p:tav tm="0">
                                          <p:val>
                                            <p:strVal val="#ppt_x"/>
                                          </p:val>
                                        </p:tav>
                                        <p:tav tm="100000">
                                          <p:val>
                                            <p:strVal val="#ppt_x"/>
                                          </p:val>
                                        </p:tav>
                                      </p:tavLst>
                                    </p:anim>
                                    <p:anim calcmode="lin" valueType="num">
                                      <p:cBhvr additive="base">
                                        <p:cTn id="20" dur="1000" fill="hold"/>
                                        <p:tgtEl>
                                          <p:spTgt spid="10752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107523">
                                            <p:txEl>
                                              <p:pRg st="3" end="3"/>
                                            </p:txEl>
                                          </p:spTgt>
                                        </p:tgtEl>
                                        <p:attrNameLst>
                                          <p:attrName>style.visibility</p:attrName>
                                        </p:attrNameLst>
                                      </p:cBhvr>
                                      <p:to>
                                        <p:strVal val="visible"/>
                                      </p:to>
                                    </p:set>
                                    <p:anim calcmode="lin" valueType="num">
                                      <p:cBhvr additive="base">
                                        <p:cTn id="25" dur="1000" fill="hold"/>
                                        <p:tgtEl>
                                          <p:spTgt spid="107523">
                                            <p:txEl>
                                              <p:pRg st="3" end="3"/>
                                            </p:txEl>
                                          </p:spTgt>
                                        </p:tgtEl>
                                        <p:attrNameLst>
                                          <p:attrName>ppt_x</p:attrName>
                                        </p:attrNameLst>
                                      </p:cBhvr>
                                      <p:tavLst>
                                        <p:tav tm="0">
                                          <p:val>
                                            <p:strVal val="#ppt_x"/>
                                          </p:val>
                                        </p:tav>
                                        <p:tav tm="100000">
                                          <p:val>
                                            <p:strVal val="#ppt_x"/>
                                          </p:val>
                                        </p:tav>
                                      </p:tavLst>
                                    </p:anim>
                                    <p:anim calcmode="lin" valueType="num">
                                      <p:cBhvr additive="base">
                                        <p:cTn id="26" dur="1000" fill="hold"/>
                                        <p:tgtEl>
                                          <p:spTgt spid="10752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09600" y="1071563"/>
            <a:ext cx="10975975" cy="1066800"/>
          </a:xfrm>
        </p:spPr>
        <p:txBody>
          <a:bodyPr>
            <a:normAutofit/>
          </a:bodyPr>
          <a:lstStyle/>
          <a:p>
            <a:pPr eaLnBrk="1" fontAlgn="auto" hangingPunct="1">
              <a:spcAft>
                <a:spcPts val="0"/>
              </a:spcAft>
              <a:defRPr/>
            </a:pPr>
            <a:r>
              <a:rPr lang="zh-CN" altLang="en-US" dirty="0">
                <a:solidFill>
                  <a:schemeClr val="accent5"/>
                </a:solidFill>
                <a:latin typeface="微软雅黑" pitchFamily="34" charset="-122"/>
                <a:ea typeface="微软雅黑" pitchFamily="34" charset="-122"/>
              </a:rPr>
              <a:t>混合运算时数据类型</a:t>
            </a:r>
            <a:r>
              <a:rPr lang="zh-CN" altLang="en-US">
                <a:solidFill>
                  <a:schemeClr val="accent5"/>
                </a:solidFill>
                <a:latin typeface="微软雅黑" pitchFamily="34" charset="-122"/>
                <a:ea typeface="微软雅黑" pitchFamily="34" charset="-122"/>
              </a:rPr>
              <a:t>的转换</a:t>
            </a:r>
            <a:r>
              <a:rPr lang="en-US" altLang="zh-CN">
                <a:solidFill>
                  <a:schemeClr val="accent5"/>
                </a:solidFill>
                <a:latin typeface="微软雅黑" pitchFamily="34" charset="-122"/>
                <a:ea typeface="微软雅黑" pitchFamily="34" charset="-122"/>
              </a:rPr>
              <a:t>——</a:t>
            </a:r>
            <a:r>
              <a:rPr lang="zh-CN" altLang="en-US" dirty="0">
                <a:solidFill>
                  <a:schemeClr val="accent5"/>
                </a:solidFill>
                <a:latin typeface="微软雅黑" pitchFamily="34" charset="-122"/>
                <a:ea typeface="微软雅黑" pitchFamily="34" charset="-122"/>
              </a:rPr>
              <a:t>显式转换</a:t>
            </a:r>
          </a:p>
        </p:txBody>
      </p:sp>
      <p:sp>
        <p:nvSpPr>
          <p:cNvPr id="3" name="内容占位符 2"/>
          <p:cNvSpPr>
            <a:spLocks noGrp="1"/>
          </p:cNvSpPr>
          <p:nvPr>
            <p:ph idx="1"/>
          </p:nvPr>
        </p:nvSpPr>
        <p:spPr>
          <a:xfrm>
            <a:off x="609599" y="2357438"/>
            <a:ext cx="10975975" cy="4167187"/>
          </a:xfrm>
        </p:spPr>
        <p:txBody>
          <a:bodyPr>
            <a:noAutofit/>
          </a:bodyPr>
          <a:lstStyle/>
          <a:p>
            <a:pPr marL="365760" indent="-256032" eaLnBrk="1" fontAlgn="auto" hangingPunct="1">
              <a:spcAft>
                <a:spcPts val="0"/>
              </a:spcAft>
              <a:buClr>
                <a:schemeClr val="accent3"/>
              </a:buClr>
              <a:buFont typeface="Georgia"/>
              <a:buChar char="•"/>
              <a:defRPr/>
            </a:pPr>
            <a:r>
              <a:rPr lang="zh-CN" altLang="en-US" sz="2400" dirty="0">
                <a:latin typeface="微软雅黑" pitchFamily="34" charset="-122"/>
                <a:ea typeface="微软雅黑" pitchFamily="34" charset="-122"/>
              </a:rPr>
              <a:t>语法形式（</a:t>
            </a:r>
            <a:r>
              <a:rPr lang="en-US" altLang="zh-CN" sz="2400" dirty="0">
                <a:latin typeface="微软雅黑" pitchFamily="34" charset="-122"/>
                <a:ea typeface="微软雅黑" pitchFamily="34" charset="-122"/>
              </a:rPr>
              <a:t>3</a:t>
            </a:r>
            <a:r>
              <a:rPr lang="zh-CN" altLang="en-US" sz="2400" dirty="0">
                <a:latin typeface="微软雅黑" pitchFamily="34" charset="-122"/>
                <a:ea typeface="微软雅黑" pitchFamily="34" charset="-122"/>
              </a:rPr>
              <a:t>种）：</a:t>
            </a:r>
          </a:p>
          <a:p>
            <a:pPr marL="658368" lvl="1" indent="-246888" eaLnBrk="1" fontAlgn="auto" hangingPunct="1">
              <a:spcAft>
                <a:spcPts val="0"/>
              </a:spcAft>
              <a:buFont typeface="Georgia"/>
              <a:buChar char="▫"/>
              <a:defRPr/>
            </a:pPr>
            <a:r>
              <a:rPr lang="zh-CN" altLang="en-US" sz="2400" dirty="0">
                <a:latin typeface="微软雅黑" pitchFamily="34" charset="-122"/>
                <a:ea typeface="微软雅黑" pitchFamily="34" charset="-122"/>
              </a:rPr>
              <a:t>类型说明符</a:t>
            </a:r>
            <a:r>
              <a:rPr lang="en-US" altLang="zh-CN" sz="2400" dirty="0">
                <a:latin typeface="微软雅黑" pitchFamily="34" charset="-122"/>
                <a:ea typeface="微软雅黑" pitchFamily="34" charset="-122"/>
              </a:rPr>
              <a:t>(</a:t>
            </a:r>
            <a:r>
              <a:rPr lang="zh-CN" altLang="en-US" sz="2400" dirty="0">
                <a:latin typeface="微软雅黑" pitchFamily="34" charset="-122"/>
                <a:ea typeface="微软雅黑" pitchFamily="34" charset="-122"/>
              </a:rPr>
              <a:t>表达式</a:t>
            </a:r>
            <a:r>
              <a:rPr lang="en-US" altLang="zh-CN" sz="2400" dirty="0">
                <a:latin typeface="微软雅黑" pitchFamily="34" charset="-122"/>
                <a:ea typeface="微软雅黑" pitchFamily="34" charset="-122"/>
              </a:rPr>
              <a:t>)</a:t>
            </a:r>
          </a:p>
          <a:p>
            <a:pPr marL="658368" lvl="1" indent="-246888" eaLnBrk="1" fontAlgn="auto" hangingPunct="1">
              <a:spcAft>
                <a:spcPts val="0"/>
              </a:spcAft>
              <a:buFont typeface="Georgia"/>
              <a:buChar char="▫"/>
              <a:defRPr/>
            </a:pPr>
            <a:r>
              <a:rPr lang="en-US" altLang="zh-CN" sz="2400" dirty="0">
                <a:latin typeface="微软雅黑" pitchFamily="34" charset="-122"/>
                <a:ea typeface="微软雅黑" pitchFamily="34" charset="-122"/>
              </a:rPr>
              <a:t>(</a:t>
            </a:r>
            <a:r>
              <a:rPr lang="zh-CN" altLang="en-US" sz="2400" dirty="0">
                <a:latin typeface="微软雅黑" pitchFamily="34" charset="-122"/>
                <a:ea typeface="微软雅黑" pitchFamily="34" charset="-122"/>
              </a:rPr>
              <a:t>类型说明符</a:t>
            </a:r>
            <a:r>
              <a:rPr lang="en-US" altLang="zh-CN" sz="2400" dirty="0">
                <a:latin typeface="微软雅黑" pitchFamily="34" charset="-122"/>
                <a:ea typeface="微软雅黑" pitchFamily="34" charset="-122"/>
              </a:rPr>
              <a:t>)</a:t>
            </a:r>
            <a:r>
              <a:rPr lang="zh-CN" altLang="en-US" sz="2400" dirty="0">
                <a:latin typeface="微软雅黑" pitchFamily="34" charset="-122"/>
                <a:ea typeface="微软雅黑" pitchFamily="34" charset="-122"/>
              </a:rPr>
              <a:t>表达式</a:t>
            </a:r>
          </a:p>
          <a:p>
            <a:pPr marL="658368" lvl="1" indent="-246888" eaLnBrk="1" fontAlgn="auto" hangingPunct="1">
              <a:spcAft>
                <a:spcPts val="0"/>
              </a:spcAft>
              <a:buFont typeface="Georgia"/>
              <a:buChar char="▫"/>
              <a:defRPr/>
            </a:pPr>
            <a:r>
              <a:rPr lang="zh-CN" altLang="en-US" sz="2400" dirty="0">
                <a:latin typeface="微软雅黑" pitchFamily="34" charset="-122"/>
                <a:ea typeface="微软雅黑" pitchFamily="34" charset="-122"/>
              </a:rPr>
              <a:t>类型转换操作符</a:t>
            </a:r>
            <a:r>
              <a:rPr lang="en-US" altLang="zh-CN" sz="2400" dirty="0">
                <a:latin typeface="微软雅黑" pitchFamily="34" charset="-122"/>
                <a:ea typeface="微软雅黑" pitchFamily="34" charset="-122"/>
              </a:rPr>
              <a:t>&lt;</a:t>
            </a:r>
            <a:r>
              <a:rPr lang="zh-CN" altLang="en-US" sz="2400" dirty="0">
                <a:latin typeface="微软雅黑" pitchFamily="34" charset="-122"/>
                <a:ea typeface="微软雅黑" pitchFamily="34" charset="-122"/>
              </a:rPr>
              <a:t>类型说明符</a:t>
            </a:r>
            <a:r>
              <a:rPr lang="en-US" altLang="zh-CN" sz="2400" dirty="0">
                <a:latin typeface="微软雅黑" pitchFamily="34" charset="-122"/>
                <a:ea typeface="微软雅黑" pitchFamily="34" charset="-122"/>
              </a:rPr>
              <a:t>&gt;(</a:t>
            </a:r>
            <a:r>
              <a:rPr lang="zh-CN" altLang="en-US" sz="2400" dirty="0">
                <a:latin typeface="微软雅黑" pitchFamily="34" charset="-122"/>
                <a:ea typeface="微软雅黑" pitchFamily="34" charset="-122"/>
              </a:rPr>
              <a:t>表达式</a:t>
            </a:r>
            <a:r>
              <a:rPr lang="en-US" altLang="zh-CN" sz="2400" dirty="0">
                <a:latin typeface="微软雅黑" pitchFamily="34" charset="-122"/>
                <a:ea typeface="微软雅黑" pitchFamily="34" charset="-122"/>
              </a:rPr>
              <a:t>)</a:t>
            </a:r>
          </a:p>
          <a:p>
            <a:pPr marL="923544" lvl="2" indent="-219456" eaLnBrk="1" fontAlgn="auto" hangingPunct="1">
              <a:spcAft>
                <a:spcPts val="0"/>
              </a:spcAft>
              <a:buFont typeface="Wingdings 2"/>
              <a:buChar char=""/>
              <a:defRPr/>
            </a:pPr>
            <a:r>
              <a:rPr lang="zh-CN" altLang="en-US" dirty="0">
                <a:latin typeface="微软雅黑" pitchFamily="34" charset="-122"/>
                <a:ea typeface="微软雅黑" pitchFamily="34" charset="-122"/>
              </a:rPr>
              <a:t>类型转换操作符可以是：</a:t>
            </a:r>
            <a:br>
              <a:rPr lang="zh-CN" altLang="en-US" dirty="0">
                <a:latin typeface="微软雅黑" pitchFamily="34" charset="-122"/>
                <a:ea typeface="微软雅黑" pitchFamily="34" charset="-122"/>
              </a:rPr>
            </a:br>
            <a:r>
              <a:rPr lang="en-US" altLang="zh-CN" dirty="0" err="1">
                <a:latin typeface="微软雅黑" pitchFamily="34" charset="-122"/>
                <a:ea typeface="微软雅黑" pitchFamily="34" charset="-122"/>
              </a:rPr>
              <a:t>const_cast</a:t>
            </a:r>
            <a:r>
              <a:rPr lang="zh-CN" altLang="en-US" dirty="0">
                <a:latin typeface="微软雅黑" pitchFamily="34" charset="-122"/>
                <a:ea typeface="微软雅黑" pitchFamily="34" charset="-122"/>
              </a:rPr>
              <a:t>、</a:t>
            </a:r>
            <a:r>
              <a:rPr lang="en-US" altLang="zh-CN" dirty="0" err="1">
                <a:latin typeface="微软雅黑" pitchFamily="34" charset="-122"/>
                <a:ea typeface="微软雅黑" pitchFamily="34" charset="-122"/>
              </a:rPr>
              <a:t>dynamic_cast</a:t>
            </a:r>
            <a:r>
              <a:rPr lang="zh-CN" altLang="en-US" dirty="0">
                <a:latin typeface="微软雅黑" pitchFamily="34" charset="-122"/>
                <a:ea typeface="微软雅黑" pitchFamily="34" charset="-122"/>
              </a:rPr>
              <a:t>、</a:t>
            </a:r>
            <a:br>
              <a:rPr lang="zh-CN" altLang="en-US" dirty="0">
                <a:latin typeface="微软雅黑" pitchFamily="34" charset="-122"/>
                <a:ea typeface="微软雅黑" pitchFamily="34" charset="-122"/>
              </a:rPr>
            </a:br>
            <a:r>
              <a:rPr lang="en-US" altLang="zh-CN" dirty="0" err="1">
                <a:latin typeface="微软雅黑" pitchFamily="34" charset="-122"/>
                <a:ea typeface="微软雅黑" pitchFamily="34" charset="-122"/>
              </a:rPr>
              <a:t>reinterpret_cast</a:t>
            </a:r>
            <a:r>
              <a:rPr lang="zh-CN" altLang="en-US" dirty="0">
                <a:latin typeface="微软雅黑" pitchFamily="34" charset="-122"/>
                <a:ea typeface="微软雅黑" pitchFamily="34" charset="-122"/>
              </a:rPr>
              <a:t>、</a:t>
            </a:r>
            <a:r>
              <a:rPr lang="en-US" altLang="zh-CN" dirty="0" err="1">
                <a:latin typeface="微软雅黑" pitchFamily="34" charset="-122"/>
                <a:ea typeface="微软雅黑" pitchFamily="34" charset="-122"/>
              </a:rPr>
              <a:t>static_cast</a:t>
            </a:r>
            <a:endParaRPr lang="en-US" altLang="zh-CN" dirty="0">
              <a:latin typeface="微软雅黑" pitchFamily="34" charset="-122"/>
              <a:ea typeface="微软雅黑" pitchFamily="34" charset="-122"/>
            </a:endParaRPr>
          </a:p>
          <a:p>
            <a:pPr marL="365760" indent="-256032" eaLnBrk="1" fontAlgn="auto" hangingPunct="1">
              <a:spcAft>
                <a:spcPts val="0"/>
              </a:spcAft>
              <a:buClr>
                <a:schemeClr val="accent3"/>
              </a:buClr>
              <a:buFont typeface="Georgia"/>
              <a:buChar char="•"/>
              <a:defRPr/>
            </a:pPr>
            <a:r>
              <a:rPr lang="zh-CN" altLang="en-US" sz="2400" dirty="0">
                <a:latin typeface="微软雅黑" pitchFamily="34" charset="-122"/>
                <a:ea typeface="微软雅黑" pitchFamily="34" charset="-122"/>
              </a:rPr>
              <a:t>显式类型转换的作用是将表达式的结果类型转换为类型说明符所指定的类型。</a:t>
            </a:r>
          </a:p>
          <a:p>
            <a:pPr marL="365760" indent="-256032" eaLnBrk="1" fontAlgn="auto" hangingPunct="1">
              <a:spcAft>
                <a:spcPts val="0"/>
              </a:spcAft>
              <a:buClr>
                <a:schemeClr val="accent3"/>
              </a:buClr>
              <a:buFont typeface="Georgia"/>
              <a:buChar char="•"/>
              <a:defRPr/>
            </a:pPr>
            <a:r>
              <a:rPr lang="zh-CN" altLang="en-US" sz="2400" dirty="0">
                <a:latin typeface="微软雅黑" pitchFamily="34" charset="-122"/>
                <a:ea typeface="微软雅黑" pitchFamily="34" charset="-122"/>
              </a:rPr>
              <a:t>例：</a:t>
            </a:r>
            <a:r>
              <a:rPr lang="en-US" altLang="zh-CN" sz="2400" dirty="0" err="1">
                <a:latin typeface="微软雅黑" pitchFamily="34" charset="-122"/>
                <a:ea typeface="微软雅黑" pitchFamily="34" charset="-122"/>
              </a:rPr>
              <a:t>int</a:t>
            </a:r>
            <a:r>
              <a:rPr lang="en-US" altLang="zh-CN" sz="2400" dirty="0">
                <a:latin typeface="微软雅黑" pitchFamily="34" charset="-122"/>
                <a:ea typeface="微软雅黑" pitchFamily="34" charset="-122"/>
              </a:rPr>
              <a:t>(z), (</a:t>
            </a:r>
            <a:r>
              <a:rPr lang="en-US" altLang="zh-CN" sz="2400" dirty="0" err="1">
                <a:latin typeface="微软雅黑" pitchFamily="34" charset="-122"/>
                <a:ea typeface="微软雅黑" pitchFamily="34" charset="-122"/>
              </a:rPr>
              <a:t>int</a:t>
            </a:r>
            <a:r>
              <a:rPr lang="en-US" altLang="zh-CN" sz="2400" dirty="0">
                <a:latin typeface="微软雅黑" pitchFamily="34" charset="-122"/>
                <a:ea typeface="微软雅黑" pitchFamily="34" charset="-122"/>
              </a:rPr>
              <a:t>)z, </a:t>
            </a:r>
            <a:r>
              <a:rPr lang="en-US" altLang="zh-CN" sz="2400" dirty="0" err="1">
                <a:latin typeface="微软雅黑" pitchFamily="34" charset="-122"/>
                <a:ea typeface="微软雅黑" pitchFamily="34" charset="-122"/>
              </a:rPr>
              <a:t>static_cast</a:t>
            </a:r>
            <a:r>
              <a:rPr lang="en-US" altLang="zh-CN" sz="2400" dirty="0">
                <a:latin typeface="微软雅黑" pitchFamily="34" charset="-122"/>
                <a:ea typeface="微软雅黑" pitchFamily="34" charset="-122"/>
              </a:rPr>
              <a:t>&lt;</a:t>
            </a:r>
            <a:r>
              <a:rPr lang="en-US" altLang="zh-CN" sz="2400" dirty="0" err="1">
                <a:latin typeface="微软雅黑" pitchFamily="34" charset="-122"/>
                <a:ea typeface="微软雅黑" pitchFamily="34" charset="-122"/>
              </a:rPr>
              <a:t>int</a:t>
            </a:r>
            <a:r>
              <a:rPr lang="en-US" altLang="zh-CN" sz="2400" dirty="0">
                <a:latin typeface="微软雅黑" pitchFamily="34" charset="-122"/>
                <a:ea typeface="微软雅黑" pitchFamily="34" charset="-122"/>
              </a:rPr>
              <a:t>&gt;(z)</a:t>
            </a:r>
            <a:br>
              <a:rPr lang="en-US" altLang="zh-CN" sz="2400" dirty="0">
                <a:latin typeface="微软雅黑" pitchFamily="34" charset="-122"/>
                <a:ea typeface="微软雅黑" pitchFamily="34" charset="-122"/>
              </a:rPr>
            </a:br>
            <a:r>
              <a:rPr lang="zh-CN" altLang="en-US" sz="2400" dirty="0">
                <a:latin typeface="微软雅黑" pitchFamily="34" charset="-122"/>
                <a:ea typeface="微软雅黑" pitchFamily="34" charset="-122"/>
              </a:rPr>
              <a:t>三种完全等价</a:t>
            </a:r>
          </a:p>
        </p:txBody>
      </p:sp>
      <p:sp>
        <p:nvSpPr>
          <p:cNvPr id="4" name="灯片编号占位符 3"/>
          <p:cNvSpPr>
            <a:spLocks noGrp="1"/>
          </p:cNvSpPr>
          <p:nvPr>
            <p:ph type="sldNum" sz="quarter" idx="4"/>
          </p:nvPr>
        </p:nvSpPr>
        <p:spPr/>
        <p:txBody>
          <a:bodyPr/>
          <a:lstStyle/>
          <a:p>
            <a:fld id="{DEA904C8-CD7B-4714-BAE1-F1A91095C3EA}" type="slidenum">
              <a:rPr lang="zh-CN" altLang="en-US" smtClean="0"/>
              <a:pPr/>
              <a:t>46</a:t>
            </a:fld>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1000" fill="hold"/>
                                        <p:tgtEl>
                                          <p:spTgt spid="3">
                                            <p:txEl>
                                              <p:pRg st="0" end="0"/>
                                            </p:txEl>
                                          </p:spTgt>
                                        </p:tgtEl>
                                        <p:attrNameLst>
                                          <p:attrName>ppt_x</p:attrName>
                                        </p:attrNameLst>
                                      </p:cBhvr>
                                      <p:tavLst>
                                        <p:tav tm="0">
                                          <p:val>
                                            <p:strVal val="0-#ppt_w/2"/>
                                          </p:val>
                                        </p:tav>
                                        <p:tav tm="100000">
                                          <p:val>
                                            <p:strVal val="#ppt_x"/>
                                          </p:val>
                                        </p:tav>
                                      </p:tavLst>
                                    </p:anim>
                                    <p:anim calcmode="lin" valueType="num">
                                      <p:cBhvr additive="base">
                                        <p:cTn id="8" dur="1000" fill="hold"/>
                                        <p:tgtEl>
                                          <p:spTgt spid="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1000" fill="hold"/>
                                        <p:tgtEl>
                                          <p:spTgt spid="3">
                                            <p:txEl>
                                              <p:pRg st="1" end="1"/>
                                            </p:txEl>
                                          </p:spTgt>
                                        </p:tgtEl>
                                        <p:attrNameLst>
                                          <p:attrName>ppt_x</p:attrName>
                                        </p:attrNameLst>
                                      </p:cBhvr>
                                      <p:tavLst>
                                        <p:tav tm="0">
                                          <p:val>
                                            <p:strVal val="0-#ppt_w/2"/>
                                          </p:val>
                                        </p:tav>
                                        <p:tav tm="100000">
                                          <p:val>
                                            <p:strVal val="#ppt_x"/>
                                          </p:val>
                                        </p:tav>
                                      </p:tavLst>
                                    </p:anim>
                                    <p:anim calcmode="lin" valueType="num">
                                      <p:cBhvr additive="base">
                                        <p:cTn id="14" dur="1000" fill="hold"/>
                                        <p:tgtEl>
                                          <p:spTgt spid="3">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1000" fill="hold"/>
                                        <p:tgtEl>
                                          <p:spTgt spid="3">
                                            <p:txEl>
                                              <p:pRg st="2" end="2"/>
                                            </p:txEl>
                                          </p:spTgt>
                                        </p:tgtEl>
                                        <p:attrNameLst>
                                          <p:attrName>ppt_x</p:attrName>
                                        </p:attrNameLst>
                                      </p:cBhvr>
                                      <p:tavLst>
                                        <p:tav tm="0">
                                          <p:val>
                                            <p:strVal val="0-#ppt_w/2"/>
                                          </p:val>
                                        </p:tav>
                                        <p:tav tm="100000">
                                          <p:val>
                                            <p:strVal val="#ppt_x"/>
                                          </p:val>
                                        </p:tav>
                                      </p:tavLst>
                                    </p:anim>
                                    <p:anim calcmode="lin" valueType="num">
                                      <p:cBhvr additive="base">
                                        <p:cTn id="20" dur="1000" fill="hold"/>
                                        <p:tgtEl>
                                          <p:spTgt spid="3">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1000" fill="hold"/>
                                        <p:tgtEl>
                                          <p:spTgt spid="3">
                                            <p:txEl>
                                              <p:pRg st="3" end="3"/>
                                            </p:txEl>
                                          </p:spTgt>
                                        </p:tgtEl>
                                        <p:attrNameLst>
                                          <p:attrName>ppt_x</p:attrName>
                                        </p:attrNameLst>
                                      </p:cBhvr>
                                      <p:tavLst>
                                        <p:tav tm="0">
                                          <p:val>
                                            <p:strVal val="0-#ppt_w/2"/>
                                          </p:val>
                                        </p:tav>
                                        <p:tav tm="100000">
                                          <p:val>
                                            <p:strVal val="#ppt_x"/>
                                          </p:val>
                                        </p:tav>
                                      </p:tavLst>
                                    </p:anim>
                                    <p:anim calcmode="lin" valueType="num">
                                      <p:cBhvr additive="base">
                                        <p:cTn id="26" dur="1000" fill="hold"/>
                                        <p:tgtEl>
                                          <p:spTgt spid="3">
                                            <p:txEl>
                                              <p:pRg st="3" end="3"/>
                                            </p:txEl>
                                          </p:spTgt>
                                        </p:tgtEl>
                                        <p:attrNameLst>
                                          <p:attrName>ppt_y</p:attrName>
                                        </p:attrNameLst>
                                      </p:cBhvr>
                                      <p:tavLst>
                                        <p:tav tm="0">
                                          <p:val>
                                            <p:strVal val="#ppt_y"/>
                                          </p:val>
                                        </p:tav>
                                        <p:tav tm="100000">
                                          <p:val>
                                            <p:strVal val="#ppt_y"/>
                                          </p:val>
                                        </p:tav>
                                      </p:tavLst>
                                    </p:anim>
                                  </p:childTnLst>
                                </p:cTn>
                              </p:par>
                              <p:par>
                                <p:cTn id="27" presetID="2" presetClass="entr" presetSubtype="8" fill="hold" nodeType="withEffect">
                                  <p:stCondLst>
                                    <p:cond delay="0"/>
                                  </p:stCondLst>
                                  <p:childTnLst>
                                    <p:set>
                                      <p:cBhvr>
                                        <p:cTn id="28" dur="1" fill="hold">
                                          <p:stCondLst>
                                            <p:cond delay="0"/>
                                          </p:stCondLst>
                                        </p:cTn>
                                        <p:tgtEl>
                                          <p:spTgt spid="3">
                                            <p:txEl>
                                              <p:pRg st="4" end="4"/>
                                            </p:txEl>
                                          </p:spTgt>
                                        </p:tgtEl>
                                        <p:attrNameLst>
                                          <p:attrName>style.visibility</p:attrName>
                                        </p:attrNameLst>
                                      </p:cBhvr>
                                      <p:to>
                                        <p:strVal val="visible"/>
                                      </p:to>
                                    </p:set>
                                    <p:anim calcmode="lin" valueType="num">
                                      <p:cBhvr additive="base">
                                        <p:cTn id="29" dur="1000" fill="hold"/>
                                        <p:tgtEl>
                                          <p:spTgt spid="3">
                                            <p:txEl>
                                              <p:pRg st="4" end="4"/>
                                            </p:txEl>
                                          </p:spTgt>
                                        </p:tgtEl>
                                        <p:attrNameLst>
                                          <p:attrName>ppt_x</p:attrName>
                                        </p:attrNameLst>
                                      </p:cBhvr>
                                      <p:tavLst>
                                        <p:tav tm="0">
                                          <p:val>
                                            <p:strVal val="0-#ppt_w/2"/>
                                          </p:val>
                                        </p:tav>
                                        <p:tav tm="100000">
                                          <p:val>
                                            <p:strVal val="#ppt_x"/>
                                          </p:val>
                                        </p:tav>
                                      </p:tavLst>
                                    </p:anim>
                                    <p:anim calcmode="lin" valueType="num">
                                      <p:cBhvr additive="base">
                                        <p:cTn id="30" dur="1000" fill="hold"/>
                                        <p:tgtEl>
                                          <p:spTgt spid="3">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1" fill="hold" nodeType="clickPar">
                      <p:stCondLst>
                        <p:cond delay="indefinite"/>
                      </p:stCondLst>
                      <p:childTnLst>
                        <p:par>
                          <p:cTn id="32" fill="hold" nodeType="withGroup">
                            <p:stCondLst>
                              <p:cond delay="0"/>
                            </p:stCondLst>
                            <p:childTnLst>
                              <p:par>
                                <p:cTn id="33" presetID="2" presetClass="entr" presetSubtype="8" fill="hold" nodeType="clickEffect">
                                  <p:stCondLst>
                                    <p:cond delay="0"/>
                                  </p:stCondLst>
                                  <p:childTnLst>
                                    <p:set>
                                      <p:cBhvr>
                                        <p:cTn id="34" dur="1" fill="hold">
                                          <p:stCondLst>
                                            <p:cond delay="0"/>
                                          </p:stCondLst>
                                        </p:cTn>
                                        <p:tgtEl>
                                          <p:spTgt spid="3">
                                            <p:txEl>
                                              <p:pRg st="5" end="5"/>
                                            </p:txEl>
                                          </p:spTgt>
                                        </p:tgtEl>
                                        <p:attrNameLst>
                                          <p:attrName>style.visibility</p:attrName>
                                        </p:attrNameLst>
                                      </p:cBhvr>
                                      <p:to>
                                        <p:strVal val="visible"/>
                                      </p:to>
                                    </p:set>
                                    <p:anim calcmode="lin" valueType="num">
                                      <p:cBhvr additive="base">
                                        <p:cTn id="35" dur="1000" fill="hold"/>
                                        <p:tgtEl>
                                          <p:spTgt spid="3">
                                            <p:txEl>
                                              <p:pRg st="5" end="5"/>
                                            </p:txEl>
                                          </p:spTgt>
                                        </p:tgtEl>
                                        <p:attrNameLst>
                                          <p:attrName>ppt_x</p:attrName>
                                        </p:attrNameLst>
                                      </p:cBhvr>
                                      <p:tavLst>
                                        <p:tav tm="0">
                                          <p:val>
                                            <p:strVal val="0-#ppt_w/2"/>
                                          </p:val>
                                        </p:tav>
                                        <p:tav tm="100000">
                                          <p:val>
                                            <p:strVal val="#ppt_x"/>
                                          </p:val>
                                        </p:tav>
                                      </p:tavLst>
                                    </p:anim>
                                    <p:anim calcmode="lin" valueType="num">
                                      <p:cBhvr additive="base">
                                        <p:cTn id="36" dur="1000" fill="hold"/>
                                        <p:tgtEl>
                                          <p:spTgt spid="3">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37" fill="hold" nodeType="clickPar">
                      <p:stCondLst>
                        <p:cond delay="indefinite"/>
                      </p:stCondLst>
                      <p:childTnLst>
                        <p:par>
                          <p:cTn id="38" fill="hold" nodeType="withGroup">
                            <p:stCondLst>
                              <p:cond delay="0"/>
                            </p:stCondLst>
                            <p:childTnLst>
                              <p:par>
                                <p:cTn id="39" presetID="2" presetClass="entr" presetSubtype="8" fill="hold" nodeType="clickEffect">
                                  <p:stCondLst>
                                    <p:cond delay="0"/>
                                  </p:stCondLst>
                                  <p:childTnLst>
                                    <p:set>
                                      <p:cBhvr>
                                        <p:cTn id="40" dur="1" fill="hold">
                                          <p:stCondLst>
                                            <p:cond delay="0"/>
                                          </p:stCondLst>
                                        </p:cTn>
                                        <p:tgtEl>
                                          <p:spTgt spid="3">
                                            <p:txEl>
                                              <p:pRg st="6" end="6"/>
                                            </p:txEl>
                                          </p:spTgt>
                                        </p:tgtEl>
                                        <p:attrNameLst>
                                          <p:attrName>style.visibility</p:attrName>
                                        </p:attrNameLst>
                                      </p:cBhvr>
                                      <p:to>
                                        <p:strVal val="visible"/>
                                      </p:to>
                                    </p:set>
                                    <p:anim calcmode="lin" valueType="num">
                                      <p:cBhvr additive="base">
                                        <p:cTn id="41" dur="1000" fill="hold"/>
                                        <p:tgtEl>
                                          <p:spTgt spid="3">
                                            <p:txEl>
                                              <p:pRg st="6" end="6"/>
                                            </p:txEl>
                                          </p:spTgt>
                                        </p:tgtEl>
                                        <p:attrNameLst>
                                          <p:attrName>ppt_x</p:attrName>
                                        </p:attrNameLst>
                                      </p:cBhvr>
                                      <p:tavLst>
                                        <p:tav tm="0">
                                          <p:val>
                                            <p:strVal val="0-#ppt_w/2"/>
                                          </p:val>
                                        </p:tav>
                                        <p:tav tm="100000">
                                          <p:val>
                                            <p:strVal val="#ppt_x"/>
                                          </p:val>
                                        </p:tav>
                                      </p:tavLst>
                                    </p:anim>
                                    <p:anim calcmode="lin" valueType="num">
                                      <p:cBhvr additive="base">
                                        <p:cTn id="42" dur="1000" fill="hold"/>
                                        <p:tgtEl>
                                          <p:spTgt spid="3">
                                            <p:txEl>
                                              <p:pRg st="6" end="6"/>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标题 1"/>
          <p:cNvSpPr>
            <a:spLocks noGrp="1"/>
          </p:cNvSpPr>
          <p:nvPr>
            <p:ph type="title"/>
          </p:nvPr>
        </p:nvSpPr>
        <p:spPr>
          <a:xfrm>
            <a:off x="609600" y="1071563"/>
            <a:ext cx="10975975" cy="1066800"/>
          </a:xfrm>
        </p:spPr>
        <p:txBody>
          <a:bodyPr/>
          <a:lstStyle/>
          <a:p>
            <a:pPr eaLnBrk="1" hangingPunct="1">
              <a:defRPr/>
            </a:pPr>
            <a:r>
              <a:rPr lang="zh-CN" altLang="en-US">
                <a:solidFill>
                  <a:schemeClr val="accent5"/>
                </a:solidFill>
                <a:latin typeface="微软雅黑" pitchFamily="34" charset="-122"/>
                <a:ea typeface="微软雅黑" pitchFamily="34" charset="-122"/>
              </a:rPr>
              <a:t>简单</a:t>
            </a:r>
            <a:r>
              <a:rPr lang="zh-CN" altLang="en-US" dirty="0">
                <a:solidFill>
                  <a:schemeClr val="accent5"/>
                </a:solidFill>
                <a:latin typeface="微软雅黑" pitchFamily="34" charset="-122"/>
                <a:ea typeface="微软雅黑" pitchFamily="34" charset="-122"/>
              </a:rPr>
              <a:t>的</a:t>
            </a:r>
            <a:r>
              <a:rPr lang="en-US" altLang="zh-CN" dirty="0">
                <a:solidFill>
                  <a:schemeClr val="accent5"/>
                </a:solidFill>
                <a:latin typeface="微软雅黑" pitchFamily="34" charset="-122"/>
                <a:ea typeface="微软雅黑" pitchFamily="34" charset="-122"/>
              </a:rPr>
              <a:t>I/O</a:t>
            </a:r>
            <a:r>
              <a:rPr lang="zh-CN" altLang="en-US" dirty="0">
                <a:solidFill>
                  <a:schemeClr val="accent5"/>
                </a:solidFill>
                <a:latin typeface="微软雅黑" pitchFamily="34" charset="-122"/>
                <a:ea typeface="微软雅黑" pitchFamily="34" charset="-122"/>
              </a:rPr>
              <a:t>格式控制</a:t>
            </a:r>
          </a:p>
        </p:txBody>
      </p:sp>
      <p:graphicFrame>
        <p:nvGraphicFramePr>
          <p:cNvPr id="6" name="内容占位符 5"/>
          <p:cNvGraphicFramePr>
            <a:graphicFrameLocks noGrp="1"/>
          </p:cNvGraphicFramePr>
          <p:nvPr>
            <p:ph idx="1"/>
            <p:extLst>
              <p:ext uri="{D42A27DB-BD31-4B8C-83A1-F6EECF244321}">
                <p14:modId xmlns:p14="http://schemas.microsoft.com/office/powerpoint/2010/main" val="2413902549"/>
              </p:ext>
            </p:extLst>
          </p:nvPr>
        </p:nvGraphicFramePr>
        <p:xfrm>
          <a:off x="1025525" y="2382838"/>
          <a:ext cx="9464550" cy="3571875"/>
        </p:xfrm>
        <a:graphic>
          <a:graphicData uri="http://schemas.openxmlformats.org/drawingml/2006/table">
            <a:tbl>
              <a:tblPr/>
              <a:tblGrid>
                <a:gridCol w="2993887">
                  <a:extLst>
                    <a:ext uri="{9D8B030D-6E8A-4147-A177-3AD203B41FA5}">
                      <a16:colId xmlns:a16="http://schemas.microsoft.com/office/drawing/2014/main" val="20000"/>
                    </a:ext>
                  </a:extLst>
                </a:gridCol>
                <a:gridCol w="6470663">
                  <a:extLst>
                    <a:ext uri="{9D8B030D-6E8A-4147-A177-3AD203B41FA5}">
                      <a16:colId xmlns:a16="http://schemas.microsoft.com/office/drawing/2014/main" val="20001"/>
                    </a:ext>
                  </a:extLst>
                </a:gridCol>
              </a:tblGrid>
              <a:tr h="396875">
                <a:tc>
                  <a:txBody>
                    <a:bodyPr/>
                    <a:lstStyle/>
                    <a:p>
                      <a:pPr indent="266700" algn="ctr">
                        <a:lnSpc>
                          <a:spcPct val="100000"/>
                        </a:lnSpc>
                        <a:spcAft>
                          <a:spcPts val="0"/>
                        </a:spcAft>
                      </a:pPr>
                      <a:r>
                        <a:rPr lang="zh-CN" sz="1800" kern="100" dirty="0">
                          <a:latin typeface="微软雅黑" panose="020B0503020204020204" pitchFamily="34" charset="-122"/>
                          <a:ea typeface="微软雅黑" panose="020B0503020204020204" pitchFamily="34" charset="-122"/>
                          <a:cs typeface="Times New Roman"/>
                        </a:rPr>
                        <a:t>操纵符名</a:t>
                      </a:r>
                    </a:p>
                  </a:txBody>
                  <a:tcPr marL="91464" marR="91464" marT="107999"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ctr">
                        <a:lnSpc>
                          <a:spcPct val="100000"/>
                        </a:lnSpc>
                        <a:spcAft>
                          <a:spcPts val="0"/>
                        </a:spcAft>
                      </a:pPr>
                      <a:r>
                        <a:rPr lang="zh-CN" sz="1800" kern="100" dirty="0">
                          <a:latin typeface="微软雅黑" panose="020B0503020204020204" pitchFamily="34" charset="-122"/>
                          <a:ea typeface="微软雅黑" panose="020B0503020204020204" pitchFamily="34" charset="-122"/>
                          <a:cs typeface="Times New Roman"/>
                        </a:rPr>
                        <a:t>含</a:t>
                      </a:r>
                      <a:r>
                        <a:rPr lang="en-US" sz="1800" kern="100" dirty="0">
                          <a:latin typeface="微软雅黑" panose="020B0503020204020204" pitchFamily="34" charset="-122"/>
                          <a:ea typeface="微软雅黑" panose="020B0503020204020204" pitchFamily="34" charset="-122"/>
                          <a:cs typeface="Times New Roman"/>
                        </a:rPr>
                        <a:t>         </a:t>
                      </a:r>
                      <a:r>
                        <a:rPr lang="zh-CN" sz="1800" kern="100" dirty="0">
                          <a:latin typeface="微软雅黑" panose="020B0503020204020204" pitchFamily="34" charset="-122"/>
                          <a:ea typeface="微软雅黑" panose="020B0503020204020204" pitchFamily="34" charset="-122"/>
                          <a:cs typeface="Times New Roman"/>
                        </a:rPr>
                        <a:t>义</a:t>
                      </a:r>
                    </a:p>
                  </a:txBody>
                  <a:tcPr marL="91464" marR="91464" marT="107999"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396875">
                <a:tc>
                  <a:txBody>
                    <a:bodyPr/>
                    <a:lstStyle/>
                    <a:p>
                      <a:pPr indent="266700" algn="just">
                        <a:lnSpc>
                          <a:spcPct val="100000"/>
                        </a:lnSpc>
                        <a:spcAft>
                          <a:spcPts val="0"/>
                        </a:spcAft>
                      </a:pPr>
                      <a:r>
                        <a:rPr lang="en-US" sz="1800" kern="100" dirty="0">
                          <a:latin typeface="微软雅黑" panose="020B0503020204020204" pitchFamily="34" charset="-122"/>
                          <a:ea typeface="微软雅黑" panose="020B0503020204020204" pitchFamily="34" charset="-122"/>
                          <a:cs typeface="Times New Roman"/>
                        </a:rPr>
                        <a:t>        </a:t>
                      </a:r>
                      <a:r>
                        <a:rPr lang="en-US" sz="1800" kern="100" dirty="0" err="1">
                          <a:latin typeface="微软雅黑" panose="020B0503020204020204" pitchFamily="34" charset="-122"/>
                          <a:ea typeface="微软雅黑" panose="020B0503020204020204" pitchFamily="34" charset="-122"/>
                          <a:cs typeface="Times New Roman"/>
                        </a:rPr>
                        <a:t>dec</a:t>
                      </a:r>
                      <a:endParaRPr lang="zh-CN" sz="1800" kern="100" dirty="0">
                        <a:latin typeface="微软雅黑" panose="020B0503020204020204" pitchFamily="34" charset="-122"/>
                        <a:ea typeface="微软雅黑" panose="020B0503020204020204" pitchFamily="34" charset="-122"/>
                        <a:cs typeface="Times New Roman"/>
                      </a:endParaRPr>
                    </a:p>
                  </a:txBody>
                  <a:tcPr marL="91464" marR="91464" marT="107999" marB="0">
                    <a:lnL>
                      <a:noFill/>
                    </a:lnL>
                    <a:lnR>
                      <a:noFill/>
                    </a:lnR>
                    <a:lnT w="12700" cap="flat" cmpd="sng" algn="ctr">
                      <a:solidFill>
                        <a:srgbClr val="000000"/>
                      </a:solidFill>
                      <a:prstDash val="solid"/>
                      <a:round/>
                      <a:headEnd type="none" w="med" len="med"/>
                      <a:tailEnd type="none" w="med" len="med"/>
                    </a:lnT>
                    <a:lnB>
                      <a:noFill/>
                    </a:lnB>
                  </a:tcPr>
                </a:tc>
                <a:tc>
                  <a:txBody>
                    <a:bodyPr/>
                    <a:lstStyle/>
                    <a:p>
                      <a:pPr indent="266700" algn="just">
                        <a:lnSpc>
                          <a:spcPct val="100000"/>
                        </a:lnSpc>
                        <a:spcAft>
                          <a:spcPts val="0"/>
                        </a:spcAft>
                      </a:pPr>
                      <a:r>
                        <a:rPr lang="en-US" altLang="zh-CN" sz="1800" kern="100" dirty="0">
                          <a:latin typeface="微软雅黑" panose="020B0503020204020204" pitchFamily="34" charset="-122"/>
                          <a:ea typeface="微软雅黑" panose="020B0503020204020204" pitchFamily="34" charset="-122"/>
                          <a:cs typeface="Times New Roman"/>
                        </a:rPr>
                        <a:t>            </a:t>
                      </a:r>
                      <a:r>
                        <a:rPr lang="zh-CN" sz="1800" kern="100" dirty="0">
                          <a:latin typeface="微软雅黑" panose="020B0503020204020204" pitchFamily="34" charset="-122"/>
                          <a:ea typeface="微软雅黑" panose="020B0503020204020204" pitchFamily="34" charset="-122"/>
                          <a:cs typeface="Times New Roman"/>
                        </a:rPr>
                        <a:t>数值数据采用十进制表示</a:t>
                      </a:r>
                    </a:p>
                  </a:txBody>
                  <a:tcPr marL="91464" marR="91464" marT="107999" marB="0">
                    <a:lnL>
                      <a:noFill/>
                    </a:lnL>
                    <a:lnR>
                      <a:noFill/>
                    </a:lnR>
                    <a:lnT w="1270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10001"/>
                  </a:ext>
                </a:extLst>
              </a:tr>
              <a:tr h="396875">
                <a:tc>
                  <a:txBody>
                    <a:bodyPr/>
                    <a:lstStyle/>
                    <a:p>
                      <a:pPr indent="266700" algn="just">
                        <a:lnSpc>
                          <a:spcPct val="100000"/>
                        </a:lnSpc>
                        <a:spcAft>
                          <a:spcPts val="0"/>
                        </a:spcAft>
                      </a:pPr>
                      <a:r>
                        <a:rPr lang="en-US" sz="1800" kern="100" dirty="0">
                          <a:latin typeface="微软雅黑" panose="020B0503020204020204" pitchFamily="34" charset="-122"/>
                          <a:ea typeface="微软雅黑" panose="020B0503020204020204" pitchFamily="34" charset="-122"/>
                          <a:cs typeface="Times New Roman"/>
                        </a:rPr>
                        <a:t>        hex</a:t>
                      </a:r>
                      <a:endParaRPr lang="zh-CN" sz="1800" kern="100" dirty="0">
                        <a:latin typeface="微软雅黑" panose="020B0503020204020204" pitchFamily="34" charset="-122"/>
                        <a:ea typeface="微软雅黑" panose="020B0503020204020204" pitchFamily="34" charset="-122"/>
                        <a:cs typeface="Times New Roman"/>
                      </a:endParaRPr>
                    </a:p>
                  </a:txBody>
                  <a:tcPr marL="91464" marR="91464" marT="107999" marB="0">
                    <a:lnL>
                      <a:noFill/>
                    </a:lnL>
                    <a:lnR>
                      <a:noFill/>
                    </a:lnR>
                    <a:lnT>
                      <a:noFill/>
                    </a:lnT>
                    <a:lnB>
                      <a:noFill/>
                    </a:lnB>
                  </a:tcPr>
                </a:tc>
                <a:tc>
                  <a:txBody>
                    <a:bodyPr/>
                    <a:lstStyle/>
                    <a:p>
                      <a:pPr indent="266700" algn="just">
                        <a:lnSpc>
                          <a:spcPct val="100000"/>
                        </a:lnSpc>
                        <a:spcAft>
                          <a:spcPts val="0"/>
                        </a:spcAft>
                      </a:pPr>
                      <a:r>
                        <a:rPr lang="en-US" altLang="zh-CN" sz="1800" kern="100" dirty="0">
                          <a:latin typeface="微软雅黑" panose="020B0503020204020204" pitchFamily="34" charset="-122"/>
                          <a:ea typeface="微软雅黑" panose="020B0503020204020204" pitchFamily="34" charset="-122"/>
                          <a:cs typeface="Times New Roman"/>
                        </a:rPr>
                        <a:t>            </a:t>
                      </a:r>
                      <a:r>
                        <a:rPr lang="zh-CN" sz="1800" kern="100" dirty="0">
                          <a:latin typeface="微软雅黑" panose="020B0503020204020204" pitchFamily="34" charset="-122"/>
                          <a:ea typeface="微软雅黑" panose="020B0503020204020204" pitchFamily="34" charset="-122"/>
                          <a:cs typeface="Times New Roman"/>
                        </a:rPr>
                        <a:t>数值数据采用十六进制表示</a:t>
                      </a:r>
                    </a:p>
                  </a:txBody>
                  <a:tcPr marL="91464" marR="91464" marT="107999" marB="0">
                    <a:lnL>
                      <a:noFill/>
                    </a:lnL>
                    <a:lnR>
                      <a:noFill/>
                    </a:lnR>
                    <a:lnT>
                      <a:noFill/>
                    </a:lnT>
                    <a:lnB>
                      <a:noFill/>
                    </a:lnB>
                  </a:tcPr>
                </a:tc>
                <a:extLst>
                  <a:ext uri="{0D108BD9-81ED-4DB2-BD59-A6C34878D82A}">
                    <a16:rowId xmlns:a16="http://schemas.microsoft.com/office/drawing/2014/main" val="10002"/>
                  </a:ext>
                </a:extLst>
              </a:tr>
              <a:tr h="396875">
                <a:tc>
                  <a:txBody>
                    <a:bodyPr/>
                    <a:lstStyle/>
                    <a:p>
                      <a:pPr indent="266700" algn="just">
                        <a:lnSpc>
                          <a:spcPct val="100000"/>
                        </a:lnSpc>
                        <a:spcAft>
                          <a:spcPts val="0"/>
                        </a:spcAft>
                      </a:pPr>
                      <a:r>
                        <a:rPr lang="en-US" sz="1800" kern="100" dirty="0">
                          <a:latin typeface="微软雅黑" panose="020B0503020204020204" pitchFamily="34" charset="-122"/>
                          <a:ea typeface="微软雅黑" panose="020B0503020204020204" pitchFamily="34" charset="-122"/>
                          <a:cs typeface="Times New Roman"/>
                        </a:rPr>
                        <a:t>        </a:t>
                      </a:r>
                      <a:r>
                        <a:rPr lang="en-US" sz="1800" kern="100" dirty="0" err="1">
                          <a:latin typeface="微软雅黑" panose="020B0503020204020204" pitchFamily="34" charset="-122"/>
                          <a:ea typeface="微软雅黑" panose="020B0503020204020204" pitchFamily="34" charset="-122"/>
                          <a:cs typeface="Times New Roman"/>
                        </a:rPr>
                        <a:t>oct</a:t>
                      </a:r>
                      <a:endParaRPr lang="zh-CN" sz="1800" kern="100" dirty="0">
                        <a:latin typeface="微软雅黑" panose="020B0503020204020204" pitchFamily="34" charset="-122"/>
                        <a:ea typeface="微软雅黑" panose="020B0503020204020204" pitchFamily="34" charset="-122"/>
                        <a:cs typeface="Times New Roman"/>
                      </a:endParaRPr>
                    </a:p>
                  </a:txBody>
                  <a:tcPr marL="91464" marR="91464" marT="107999" marB="0">
                    <a:lnL>
                      <a:noFill/>
                    </a:lnL>
                    <a:lnR>
                      <a:noFill/>
                    </a:lnR>
                    <a:lnT>
                      <a:noFill/>
                    </a:lnT>
                    <a:lnB>
                      <a:noFill/>
                    </a:lnB>
                  </a:tcPr>
                </a:tc>
                <a:tc>
                  <a:txBody>
                    <a:bodyPr/>
                    <a:lstStyle/>
                    <a:p>
                      <a:pPr indent="266700" algn="just">
                        <a:lnSpc>
                          <a:spcPct val="100000"/>
                        </a:lnSpc>
                        <a:spcAft>
                          <a:spcPts val="0"/>
                        </a:spcAft>
                      </a:pPr>
                      <a:r>
                        <a:rPr lang="en-US" altLang="zh-CN" sz="1800" kern="100" dirty="0">
                          <a:latin typeface="微软雅黑" panose="020B0503020204020204" pitchFamily="34" charset="-122"/>
                          <a:ea typeface="微软雅黑" panose="020B0503020204020204" pitchFamily="34" charset="-122"/>
                          <a:cs typeface="Times New Roman"/>
                        </a:rPr>
                        <a:t>            </a:t>
                      </a:r>
                      <a:r>
                        <a:rPr lang="zh-CN" sz="1800" kern="100" dirty="0">
                          <a:latin typeface="微软雅黑" panose="020B0503020204020204" pitchFamily="34" charset="-122"/>
                          <a:ea typeface="微软雅黑" panose="020B0503020204020204" pitchFamily="34" charset="-122"/>
                          <a:cs typeface="Times New Roman"/>
                        </a:rPr>
                        <a:t>数值数据采用八进制表示</a:t>
                      </a:r>
                    </a:p>
                  </a:txBody>
                  <a:tcPr marL="91464" marR="91464" marT="107999" marB="0">
                    <a:lnL>
                      <a:noFill/>
                    </a:lnL>
                    <a:lnR>
                      <a:noFill/>
                    </a:lnR>
                    <a:lnT>
                      <a:noFill/>
                    </a:lnT>
                    <a:lnB>
                      <a:noFill/>
                    </a:lnB>
                  </a:tcPr>
                </a:tc>
                <a:extLst>
                  <a:ext uri="{0D108BD9-81ED-4DB2-BD59-A6C34878D82A}">
                    <a16:rowId xmlns:a16="http://schemas.microsoft.com/office/drawing/2014/main" val="10003"/>
                  </a:ext>
                </a:extLst>
              </a:tr>
              <a:tr h="396875">
                <a:tc>
                  <a:txBody>
                    <a:bodyPr/>
                    <a:lstStyle/>
                    <a:p>
                      <a:pPr indent="266700" algn="just">
                        <a:lnSpc>
                          <a:spcPct val="100000"/>
                        </a:lnSpc>
                        <a:spcAft>
                          <a:spcPts val="0"/>
                        </a:spcAft>
                      </a:pPr>
                      <a:r>
                        <a:rPr lang="en-US" sz="1800" kern="100" dirty="0">
                          <a:latin typeface="微软雅黑" panose="020B0503020204020204" pitchFamily="34" charset="-122"/>
                          <a:ea typeface="微软雅黑" panose="020B0503020204020204" pitchFamily="34" charset="-122"/>
                          <a:cs typeface="Times New Roman"/>
                        </a:rPr>
                        <a:t>        </a:t>
                      </a:r>
                      <a:r>
                        <a:rPr lang="en-US" sz="1800" kern="100" dirty="0" err="1">
                          <a:latin typeface="微软雅黑" panose="020B0503020204020204" pitchFamily="34" charset="-122"/>
                          <a:ea typeface="微软雅黑" panose="020B0503020204020204" pitchFamily="34" charset="-122"/>
                          <a:cs typeface="Times New Roman"/>
                        </a:rPr>
                        <a:t>ws</a:t>
                      </a:r>
                      <a:endParaRPr lang="zh-CN" sz="1800" kern="100" dirty="0">
                        <a:latin typeface="微软雅黑" panose="020B0503020204020204" pitchFamily="34" charset="-122"/>
                        <a:ea typeface="微软雅黑" panose="020B0503020204020204" pitchFamily="34" charset="-122"/>
                        <a:cs typeface="Times New Roman"/>
                      </a:endParaRPr>
                    </a:p>
                  </a:txBody>
                  <a:tcPr marL="91464" marR="91464" marT="107999" marB="0">
                    <a:lnL>
                      <a:noFill/>
                    </a:lnL>
                    <a:lnR>
                      <a:noFill/>
                    </a:lnR>
                    <a:lnT>
                      <a:noFill/>
                    </a:lnT>
                    <a:lnB>
                      <a:noFill/>
                    </a:lnB>
                  </a:tcPr>
                </a:tc>
                <a:tc>
                  <a:txBody>
                    <a:bodyPr/>
                    <a:lstStyle/>
                    <a:p>
                      <a:pPr indent="266700" algn="just">
                        <a:lnSpc>
                          <a:spcPct val="100000"/>
                        </a:lnSpc>
                        <a:spcAft>
                          <a:spcPts val="0"/>
                        </a:spcAft>
                      </a:pPr>
                      <a:r>
                        <a:rPr lang="en-US" altLang="zh-CN" sz="1800" kern="100" dirty="0">
                          <a:latin typeface="微软雅黑" panose="020B0503020204020204" pitchFamily="34" charset="-122"/>
                          <a:ea typeface="微软雅黑" panose="020B0503020204020204" pitchFamily="34" charset="-122"/>
                          <a:cs typeface="Times New Roman"/>
                        </a:rPr>
                        <a:t>            </a:t>
                      </a:r>
                      <a:r>
                        <a:rPr lang="zh-CN" sz="1800" kern="100" dirty="0">
                          <a:latin typeface="微软雅黑" panose="020B0503020204020204" pitchFamily="34" charset="-122"/>
                          <a:ea typeface="微软雅黑" panose="020B0503020204020204" pitchFamily="34" charset="-122"/>
                          <a:cs typeface="Times New Roman"/>
                        </a:rPr>
                        <a:t>提取空白符</a:t>
                      </a:r>
                    </a:p>
                  </a:txBody>
                  <a:tcPr marL="91464" marR="91464" marT="107999" marB="0">
                    <a:lnL>
                      <a:noFill/>
                    </a:lnL>
                    <a:lnR>
                      <a:noFill/>
                    </a:lnR>
                    <a:lnT>
                      <a:noFill/>
                    </a:lnT>
                    <a:lnB>
                      <a:noFill/>
                    </a:lnB>
                  </a:tcPr>
                </a:tc>
                <a:extLst>
                  <a:ext uri="{0D108BD9-81ED-4DB2-BD59-A6C34878D82A}">
                    <a16:rowId xmlns:a16="http://schemas.microsoft.com/office/drawing/2014/main" val="10004"/>
                  </a:ext>
                </a:extLst>
              </a:tr>
              <a:tr h="396875">
                <a:tc>
                  <a:txBody>
                    <a:bodyPr/>
                    <a:lstStyle/>
                    <a:p>
                      <a:pPr indent="266700" algn="just">
                        <a:lnSpc>
                          <a:spcPct val="100000"/>
                        </a:lnSpc>
                        <a:spcAft>
                          <a:spcPts val="0"/>
                        </a:spcAft>
                      </a:pPr>
                      <a:r>
                        <a:rPr lang="en-US" sz="1800" kern="100" dirty="0">
                          <a:latin typeface="微软雅黑" panose="020B0503020204020204" pitchFamily="34" charset="-122"/>
                          <a:ea typeface="微软雅黑" panose="020B0503020204020204" pitchFamily="34" charset="-122"/>
                          <a:cs typeface="Times New Roman"/>
                        </a:rPr>
                        <a:t>        </a:t>
                      </a:r>
                      <a:r>
                        <a:rPr lang="en-US" sz="1800" kern="100" dirty="0" err="1">
                          <a:latin typeface="微软雅黑" panose="020B0503020204020204" pitchFamily="34" charset="-122"/>
                          <a:ea typeface="微软雅黑" panose="020B0503020204020204" pitchFamily="34" charset="-122"/>
                          <a:cs typeface="Times New Roman"/>
                        </a:rPr>
                        <a:t>endl</a:t>
                      </a:r>
                      <a:endParaRPr lang="zh-CN" sz="1800" kern="100" dirty="0">
                        <a:latin typeface="微软雅黑" panose="020B0503020204020204" pitchFamily="34" charset="-122"/>
                        <a:ea typeface="微软雅黑" panose="020B0503020204020204" pitchFamily="34" charset="-122"/>
                        <a:cs typeface="Times New Roman"/>
                      </a:endParaRPr>
                    </a:p>
                  </a:txBody>
                  <a:tcPr marL="91464" marR="91464" marT="107999" marB="0">
                    <a:lnL>
                      <a:noFill/>
                    </a:lnL>
                    <a:lnR>
                      <a:noFill/>
                    </a:lnR>
                    <a:lnT>
                      <a:noFill/>
                    </a:lnT>
                    <a:lnB>
                      <a:noFill/>
                    </a:lnB>
                  </a:tcPr>
                </a:tc>
                <a:tc>
                  <a:txBody>
                    <a:bodyPr/>
                    <a:lstStyle/>
                    <a:p>
                      <a:pPr indent="266700" algn="just">
                        <a:lnSpc>
                          <a:spcPct val="100000"/>
                        </a:lnSpc>
                        <a:spcAft>
                          <a:spcPts val="0"/>
                        </a:spcAft>
                      </a:pPr>
                      <a:r>
                        <a:rPr lang="en-US" altLang="zh-CN" sz="1800" kern="100" dirty="0">
                          <a:latin typeface="微软雅黑" panose="020B0503020204020204" pitchFamily="34" charset="-122"/>
                          <a:ea typeface="微软雅黑" panose="020B0503020204020204" pitchFamily="34" charset="-122"/>
                          <a:cs typeface="Times New Roman"/>
                        </a:rPr>
                        <a:t>            </a:t>
                      </a:r>
                      <a:r>
                        <a:rPr lang="zh-CN" sz="1800" kern="100" dirty="0">
                          <a:latin typeface="微软雅黑" panose="020B0503020204020204" pitchFamily="34" charset="-122"/>
                          <a:ea typeface="微软雅黑" panose="020B0503020204020204" pitchFamily="34" charset="-122"/>
                          <a:cs typeface="Times New Roman"/>
                        </a:rPr>
                        <a:t>插入换行符，并刷新流</a:t>
                      </a:r>
                    </a:p>
                  </a:txBody>
                  <a:tcPr marL="91464" marR="91464" marT="107999" marB="0">
                    <a:lnL>
                      <a:noFill/>
                    </a:lnL>
                    <a:lnR>
                      <a:noFill/>
                    </a:lnR>
                    <a:lnT>
                      <a:noFill/>
                    </a:lnT>
                    <a:lnB>
                      <a:noFill/>
                    </a:lnB>
                  </a:tcPr>
                </a:tc>
                <a:extLst>
                  <a:ext uri="{0D108BD9-81ED-4DB2-BD59-A6C34878D82A}">
                    <a16:rowId xmlns:a16="http://schemas.microsoft.com/office/drawing/2014/main" val="10005"/>
                  </a:ext>
                </a:extLst>
              </a:tr>
              <a:tr h="396875">
                <a:tc>
                  <a:txBody>
                    <a:bodyPr/>
                    <a:lstStyle/>
                    <a:p>
                      <a:pPr indent="266700" algn="just">
                        <a:lnSpc>
                          <a:spcPct val="100000"/>
                        </a:lnSpc>
                        <a:spcAft>
                          <a:spcPts val="0"/>
                        </a:spcAft>
                      </a:pPr>
                      <a:r>
                        <a:rPr lang="en-US" sz="1800" kern="100" dirty="0">
                          <a:latin typeface="微软雅黑" panose="020B0503020204020204" pitchFamily="34" charset="-122"/>
                          <a:ea typeface="微软雅黑" panose="020B0503020204020204" pitchFamily="34" charset="-122"/>
                          <a:cs typeface="Times New Roman"/>
                        </a:rPr>
                        <a:t>        ends</a:t>
                      </a:r>
                      <a:endParaRPr lang="zh-CN" sz="1800" kern="100" dirty="0">
                        <a:latin typeface="微软雅黑" panose="020B0503020204020204" pitchFamily="34" charset="-122"/>
                        <a:ea typeface="微软雅黑" panose="020B0503020204020204" pitchFamily="34" charset="-122"/>
                        <a:cs typeface="Times New Roman"/>
                      </a:endParaRPr>
                    </a:p>
                  </a:txBody>
                  <a:tcPr marL="91464" marR="91464" marT="107999" marB="0">
                    <a:lnL>
                      <a:noFill/>
                    </a:lnL>
                    <a:lnR>
                      <a:noFill/>
                    </a:lnR>
                    <a:lnT>
                      <a:noFill/>
                    </a:lnT>
                    <a:lnB>
                      <a:noFill/>
                    </a:lnB>
                  </a:tcPr>
                </a:tc>
                <a:tc>
                  <a:txBody>
                    <a:bodyPr/>
                    <a:lstStyle/>
                    <a:p>
                      <a:pPr indent="266700" algn="just">
                        <a:lnSpc>
                          <a:spcPct val="100000"/>
                        </a:lnSpc>
                        <a:spcAft>
                          <a:spcPts val="0"/>
                        </a:spcAft>
                      </a:pPr>
                      <a:r>
                        <a:rPr lang="en-US" altLang="zh-CN" sz="1800" kern="100" dirty="0">
                          <a:latin typeface="微软雅黑" panose="020B0503020204020204" pitchFamily="34" charset="-122"/>
                          <a:ea typeface="微软雅黑" panose="020B0503020204020204" pitchFamily="34" charset="-122"/>
                          <a:cs typeface="Times New Roman"/>
                        </a:rPr>
                        <a:t>            </a:t>
                      </a:r>
                      <a:r>
                        <a:rPr lang="zh-CN" sz="1800" kern="100" dirty="0">
                          <a:latin typeface="微软雅黑" panose="020B0503020204020204" pitchFamily="34" charset="-122"/>
                          <a:ea typeface="微软雅黑" panose="020B0503020204020204" pitchFamily="34" charset="-122"/>
                          <a:cs typeface="Times New Roman"/>
                        </a:rPr>
                        <a:t>插入空字符</a:t>
                      </a:r>
                    </a:p>
                  </a:txBody>
                  <a:tcPr marL="91464" marR="91464" marT="107999" marB="0">
                    <a:lnL>
                      <a:noFill/>
                    </a:lnL>
                    <a:lnR>
                      <a:noFill/>
                    </a:lnR>
                    <a:lnT>
                      <a:noFill/>
                    </a:lnT>
                    <a:lnB>
                      <a:noFill/>
                    </a:lnB>
                  </a:tcPr>
                </a:tc>
                <a:extLst>
                  <a:ext uri="{0D108BD9-81ED-4DB2-BD59-A6C34878D82A}">
                    <a16:rowId xmlns:a16="http://schemas.microsoft.com/office/drawing/2014/main" val="10006"/>
                  </a:ext>
                </a:extLst>
              </a:tr>
              <a:tr h="396875">
                <a:tc>
                  <a:txBody>
                    <a:bodyPr/>
                    <a:lstStyle/>
                    <a:p>
                      <a:pPr indent="266700" algn="just">
                        <a:lnSpc>
                          <a:spcPct val="100000"/>
                        </a:lnSpc>
                        <a:spcAft>
                          <a:spcPts val="0"/>
                        </a:spcAft>
                      </a:pPr>
                      <a:r>
                        <a:rPr lang="en-US" sz="1800" kern="100">
                          <a:latin typeface="微软雅黑" panose="020B0503020204020204" pitchFamily="34" charset="-122"/>
                          <a:ea typeface="微软雅黑" panose="020B0503020204020204" pitchFamily="34" charset="-122"/>
                          <a:cs typeface="Times New Roman"/>
                        </a:rPr>
                        <a:t>setprecision(int</a:t>
                      </a:r>
                      <a:r>
                        <a:rPr lang="en-US" sz="1800" kern="100" dirty="0">
                          <a:latin typeface="微软雅黑" panose="020B0503020204020204" pitchFamily="34" charset="-122"/>
                          <a:ea typeface="微软雅黑" panose="020B0503020204020204" pitchFamily="34" charset="-122"/>
                          <a:cs typeface="Times New Roman"/>
                        </a:rPr>
                        <a:t>)</a:t>
                      </a:r>
                      <a:endParaRPr lang="zh-CN" sz="1800" kern="100" dirty="0">
                        <a:latin typeface="微软雅黑" panose="020B0503020204020204" pitchFamily="34" charset="-122"/>
                        <a:ea typeface="微软雅黑" panose="020B0503020204020204" pitchFamily="34" charset="-122"/>
                        <a:cs typeface="Times New Roman"/>
                      </a:endParaRPr>
                    </a:p>
                  </a:txBody>
                  <a:tcPr marL="91464" marR="91464" marT="107999" marB="0">
                    <a:lnL>
                      <a:noFill/>
                    </a:lnL>
                    <a:lnR>
                      <a:noFill/>
                    </a:lnR>
                    <a:lnT>
                      <a:noFill/>
                    </a:lnT>
                    <a:lnB>
                      <a:noFill/>
                    </a:lnB>
                  </a:tcPr>
                </a:tc>
                <a:tc>
                  <a:txBody>
                    <a:bodyPr/>
                    <a:lstStyle/>
                    <a:p>
                      <a:pPr indent="266700" algn="just">
                        <a:lnSpc>
                          <a:spcPct val="100000"/>
                        </a:lnSpc>
                        <a:spcAft>
                          <a:spcPts val="0"/>
                        </a:spcAft>
                      </a:pPr>
                      <a:r>
                        <a:rPr lang="en-US" altLang="zh-CN" sz="1800" kern="100">
                          <a:latin typeface="微软雅黑" panose="020B0503020204020204" pitchFamily="34" charset="-122"/>
                          <a:ea typeface="微软雅黑" panose="020B0503020204020204" pitchFamily="34" charset="-122"/>
                          <a:cs typeface="Times New Roman"/>
                        </a:rPr>
                        <a:t>           </a:t>
                      </a:r>
                      <a:r>
                        <a:rPr lang="zh-CN" sz="1800" kern="100">
                          <a:latin typeface="微软雅黑" panose="020B0503020204020204" pitchFamily="34" charset="-122"/>
                          <a:ea typeface="微软雅黑" panose="020B0503020204020204" pitchFamily="34" charset="-122"/>
                          <a:cs typeface="Times New Roman"/>
                        </a:rPr>
                        <a:t>设</a:t>
                      </a:r>
                      <a:r>
                        <a:rPr lang="zh-CN" sz="1800" kern="100" dirty="0">
                          <a:latin typeface="微软雅黑" panose="020B0503020204020204" pitchFamily="34" charset="-122"/>
                          <a:ea typeface="微软雅黑" panose="020B0503020204020204" pitchFamily="34" charset="-122"/>
                          <a:cs typeface="Times New Roman"/>
                        </a:rPr>
                        <a:t>置浮点数的小数位数（包括小数点）</a:t>
                      </a:r>
                    </a:p>
                  </a:txBody>
                  <a:tcPr marL="91464" marR="91464" marT="107999" marB="0">
                    <a:lnL>
                      <a:noFill/>
                    </a:lnL>
                    <a:lnR>
                      <a:noFill/>
                    </a:lnR>
                    <a:lnT>
                      <a:noFill/>
                    </a:lnT>
                    <a:lnB>
                      <a:noFill/>
                    </a:lnB>
                  </a:tcPr>
                </a:tc>
                <a:extLst>
                  <a:ext uri="{0D108BD9-81ED-4DB2-BD59-A6C34878D82A}">
                    <a16:rowId xmlns:a16="http://schemas.microsoft.com/office/drawing/2014/main" val="10007"/>
                  </a:ext>
                </a:extLst>
              </a:tr>
              <a:tr h="396875">
                <a:tc>
                  <a:txBody>
                    <a:bodyPr/>
                    <a:lstStyle/>
                    <a:p>
                      <a:pPr indent="266700" algn="just">
                        <a:lnSpc>
                          <a:spcPct val="100000"/>
                        </a:lnSpc>
                        <a:spcAft>
                          <a:spcPts val="0"/>
                        </a:spcAft>
                      </a:pPr>
                      <a:r>
                        <a:rPr lang="en-US" sz="1800" kern="100" dirty="0">
                          <a:latin typeface="微软雅黑" panose="020B0503020204020204" pitchFamily="34" charset="-122"/>
                          <a:ea typeface="微软雅黑" panose="020B0503020204020204" pitchFamily="34" charset="-122"/>
                          <a:cs typeface="Times New Roman"/>
                        </a:rPr>
                        <a:t>        </a:t>
                      </a:r>
                      <a:r>
                        <a:rPr lang="en-US" sz="1800" kern="100" dirty="0" err="1">
                          <a:latin typeface="微软雅黑" panose="020B0503020204020204" pitchFamily="34" charset="-122"/>
                          <a:ea typeface="微软雅黑" panose="020B0503020204020204" pitchFamily="34" charset="-122"/>
                          <a:cs typeface="Times New Roman"/>
                        </a:rPr>
                        <a:t>setw</a:t>
                      </a:r>
                      <a:r>
                        <a:rPr lang="en-US" sz="1800" kern="100" dirty="0">
                          <a:latin typeface="微软雅黑" panose="020B0503020204020204" pitchFamily="34" charset="-122"/>
                          <a:ea typeface="微软雅黑" panose="020B0503020204020204" pitchFamily="34" charset="-122"/>
                          <a:cs typeface="Times New Roman"/>
                        </a:rPr>
                        <a:t>(</a:t>
                      </a:r>
                      <a:r>
                        <a:rPr lang="en-US" sz="1800" kern="100" dirty="0" err="1">
                          <a:latin typeface="微软雅黑" panose="020B0503020204020204" pitchFamily="34" charset="-122"/>
                          <a:ea typeface="微软雅黑" panose="020B0503020204020204" pitchFamily="34" charset="-122"/>
                          <a:cs typeface="Times New Roman"/>
                        </a:rPr>
                        <a:t>int</a:t>
                      </a:r>
                      <a:r>
                        <a:rPr lang="en-US" sz="1800" kern="100" dirty="0">
                          <a:latin typeface="微软雅黑" panose="020B0503020204020204" pitchFamily="34" charset="-122"/>
                          <a:ea typeface="微软雅黑" panose="020B0503020204020204" pitchFamily="34" charset="-122"/>
                          <a:cs typeface="Times New Roman"/>
                        </a:rPr>
                        <a:t>)</a:t>
                      </a:r>
                      <a:endParaRPr lang="zh-CN" sz="1800" kern="100" dirty="0">
                        <a:latin typeface="微软雅黑" panose="020B0503020204020204" pitchFamily="34" charset="-122"/>
                        <a:ea typeface="微软雅黑" panose="020B0503020204020204" pitchFamily="34" charset="-122"/>
                        <a:cs typeface="Times New Roman"/>
                      </a:endParaRPr>
                    </a:p>
                  </a:txBody>
                  <a:tcPr marL="91464" marR="91464" marT="107999" marB="0">
                    <a:lnL>
                      <a:noFill/>
                    </a:lnL>
                    <a:lnR>
                      <a:noFill/>
                    </a:lnR>
                    <a:lnT>
                      <a:noFill/>
                    </a:lnT>
                    <a:lnB w="12700" cap="flat" cmpd="sng" algn="ctr">
                      <a:solidFill>
                        <a:srgbClr val="000000"/>
                      </a:solidFill>
                      <a:prstDash val="solid"/>
                      <a:round/>
                      <a:headEnd type="none" w="med" len="med"/>
                      <a:tailEnd type="none" w="med" len="med"/>
                    </a:lnB>
                  </a:tcPr>
                </a:tc>
                <a:tc>
                  <a:txBody>
                    <a:bodyPr/>
                    <a:lstStyle/>
                    <a:p>
                      <a:pPr indent="266700" algn="just">
                        <a:lnSpc>
                          <a:spcPct val="100000"/>
                        </a:lnSpc>
                        <a:spcAft>
                          <a:spcPts val="0"/>
                        </a:spcAft>
                      </a:pPr>
                      <a:r>
                        <a:rPr lang="en-US" altLang="zh-CN" sz="1800" kern="100" dirty="0">
                          <a:latin typeface="微软雅黑" panose="020B0503020204020204" pitchFamily="34" charset="-122"/>
                          <a:ea typeface="微软雅黑" panose="020B0503020204020204" pitchFamily="34" charset="-122"/>
                          <a:cs typeface="Times New Roman"/>
                        </a:rPr>
                        <a:t>            </a:t>
                      </a:r>
                      <a:r>
                        <a:rPr lang="zh-CN" sz="1800" kern="100" dirty="0">
                          <a:latin typeface="微软雅黑" panose="020B0503020204020204" pitchFamily="34" charset="-122"/>
                          <a:ea typeface="微软雅黑" panose="020B0503020204020204" pitchFamily="34" charset="-122"/>
                          <a:cs typeface="Times New Roman"/>
                        </a:rPr>
                        <a:t>设置域宽</a:t>
                      </a:r>
                    </a:p>
                  </a:txBody>
                  <a:tcPr marL="91464" marR="91464" marT="107999" marB="0">
                    <a:lnL>
                      <a:noFill/>
                    </a:lnL>
                    <a:lnR>
                      <a:noFill/>
                    </a:lnR>
                    <a:lnT>
                      <a:noFill/>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8"/>
                  </a:ext>
                </a:extLst>
              </a:tr>
            </a:tbl>
          </a:graphicData>
        </a:graphic>
      </p:graphicFrame>
      <p:sp>
        <p:nvSpPr>
          <p:cNvPr id="93210" name="TextBox 7"/>
          <p:cNvSpPr txBox="1">
            <a:spLocks noChangeArrowheads="1"/>
          </p:cNvSpPr>
          <p:nvPr/>
        </p:nvSpPr>
        <p:spPr bwMode="auto">
          <a:xfrm>
            <a:off x="1168400" y="1857375"/>
            <a:ext cx="54292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隶书" panose="02010509060101010101" pitchFamily="49" charset="-122"/>
              </a:defRPr>
            </a:lvl1pPr>
            <a:lvl2pPr marL="742950" indent="-285750" eaLnBrk="0" hangingPunct="0">
              <a:defRPr kumimoji="1" sz="2400">
                <a:solidFill>
                  <a:schemeClr val="tx1"/>
                </a:solidFill>
                <a:latin typeface="Times New Roman" panose="02020603050405020304" pitchFamily="18" charset="0"/>
                <a:ea typeface="隶书" panose="02010509060101010101" pitchFamily="49" charset="-122"/>
              </a:defRPr>
            </a:lvl2pPr>
            <a:lvl3pPr marL="1143000" indent="-228600" eaLnBrk="0" hangingPunct="0">
              <a:defRPr kumimoji="1" sz="2400">
                <a:solidFill>
                  <a:schemeClr val="tx1"/>
                </a:solidFill>
                <a:latin typeface="Times New Roman" panose="02020603050405020304" pitchFamily="18" charset="0"/>
                <a:ea typeface="隶书" panose="02010509060101010101" pitchFamily="49" charset="-122"/>
              </a:defRPr>
            </a:lvl3pPr>
            <a:lvl4pPr marL="1600200" indent="-228600" eaLnBrk="0" hangingPunct="0">
              <a:defRPr kumimoji="1" sz="2400">
                <a:solidFill>
                  <a:schemeClr val="tx1"/>
                </a:solidFill>
                <a:latin typeface="Times New Roman" panose="02020603050405020304" pitchFamily="18" charset="0"/>
                <a:ea typeface="隶书" panose="02010509060101010101" pitchFamily="49" charset="-122"/>
              </a:defRPr>
            </a:lvl4pPr>
            <a:lvl5pPr marL="2057400" indent="-228600" eaLnBrk="0" hangingPunct="0">
              <a:defRPr kumimoji="1"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pPr eaLnBrk="1" hangingPunct="1"/>
            <a:r>
              <a:rPr lang="zh-CN" altLang="en-US" sz="1800">
                <a:latin typeface="微软雅黑" panose="020B0503020204020204" pitchFamily="34" charset="-122"/>
                <a:ea typeface="微软雅黑" panose="020B0503020204020204" pitchFamily="34" charset="-122"/>
              </a:rPr>
              <a:t>常用的</a:t>
            </a:r>
            <a:r>
              <a:rPr lang="en-US" altLang="zh-CN" sz="1800">
                <a:latin typeface="微软雅黑" panose="020B0503020204020204" pitchFamily="34" charset="-122"/>
                <a:ea typeface="微软雅黑" panose="020B0503020204020204" pitchFamily="34" charset="-122"/>
              </a:rPr>
              <a:t>I/O</a:t>
            </a:r>
            <a:r>
              <a:rPr lang="zh-CN" altLang="en-US" sz="1800">
                <a:latin typeface="微软雅黑" panose="020B0503020204020204" pitchFamily="34" charset="-122"/>
                <a:ea typeface="微软雅黑" panose="020B0503020204020204" pitchFamily="34" charset="-122"/>
              </a:rPr>
              <a:t>流类库操纵符</a:t>
            </a:r>
          </a:p>
        </p:txBody>
      </p:sp>
      <p:sp>
        <p:nvSpPr>
          <p:cNvPr id="93211" name="TextBox 8"/>
          <p:cNvSpPr txBox="1">
            <a:spLocks noChangeArrowheads="1"/>
          </p:cNvSpPr>
          <p:nvPr/>
        </p:nvSpPr>
        <p:spPr bwMode="auto">
          <a:xfrm>
            <a:off x="927100" y="6130925"/>
            <a:ext cx="103854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隶书" panose="02010509060101010101" pitchFamily="49" charset="-122"/>
              </a:defRPr>
            </a:lvl1pPr>
            <a:lvl2pPr marL="742950" indent="-285750" eaLnBrk="0" hangingPunct="0">
              <a:defRPr kumimoji="1" sz="2400">
                <a:solidFill>
                  <a:schemeClr val="tx1"/>
                </a:solidFill>
                <a:latin typeface="Times New Roman" panose="02020603050405020304" pitchFamily="18" charset="0"/>
                <a:ea typeface="隶书" panose="02010509060101010101" pitchFamily="49" charset="-122"/>
              </a:defRPr>
            </a:lvl2pPr>
            <a:lvl3pPr marL="1143000" indent="-228600" eaLnBrk="0" hangingPunct="0">
              <a:defRPr kumimoji="1" sz="2400">
                <a:solidFill>
                  <a:schemeClr val="tx1"/>
                </a:solidFill>
                <a:latin typeface="Times New Roman" panose="02020603050405020304" pitchFamily="18" charset="0"/>
                <a:ea typeface="隶书" panose="02010509060101010101" pitchFamily="49" charset="-122"/>
              </a:defRPr>
            </a:lvl3pPr>
            <a:lvl4pPr marL="1600200" indent="-228600" eaLnBrk="0" hangingPunct="0">
              <a:defRPr kumimoji="1" sz="2400">
                <a:solidFill>
                  <a:schemeClr val="tx1"/>
                </a:solidFill>
                <a:latin typeface="Times New Roman" panose="02020603050405020304" pitchFamily="18" charset="0"/>
                <a:ea typeface="隶书" panose="02010509060101010101" pitchFamily="49" charset="-122"/>
              </a:defRPr>
            </a:lvl4pPr>
            <a:lvl5pPr marL="2057400" indent="-228600" eaLnBrk="0" hangingPunct="0">
              <a:defRPr kumimoji="1"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pPr eaLnBrk="1" hangingPunct="1"/>
            <a:r>
              <a:rPr lang="zh-CN" altLang="en-US" sz="1800">
                <a:latin typeface="微软雅黑" panose="020B0503020204020204" pitchFamily="34" charset="-122"/>
                <a:ea typeface="微软雅黑" panose="020B0503020204020204" pitchFamily="34" charset="-122"/>
              </a:rPr>
              <a:t>例</a:t>
            </a:r>
            <a:r>
              <a:rPr lang="en-US" altLang="zh-CN" sz="1800">
                <a:latin typeface="微软雅黑" panose="020B0503020204020204" pitchFamily="34" charset="-122"/>
                <a:ea typeface="微软雅黑" panose="020B0503020204020204" pitchFamily="34" charset="-122"/>
              </a:rPr>
              <a:t>:cout &lt;&lt; setw(5) &lt;&lt; setprecision(3) &lt;&lt; 3.1415;</a:t>
            </a:r>
            <a:endParaRPr lang="zh-CN" altLang="en-US" sz="1800">
              <a:latin typeface="微软雅黑" panose="020B0503020204020204" pitchFamily="34" charset="-122"/>
              <a:ea typeface="微软雅黑" panose="020B0503020204020204" pitchFamily="34" charset="-122"/>
            </a:endParaRPr>
          </a:p>
        </p:txBody>
      </p:sp>
      <p:sp>
        <p:nvSpPr>
          <p:cNvPr id="2" name="灯片编号占位符 1"/>
          <p:cNvSpPr>
            <a:spLocks noGrp="1"/>
          </p:cNvSpPr>
          <p:nvPr>
            <p:ph type="sldNum" sz="quarter" idx="4"/>
          </p:nvPr>
        </p:nvSpPr>
        <p:spPr/>
        <p:txBody>
          <a:bodyPr/>
          <a:lstStyle/>
          <a:p>
            <a:fld id="{DEA904C8-CD7B-4714-BAE1-F1A91095C3EA}" type="slidenum">
              <a:rPr lang="zh-CN" altLang="en-US" smtClean="0"/>
              <a:pPr/>
              <a:t>47</a:t>
            </a:fld>
            <a:endParaRPr lang="zh-CN" altLang="en-US"/>
          </a:p>
        </p:txBody>
      </p:sp>
    </p:spTree>
    <p:extLst>
      <p:ext uri="{BB962C8B-B14F-4D97-AF65-F5344CB8AC3E}">
        <p14:creationId xmlns:p14="http://schemas.microsoft.com/office/powerpoint/2010/main" val="1121126264"/>
      </p:ext>
    </p:extLst>
  </p:cSld>
  <p:clrMapOvr>
    <a:masterClrMapping/>
  </p:clrMapOv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solidFill>
                  <a:srgbClr val="002060"/>
                </a:solidFill>
              </a:rPr>
              <a:t>例</a:t>
            </a:r>
            <a:r>
              <a:rPr lang="en-US" altLang="zh-CN">
                <a:solidFill>
                  <a:srgbClr val="002060"/>
                </a:solidFill>
              </a:rPr>
              <a:t>2_2</a:t>
            </a:r>
            <a:r>
              <a:rPr lang="zh-CN" altLang="en-US">
                <a:solidFill>
                  <a:srgbClr val="002060"/>
                </a:solidFill>
              </a:rPr>
              <a:t>：输入一个年份，判断是否闰年</a:t>
            </a:r>
            <a:endParaRPr lang="zh-CN" altLang="en-US"/>
          </a:p>
        </p:txBody>
      </p:sp>
      <p:sp>
        <p:nvSpPr>
          <p:cNvPr id="101379" name="内容占位符 2"/>
          <p:cNvSpPr>
            <a:spLocks noGrp="1"/>
          </p:cNvSpPr>
          <p:nvPr>
            <p:ph idx="1"/>
          </p:nvPr>
        </p:nvSpPr>
        <p:spPr>
          <a:xfrm>
            <a:off x="1345059" y="1268760"/>
            <a:ext cx="10240516" cy="5305078"/>
          </a:xfrm>
        </p:spPr>
        <p:txBody>
          <a:bodyPr/>
          <a:lstStyle/>
          <a:p>
            <a:pPr>
              <a:spcBef>
                <a:spcPts val="0"/>
              </a:spcBef>
              <a:buFont typeface="Georgia" panose="02040502050405020303" pitchFamily="18" charset="0"/>
              <a:buNone/>
              <a:defRPr/>
            </a:pPr>
            <a:r>
              <a:rPr lang="en-US" altLang="zh-CN" sz="2000" dirty="0">
                <a:latin typeface="微软雅黑" pitchFamily="34" charset="-122"/>
                <a:ea typeface="微软雅黑" pitchFamily="34" charset="-122"/>
              </a:rPr>
              <a:t>//2_2.cpp</a:t>
            </a:r>
          </a:p>
          <a:p>
            <a:pPr>
              <a:spcBef>
                <a:spcPts val="0"/>
              </a:spcBef>
              <a:buFont typeface="Georgia" panose="02040502050405020303" pitchFamily="18" charset="0"/>
              <a:buNone/>
              <a:defRPr/>
            </a:pPr>
            <a:r>
              <a:rPr lang="en-US" altLang="zh-CN" sz="2000" dirty="0">
                <a:latin typeface="微软雅黑" pitchFamily="34" charset="-122"/>
                <a:ea typeface="微软雅黑" pitchFamily="34" charset="-122"/>
              </a:rPr>
              <a:t>#include &lt;iostream&gt;</a:t>
            </a:r>
          </a:p>
          <a:p>
            <a:pPr>
              <a:spcBef>
                <a:spcPts val="0"/>
              </a:spcBef>
              <a:buFont typeface="Georgia" panose="02040502050405020303" pitchFamily="18" charset="0"/>
              <a:buNone/>
              <a:defRPr/>
            </a:pPr>
            <a:r>
              <a:rPr lang="en-US" altLang="zh-CN" sz="2000" dirty="0">
                <a:latin typeface="微软雅黑" pitchFamily="34" charset="-122"/>
                <a:ea typeface="微软雅黑" pitchFamily="34" charset="-122"/>
              </a:rPr>
              <a:t>using namespace std;</a:t>
            </a:r>
          </a:p>
          <a:p>
            <a:pPr>
              <a:spcBef>
                <a:spcPts val="0"/>
              </a:spcBef>
              <a:buFont typeface="Georgia" panose="02040502050405020303" pitchFamily="18" charset="0"/>
              <a:buNone/>
              <a:defRPr/>
            </a:pPr>
            <a:r>
              <a:rPr lang="en-US" altLang="zh-CN" sz="2000" dirty="0">
                <a:latin typeface="微软雅黑" pitchFamily="34" charset="-122"/>
                <a:ea typeface="微软雅黑" pitchFamily="34" charset="-122"/>
              </a:rPr>
              <a:t>int main() {</a:t>
            </a:r>
          </a:p>
          <a:p>
            <a:pPr>
              <a:spcBef>
                <a:spcPts val="0"/>
              </a:spcBef>
              <a:buFont typeface="Georgia" panose="02040502050405020303" pitchFamily="18" charset="0"/>
              <a:buNone/>
              <a:defRPr/>
            </a:pPr>
            <a:r>
              <a:rPr lang="en-US" altLang="zh-CN" sz="2000" dirty="0">
                <a:latin typeface="微软雅黑" pitchFamily="34" charset="-122"/>
                <a:ea typeface="微软雅黑" pitchFamily="34" charset="-122"/>
              </a:rPr>
              <a:t>	int year;</a:t>
            </a:r>
          </a:p>
          <a:p>
            <a:pPr>
              <a:spcBef>
                <a:spcPts val="0"/>
              </a:spcBef>
              <a:buFont typeface="Georgia" panose="02040502050405020303" pitchFamily="18" charset="0"/>
              <a:buNone/>
              <a:defRPr/>
            </a:pPr>
            <a:r>
              <a:rPr lang="en-US" altLang="zh-CN" sz="2000" dirty="0">
                <a:latin typeface="微软雅黑" pitchFamily="34" charset="-122"/>
                <a:ea typeface="微软雅黑" pitchFamily="34" charset="-122"/>
              </a:rPr>
              <a:t>	bool </a:t>
            </a:r>
            <a:r>
              <a:rPr lang="en-US" altLang="zh-CN" sz="2000" dirty="0" err="1">
                <a:latin typeface="微软雅黑" pitchFamily="34" charset="-122"/>
                <a:ea typeface="微软雅黑" pitchFamily="34" charset="-122"/>
              </a:rPr>
              <a:t>isLeapYear</a:t>
            </a:r>
            <a:r>
              <a:rPr lang="en-US" altLang="zh-CN" sz="2000" dirty="0">
                <a:latin typeface="微软雅黑" pitchFamily="34" charset="-122"/>
                <a:ea typeface="微软雅黑" pitchFamily="34" charset="-122"/>
              </a:rPr>
              <a:t>;</a:t>
            </a:r>
          </a:p>
          <a:p>
            <a:pPr>
              <a:spcBef>
                <a:spcPts val="0"/>
              </a:spcBef>
              <a:buFont typeface="Georgia" panose="02040502050405020303" pitchFamily="18" charset="0"/>
              <a:buNone/>
              <a:defRPr/>
            </a:pPr>
            <a:r>
              <a:rPr lang="en-US" altLang="zh-CN" sz="2000" dirty="0">
                <a:latin typeface="微软雅黑" pitchFamily="34" charset="-122"/>
                <a:ea typeface="微软雅黑" pitchFamily="34" charset="-122"/>
              </a:rPr>
              <a:t>	</a:t>
            </a:r>
            <a:r>
              <a:rPr lang="en-US" altLang="zh-CN" sz="2000" dirty="0" err="1">
                <a:latin typeface="微软雅黑" pitchFamily="34" charset="-122"/>
                <a:ea typeface="微软雅黑" pitchFamily="34" charset="-122"/>
              </a:rPr>
              <a:t>cout</a:t>
            </a:r>
            <a:r>
              <a:rPr lang="en-US" altLang="zh-CN" sz="2000" dirty="0">
                <a:latin typeface="微软雅黑" pitchFamily="34" charset="-122"/>
                <a:ea typeface="微软雅黑" pitchFamily="34" charset="-122"/>
              </a:rPr>
              <a:t> &lt;&lt; "Enter the year: ";</a:t>
            </a:r>
          </a:p>
          <a:p>
            <a:pPr>
              <a:spcBef>
                <a:spcPts val="0"/>
              </a:spcBef>
              <a:buFont typeface="Georgia" panose="02040502050405020303" pitchFamily="18" charset="0"/>
              <a:buNone/>
              <a:defRPr/>
            </a:pPr>
            <a:r>
              <a:rPr lang="en-US" altLang="zh-CN" sz="2000" dirty="0">
                <a:latin typeface="微软雅黑" pitchFamily="34" charset="-122"/>
                <a:ea typeface="微软雅黑" pitchFamily="34" charset="-122"/>
              </a:rPr>
              <a:t>	</a:t>
            </a:r>
            <a:r>
              <a:rPr lang="en-US" altLang="zh-CN" sz="2000" dirty="0" err="1">
                <a:latin typeface="微软雅黑" pitchFamily="34" charset="-122"/>
                <a:ea typeface="微软雅黑" pitchFamily="34" charset="-122"/>
              </a:rPr>
              <a:t>cin</a:t>
            </a:r>
            <a:r>
              <a:rPr lang="en-US" altLang="zh-CN" sz="2000" dirty="0">
                <a:latin typeface="微软雅黑" pitchFamily="34" charset="-122"/>
                <a:ea typeface="微软雅黑" pitchFamily="34" charset="-122"/>
              </a:rPr>
              <a:t> &gt;&gt; year;</a:t>
            </a:r>
          </a:p>
          <a:p>
            <a:pPr>
              <a:spcBef>
                <a:spcPts val="0"/>
              </a:spcBef>
              <a:buFont typeface="Georgia" panose="02040502050405020303" pitchFamily="18" charset="0"/>
              <a:buNone/>
              <a:defRPr/>
            </a:pPr>
            <a:r>
              <a:rPr lang="en-US" altLang="zh-CN" sz="2000" dirty="0">
                <a:latin typeface="微软雅黑" pitchFamily="34" charset="-122"/>
                <a:ea typeface="微软雅黑" pitchFamily="34" charset="-122"/>
              </a:rPr>
              <a:t>	</a:t>
            </a:r>
            <a:r>
              <a:rPr lang="en-US" altLang="zh-CN" sz="2000" dirty="0" err="1">
                <a:latin typeface="微软雅黑" pitchFamily="34" charset="-122"/>
                <a:ea typeface="微软雅黑" pitchFamily="34" charset="-122"/>
              </a:rPr>
              <a:t>isLeapYear</a:t>
            </a:r>
            <a:r>
              <a:rPr lang="en-US" altLang="zh-CN" sz="2000" dirty="0">
                <a:latin typeface="微软雅黑" pitchFamily="34" charset="-122"/>
                <a:ea typeface="微软雅黑" pitchFamily="34" charset="-122"/>
              </a:rPr>
              <a:t> = ((year % 4 == 0 &amp;&amp; year % 100 != 0) || (year % 400 == 0));</a:t>
            </a:r>
          </a:p>
          <a:p>
            <a:pPr>
              <a:spcBef>
                <a:spcPts val="0"/>
              </a:spcBef>
              <a:buFont typeface="Georgia" panose="02040502050405020303" pitchFamily="18" charset="0"/>
              <a:buNone/>
              <a:defRPr/>
            </a:pPr>
            <a:r>
              <a:rPr lang="en-US" altLang="zh-CN" sz="2000" dirty="0">
                <a:latin typeface="微软雅黑" pitchFamily="34" charset="-122"/>
                <a:ea typeface="微软雅黑" pitchFamily="34" charset="-122"/>
              </a:rPr>
              <a:t>	</a:t>
            </a:r>
            <a:r>
              <a:rPr lang="en-US" altLang="zh-CN" sz="2000" dirty="0">
                <a:solidFill>
                  <a:schemeClr val="accent6">
                    <a:lumMod val="75000"/>
                  </a:schemeClr>
                </a:solidFill>
                <a:latin typeface="微软雅黑" pitchFamily="34" charset="-122"/>
                <a:ea typeface="微软雅黑" pitchFamily="34" charset="-122"/>
              </a:rPr>
              <a:t>if (</a:t>
            </a:r>
            <a:r>
              <a:rPr lang="en-US" altLang="zh-CN" sz="2000" dirty="0" err="1">
                <a:solidFill>
                  <a:schemeClr val="accent6">
                    <a:lumMod val="75000"/>
                  </a:schemeClr>
                </a:solidFill>
                <a:latin typeface="微软雅黑" pitchFamily="34" charset="-122"/>
                <a:ea typeface="微软雅黑" pitchFamily="34" charset="-122"/>
              </a:rPr>
              <a:t>isLeapYear</a:t>
            </a:r>
            <a:r>
              <a:rPr lang="en-US" altLang="zh-CN" sz="2000" dirty="0">
                <a:solidFill>
                  <a:schemeClr val="accent6">
                    <a:lumMod val="75000"/>
                  </a:schemeClr>
                </a:solidFill>
                <a:latin typeface="微软雅黑" pitchFamily="34" charset="-122"/>
                <a:ea typeface="微软雅黑" pitchFamily="34" charset="-122"/>
              </a:rPr>
              <a:t>)</a:t>
            </a:r>
          </a:p>
          <a:p>
            <a:pPr>
              <a:spcBef>
                <a:spcPts val="0"/>
              </a:spcBef>
              <a:buFont typeface="Georgia" panose="02040502050405020303" pitchFamily="18" charset="0"/>
              <a:buNone/>
              <a:defRPr/>
            </a:pPr>
            <a:r>
              <a:rPr lang="en-US" altLang="zh-CN" sz="2000" dirty="0">
                <a:solidFill>
                  <a:schemeClr val="accent6">
                    <a:lumMod val="75000"/>
                  </a:schemeClr>
                </a:solidFill>
                <a:latin typeface="微软雅黑" pitchFamily="34" charset="-122"/>
                <a:ea typeface="微软雅黑" pitchFamily="34" charset="-122"/>
              </a:rPr>
              <a:t>		</a:t>
            </a:r>
            <a:r>
              <a:rPr lang="en-US" altLang="zh-CN" sz="2000" dirty="0" err="1">
                <a:solidFill>
                  <a:schemeClr val="accent6">
                    <a:lumMod val="75000"/>
                  </a:schemeClr>
                </a:solidFill>
                <a:latin typeface="微软雅黑" pitchFamily="34" charset="-122"/>
                <a:ea typeface="微软雅黑" pitchFamily="34" charset="-122"/>
              </a:rPr>
              <a:t>cout</a:t>
            </a:r>
            <a:r>
              <a:rPr lang="en-US" altLang="zh-CN" sz="2000" dirty="0">
                <a:solidFill>
                  <a:schemeClr val="accent6">
                    <a:lumMod val="75000"/>
                  </a:schemeClr>
                </a:solidFill>
                <a:latin typeface="微软雅黑" pitchFamily="34" charset="-122"/>
                <a:ea typeface="微软雅黑" pitchFamily="34" charset="-122"/>
              </a:rPr>
              <a:t> &lt;&lt; year &lt;&lt; " is a leap year" &lt;&lt; </a:t>
            </a:r>
            <a:r>
              <a:rPr lang="en-US" altLang="zh-CN" sz="2000" dirty="0" err="1">
                <a:solidFill>
                  <a:schemeClr val="accent6">
                    <a:lumMod val="75000"/>
                  </a:schemeClr>
                </a:solidFill>
                <a:latin typeface="微软雅黑" pitchFamily="34" charset="-122"/>
                <a:ea typeface="微软雅黑" pitchFamily="34" charset="-122"/>
              </a:rPr>
              <a:t>endl</a:t>
            </a:r>
            <a:r>
              <a:rPr lang="en-US" altLang="zh-CN" sz="2000" dirty="0">
                <a:solidFill>
                  <a:schemeClr val="accent6">
                    <a:lumMod val="75000"/>
                  </a:schemeClr>
                </a:solidFill>
                <a:latin typeface="微软雅黑" pitchFamily="34" charset="-122"/>
                <a:ea typeface="微软雅黑" pitchFamily="34" charset="-122"/>
              </a:rPr>
              <a:t>;</a:t>
            </a:r>
          </a:p>
          <a:p>
            <a:pPr>
              <a:spcBef>
                <a:spcPts val="0"/>
              </a:spcBef>
              <a:buFont typeface="Georgia" panose="02040502050405020303" pitchFamily="18" charset="0"/>
              <a:buNone/>
              <a:defRPr/>
            </a:pPr>
            <a:r>
              <a:rPr lang="en-US" altLang="zh-CN" sz="2000" dirty="0">
                <a:solidFill>
                  <a:schemeClr val="accent6">
                    <a:lumMod val="75000"/>
                  </a:schemeClr>
                </a:solidFill>
                <a:latin typeface="微软雅黑" pitchFamily="34" charset="-122"/>
                <a:ea typeface="微软雅黑" pitchFamily="34" charset="-122"/>
              </a:rPr>
              <a:t>	else</a:t>
            </a:r>
          </a:p>
          <a:p>
            <a:pPr>
              <a:spcBef>
                <a:spcPts val="0"/>
              </a:spcBef>
              <a:buFont typeface="Georgia" panose="02040502050405020303" pitchFamily="18" charset="0"/>
              <a:buNone/>
              <a:defRPr/>
            </a:pPr>
            <a:r>
              <a:rPr lang="en-US" altLang="zh-CN" sz="2000" dirty="0">
                <a:solidFill>
                  <a:schemeClr val="accent6">
                    <a:lumMod val="75000"/>
                  </a:schemeClr>
                </a:solidFill>
                <a:latin typeface="微软雅黑" pitchFamily="34" charset="-122"/>
                <a:ea typeface="微软雅黑" pitchFamily="34" charset="-122"/>
              </a:rPr>
              <a:t>		</a:t>
            </a:r>
            <a:r>
              <a:rPr lang="en-US" altLang="zh-CN" sz="2000" dirty="0" err="1">
                <a:solidFill>
                  <a:schemeClr val="accent6">
                    <a:lumMod val="75000"/>
                  </a:schemeClr>
                </a:solidFill>
                <a:latin typeface="微软雅黑" pitchFamily="34" charset="-122"/>
                <a:ea typeface="微软雅黑" pitchFamily="34" charset="-122"/>
              </a:rPr>
              <a:t>cout</a:t>
            </a:r>
            <a:r>
              <a:rPr lang="en-US" altLang="zh-CN" sz="2000" dirty="0">
                <a:solidFill>
                  <a:schemeClr val="accent6">
                    <a:lumMod val="75000"/>
                  </a:schemeClr>
                </a:solidFill>
                <a:latin typeface="微软雅黑" pitchFamily="34" charset="-122"/>
                <a:ea typeface="微软雅黑" pitchFamily="34" charset="-122"/>
              </a:rPr>
              <a:t> &lt;&lt; year &lt;&lt; " is not a leap year" &lt;&lt; </a:t>
            </a:r>
            <a:r>
              <a:rPr lang="en-US" altLang="zh-CN" sz="2000" dirty="0" err="1">
                <a:solidFill>
                  <a:schemeClr val="accent6">
                    <a:lumMod val="75000"/>
                  </a:schemeClr>
                </a:solidFill>
                <a:latin typeface="微软雅黑" pitchFamily="34" charset="-122"/>
                <a:ea typeface="微软雅黑" pitchFamily="34" charset="-122"/>
              </a:rPr>
              <a:t>endl</a:t>
            </a:r>
            <a:r>
              <a:rPr lang="en-US" altLang="zh-CN" sz="2000" dirty="0">
                <a:solidFill>
                  <a:schemeClr val="accent6">
                    <a:lumMod val="75000"/>
                  </a:schemeClr>
                </a:solidFill>
                <a:latin typeface="微软雅黑" pitchFamily="34" charset="-122"/>
                <a:ea typeface="微软雅黑" pitchFamily="34" charset="-122"/>
              </a:rPr>
              <a:t>;</a:t>
            </a:r>
          </a:p>
          <a:p>
            <a:pPr>
              <a:spcBef>
                <a:spcPts val="0"/>
              </a:spcBef>
              <a:buFont typeface="Georgia" panose="02040502050405020303" pitchFamily="18" charset="0"/>
              <a:buNone/>
              <a:defRPr/>
            </a:pPr>
            <a:r>
              <a:rPr lang="en-US" altLang="zh-CN" sz="2000" dirty="0">
                <a:latin typeface="微软雅黑" pitchFamily="34" charset="-122"/>
                <a:ea typeface="微软雅黑" pitchFamily="34" charset="-122"/>
              </a:rPr>
              <a:t>	return 0;</a:t>
            </a:r>
          </a:p>
          <a:p>
            <a:pPr>
              <a:spcBef>
                <a:spcPts val="0"/>
              </a:spcBef>
              <a:buFont typeface="Georgia" panose="02040502050405020303" pitchFamily="18" charset="0"/>
              <a:buNone/>
              <a:defRPr/>
            </a:pPr>
            <a:r>
              <a:rPr lang="en-US" altLang="zh-CN" sz="2000" dirty="0">
                <a:latin typeface="微软雅黑" pitchFamily="34" charset="-122"/>
                <a:ea typeface="微软雅黑" pitchFamily="34" charset="-122"/>
              </a:rPr>
              <a:t>}</a:t>
            </a:r>
            <a:endParaRPr lang="en-US" altLang="zh-CN" sz="1600" dirty="0">
              <a:latin typeface="微软雅黑" pitchFamily="34" charset="-122"/>
              <a:ea typeface="微软雅黑" pitchFamily="34" charset="-122"/>
            </a:endParaRPr>
          </a:p>
        </p:txBody>
      </p:sp>
    </p:spTree>
    <p:extLst>
      <p:ext uri="{BB962C8B-B14F-4D97-AF65-F5344CB8AC3E}">
        <p14:creationId xmlns:p14="http://schemas.microsoft.com/office/powerpoint/2010/main" val="3706680850"/>
      </p:ext>
    </p:extLst>
  </p:cSld>
  <p:clrMapOvr>
    <a:masterClrMapping/>
  </p:clrMapOv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标题 1"/>
          <p:cNvSpPr>
            <a:spLocks noGrp="1"/>
          </p:cNvSpPr>
          <p:nvPr>
            <p:ph type="title"/>
          </p:nvPr>
        </p:nvSpPr>
        <p:spPr>
          <a:xfrm>
            <a:off x="609600" y="1076325"/>
            <a:ext cx="10975975" cy="1066800"/>
          </a:xfrm>
        </p:spPr>
        <p:txBody>
          <a:bodyPr/>
          <a:lstStyle/>
          <a:p>
            <a:pPr eaLnBrk="1" hangingPunct="1">
              <a:defRPr/>
            </a:pPr>
            <a:r>
              <a:rPr lang="en-US" altLang="zh-CN" dirty="0">
                <a:solidFill>
                  <a:schemeClr val="accent5"/>
                </a:solidFill>
                <a:latin typeface="微软雅黑" pitchFamily="34" charset="-122"/>
                <a:ea typeface="微软雅黑" pitchFamily="34" charset="-122"/>
              </a:rPr>
              <a:t>If</a:t>
            </a:r>
            <a:r>
              <a:rPr lang="zh-CN" altLang="en-US" dirty="0">
                <a:solidFill>
                  <a:schemeClr val="accent5"/>
                </a:solidFill>
                <a:latin typeface="微软雅黑" pitchFamily="34" charset="-122"/>
                <a:ea typeface="微软雅黑" pitchFamily="34" charset="-122"/>
              </a:rPr>
              <a:t>语句的语法形式</a:t>
            </a:r>
          </a:p>
        </p:txBody>
      </p:sp>
      <p:sp>
        <p:nvSpPr>
          <p:cNvPr id="95235" name="内容占位符 2"/>
          <p:cNvSpPr>
            <a:spLocks noGrp="1"/>
          </p:cNvSpPr>
          <p:nvPr>
            <p:ph idx="1"/>
          </p:nvPr>
        </p:nvSpPr>
        <p:spPr>
          <a:xfrm>
            <a:off x="609600" y="2357438"/>
            <a:ext cx="10600555" cy="4024312"/>
          </a:xfrm>
        </p:spPr>
        <p:txBody>
          <a:bodyPr/>
          <a:lstStyle/>
          <a:p>
            <a:pPr eaLnBrk="1" hangingPunct="1">
              <a:buFont typeface="Wingdings" panose="05000000000000000000" pitchFamily="2" charset="2"/>
              <a:buNone/>
            </a:pPr>
            <a:r>
              <a:rPr lang="en-US" altLang="zh-CN" sz="2400">
                <a:solidFill>
                  <a:srgbClr val="0070C0"/>
                </a:solidFill>
                <a:latin typeface="微软雅黑" panose="020B0503020204020204" pitchFamily="34" charset="-122"/>
                <a:ea typeface="微软雅黑" panose="020B0503020204020204" pitchFamily="34" charset="-122"/>
              </a:rPr>
              <a:t>if (</a:t>
            </a:r>
            <a:r>
              <a:rPr lang="zh-CN" altLang="en-US" sz="2400">
                <a:solidFill>
                  <a:srgbClr val="0070C0"/>
                </a:solidFill>
                <a:latin typeface="微软雅黑" panose="020B0503020204020204" pitchFamily="34" charset="-122"/>
                <a:ea typeface="微软雅黑" panose="020B0503020204020204" pitchFamily="34" charset="-122"/>
              </a:rPr>
              <a:t>表达式</a:t>
            </a:r>
            <a:r>
              <a:rPr lang="en-US" altLang="zh-CN" sz="2400">
                <a:solidFill>
                  <a:srgbClr val="0070C0"/>
                </a:solidFill>
                <a:latin typeface="微软雅黑" panose="020B0503020204020204" pitchFamily="34" charset="-122"/>
                <a:ea typeface="微软雅黑" panose="020B0503020204020204" pitchFamily="34" charset="-122"/>
              </a:rPr>
              <a:t>) </a:t>
            </a:r>
            <a:r>
              <a:rPr lang="zh-CN" altLang="en-US" sz="2400">
                <a:solidFill>
                  <a:srgbClr val="0070C0"/>
                </a:solidFill>
                <a:latin typeface="微软雅黑" panose="020B0503020204020204" pitchFamily="34" charset="-122"/>
                <a:ea typeface="微软雅黑" panose="020B0503020204020204" pitchFamily="34" charset="-122"/>
              </a:rPr>
              <a:t>语句</a:t>
            </a:r>
          </a:p>
          <a:p>
            <a:pPr marL="508000" lvl="1" indent="-50800" eaLnBrk="1" hangingPunct="1">
              <a:buFontTx/>
              <a:buNone/>
            </a:pPr>
            <a:r>
              <a:rPr lang="zh-CN" altLang="en-US" sz="2400">
                <a:solidFill>
                  <a:schemeClr val="tx1"/>
                </a:solidFill>
                <a:latin typeface="微软雅黑" panose="020B0503020204020204" pitchFamily="34" charset="-122"/>
                <a:ea typeface="微软雅黑" panose="020B0503020204020204" pitchFamily="34" charset="-122"/>
              </a:rPr>
              <a:t>例：</a:t>
            </a:r>
            <a:r>
              <a:rPr lang="en-US" altLang="zh-CN" sz="2400">
                <a:solidFill>
                  <a:schemeClr val="tx1"/>
                </a:solidFill>
                <a:latin typeface="微软雅黑" panose="020B0503020204020204" pitchFamily="34" charset="-122"/>
                <a:ea typeface="微软雅黑" panose="020B0503020204020204" pitchFamily="34" charset="-122"/>
              </a:rPr>
              <a:t>if (x &gt; y) cout &lt;&lt; x;</a:t>
            </a:r>
          </a:p>
          <a:p>
            <a:pPr eaLnBrk="1" hangingPunct="1">
              <a:buFont typeface="Wingdings" panose="05000000000000000000" pitchFamily="2" charset="2"/>
              <a:buNone/>
            </a:pPr>
            <a:r>
              <a:rPr lang="en-US" altLang="zh-CN" sz="2400">
                <a:solidFill>
                  <a:srgbClr val="0070C0"/>
                </a:solidFill>
                <a:latin typeface="微软雅黑" panose="020B0503020204020204" pitchFamily="34" charset="-122"/>
                <a:ea typeface="微软雅黑" panose="020B0503020204020204" pitchFamily="34" charset="-122"/>
              </a:rPr>
              <a:t>if (</a:t>
            </a:r>
            <a:r>
              <a:rPr lang="zh-CN" altLang="en-US" sz="2400">
                <a:solidFill>
                  <a:srgbClr val="0070C0"/>
                </a:solidFill>
                <a:latin typeface="微软雅黑" panose="020B0503020204020204" pitchFamily="34" charset="-122"/>
                <a:ea typeface="微软雅黑" panose="020B0503020204020204" pitchFamily="34" charset="-122"/>
              </a:rPr>
              <a:t>表达式</a:t>
            </a:r>
            <a:r>
              <a:rPr lang="en-US" altLang="zh-CN" sz="2400">
                <a:solidFill>
                  <a:srgbClr val="0070C0"/>
                </a:solidFill>
                <a:latin typeface="微软雅黑" panose="020B0503020204020204" pitchFamily="34" charset="-122"/>
                <a:ea typeface="微软雅黑" panose="020B0503020204020204" pitchFamily="34" charset="-122"/>
              </a:rPr>
              <a:t>) </a:t>
            </a:r>
            <a:r>
              <a:rPr lang="zh-CN" altLang="en-US" sz="2400">
                <a:solidFill>
                  <a:srgbClr val="0070C0"/>
                </a:solidFill>
                <a:latin typeface="微软雅黑" panose="020B0503020204020204" pitchFamily="34" charset="-122"/>
                <a:ea typeface="微软雅黑" panose="020B0503020204020204" pitchFamily="34" charset="-122"/>
              </a:rPr>
              <a:t>语句</a:t>
            </a:r>
            <a:r>
              <a:rPr lang="en-US" altLang="zh-CN" sz="2400">
                <a:solidFill>
                  <a:srgbClr val="0070C0"/>
                </a:solidFill>
                <a:latin typeface="微软雅黑" panose="020B0503020204020204" pitchFamily="34" charset="-122"/>
                <a:ea typeface="微软雅黑" panose="020B0503020204020204" pitchFamily="34" charset="-122"/>
              </a:rPr>
              <a:t>1 else </a:t>
            </a:r>
            <a:r>
              <a:rPr lang="zh-CN" altLang="en-US" sz="2400">
                <a:solidFill>
                  <a:srgbClr val="0070C0"/>
                </a:solidFill>
                <a:latin typeface="微软雅黑" panose="020B0503020204020204" pitchFamily="34" charset="-122"/>
                <a:ea typeface="微软雅黑" panose="020B0503020204020204" pitchFamily="34" charset="-122"/>
              </a:rPr>
              <a:t>语句</a:t>
            </a:r>
            <a:r>
              <a:rPr lang="en-US" altLang="zh-CN" sz="2400">
                <a:solidFill>
                  <a:srgbClr val="0070C0"/>
                </a:solidFill>
                <a:latin typeface="微软雅黑" panose="020B0503020204020204" pitchFamily="34" charset="-122"/>
                <a:ea typeface="微软雅黑" panose="020B0503020204020204" pitchFamily="34" charset="-122"/>
              </a:rPr>
              <a:t>2</a:t>
            </a:r>
          </a:p>
          <a:p>
            <a:pPr marL="508000" lvl="1" indent="-50800" eaLnBrk="1" hangingPunct="1">
              <a:buFontTx/>
              <a:buNone/>
            </a:pPr>
            <a:r>
              <a:rPr lang="zh-CN" altLang="en-US" sz="2400">
                <a:solidFill>
                  <a:schemeClr val="tx1"/>
                </a:solidFill>
                <a:latin typeface="微软雅黑" panose="020B0503020204020204" pitchFamily="34" charset="-122"/>
                <a:ea typeface="微软雅黑" panose="020B0503020204020204" pitchFamily="34" charset="-122"/>
              </a:rPr>
              <a:t>例：</a:t>
            </a:r>
            <a:r>
              <a:rPr lang="en-US" altLang="zh-CN" sz="2400">
                <a:solidFill>
                  <a:schemeClr val="tx1"/>
                </a:solidFill>
                <a:latin typeface="微软雅黑" panose="020B0503020204020204" pitchFamily="34" charset="-122"/>
                <a:ea typeface="微软雅黑" panose="020B0503020204020204" pitchFamily="34" charset="-122"/>
              </a:rPr>
              <a:t>if (x &gt; y) cout &lt;&lt; x;</a:t>
            </a:r>
          </a:p>
          <a:p>
            <a:pPr marL="508000" lvl="1" indent="-50800" eaLnBrk="1" hangingPunct="1">
              <a:buFontTx/>
              <a:buNone/>
            </a:pPr>
            <a:r>
              <a:rPr lang="en-US" altLang="zh-CN" sz="2400">
                <a:solidFill>
                  <a:schemeClr val="tx1"/>
                </a:solidFill>
                <a:latin typeface="微软雅黑" panose="020B0503020204020204" pitchFamily="34" charset="-122"/>
                <a:ea typeface="微软雅黑" panose="020B0503020204020204" pitchFamily="34" charset="-122"/>
              </a:rPr>
              <a:t>    else cout &lt;&lt; y;</a:t>
            </a:r>
          </a:p>
          <a:p>
            <a:pPr eaLnBrk="1" hangingPunct="1">
              <a:buFont typeface="Wingdings" panose="05000000000000000000" pitchFamily="2" charset="2"/>
              <a:buNone/>
            </a:pPr>
            <a:r>
              <a:rPr lang="en-US" altLang="zh-CN" sz="2400">
                <a:solidFill>
                  <a:srgbClr val="0070C0"/>
                </a:solidFill>
                <a:latin typeface="微软雅黑" panose="020B0503020204020204" pitchFamily="34" charset="-122"/>
                <a:ea typeface="微软雅黑" panose="020B0503020204020204" pitchFamily="34" charset="-122"/>
              </a:rPr>
              <a:t>if (</a:t>
            </a:r>
            <a:r>
              <a:rPr lang="zh-CN" altLang="en-US" sz="2400">
                <a:solidFill>
                  <a:srgbClr val="0070C0"/>
                </a:solidFill>
                <a:latin typeface="微软雅黑" panose="020B0503020204020204" pitchFamily="34" charset="-122"/>
                <a:ea typeface="微软雅黑" panose="020B0503020204020204" pitchFamily="34" charset="-122"/>
              </a:rPr>
              <a:t>表达式</a:t>
            </a:r>
            <a:r>
              <a:rPr lang="en-US" altLang="zh-CN" sz="2400">
                <a:solidFill>
                  <a:srgbClr val="0070C0"/>
                </a:solidFill>
                <a:latin typeface="微软雅黑" panose="020B0503020204020204" pitchFamily="34" charset="-122"/>
                <a:ea typeface="微软雅黑" panose="020B0503020204020204" pitchFamily="34" charset="-122"/>
              </a:rPr>
              <a:t>1) </a:t>
            </a:r>
            <a:r>
              <a:rPr lang="zh-CN" altLang="en-US" sz="2400">
                <a:solidFill>
                  <a:srgbClr val="0070C0"/>
                </a:solidFill>
                <a:latin typeface="微软雅黑" panose="020B0503020204020204" pitchFamily="34" charset="-122"/>
                <a:ea typeface="微软雅黑" panose="020B0503020204020204" pitchFamily="34" charset="-122"/>
              </a:rPr>
              <a:t>语句</a:t>
            </a:r>
            <a:r>
              <a:rPr lang="en-US" altLang="zh-CN" sz="2400">
                <a:solidFill>
                  <a:srgbClr val="0070C0"/>
                </a:solidFill>
                <a:latin typeface="微软雅黑" panose="020B0503020204020204" pitchFamily="34" charset="-122"/>
                <a:ea typeface="微软雅黑" panose="020B0503020204020204" pitchFamily="34" charset="-122"/>
              </a:rPr>
              <a:t>1</a:t>
            </a:r>
            <a:br>
              <a:rPr lang="en-US" altLang="zh-CN" sz="2400">
                <a:solidFill>
                  <a:srgbClr val="0070C0"/>
                </a:solidFill>
                <a:latin typeface="微软雅黑" panose="020B0503020204020204" pitchFamily="34" charset="-122"/>
                <a:ea typeface="微软雅黑" panose="020B0503020204020204" pitchFamily="34" charset="-122"/>
              </a:rPr>
            </a:br>
            <a:r>
              <a:rPr lang="en-US" altLang="zh-CN" sz="2400">
                <a:solidFill>
                  <a:srgbClr val="0070C0"/>
                </a:solidFill>
                <a:latin typeface="微软雅黑" panose="020B0503020204020204" pitchFamily="34" charset="-122"/>
                <a:ea typeface="微软雅黑" panose="020B0503020204020204" pitchFamily="34" charset="-122"/>
              </a:rPr>
              <a:t>else if (</a:t>
            </a:r>
            <a:r>
              <a:rPr lang="zh-CN" altLang="en-US" sz="2400">
                <a:solidFill>
                  <a:srgbClr val="0070C0"/>
                </a:solidFill>
                <a:latin typeface="微软雅黑" panose="020B0503020204020204" pitchFamily="34" charset="-122"/>
                <a:ea typeface="微软雅黑" panose="020B0503020204020204" pitchFamily="34" charset="-122"/>
              </a:rPr>
              <a:t>表达式</a:t>
            </a:r>
            <a:r>
              <a:rPr lang="en-US" altLang="zh-CN" sz="2400">
                <a:solidFill>
                  <a:srgbClr val="0070C0"/>
                </a:solidFill>
                <a:latin typeface="微软雅黑" panose="020B0503020204020204" pitchFamily="34" charset="-122"/>
                <a:ea typeface="微软雅黑" panose="020B0503020204020204" pitchFamily="34" charset="-122"/>
              </a:rPr>
              <a:t>2) </a:t>
            </a:r>
            <a:r>
              <a:rPr lang="zh-CN" altLang="en-US" sz="2400">
                <a:solidFill>
                  <a:srgbClr val="0070C0"/>
                </a:solidFill>
                <a:latin typeface="微软雅黑" panose="020B0503020204020204" pitchFamily="34" charset="-122"/>
                <a:ea typeface="微软雅黑" panose="020B0503020204020204" pitchFamily="34" charset="-122"/>
              </a:rPr>
              <a:t>语句</a:t>
            </a:r>
            <a:r>
              <a:rPr lang="en-US" altLang="zh-CN" sz="2400">
                <a:solidFill>
                  <a:srgbClr val="0070C0"/>
                </a:solidFill>
                <a:latin typeface="微软雅黑" panose="020B0503020204020204" pitchFamily="34" charset="-122"/>
                <a:ea typeface="微软雅黑" panose="020B0503020204020204" pitchFamily="34" charset="-122"/>
              </a:rPr>
              <a:t>2</a:t>
            </a:r>
            <a:br>
              <a:rPr lang="en-US" altLang="zh-CN" sz="2400">
                <a:solidFill>
                  <a:srgbClr val="0070C0"/>
                </a:solidFill>
                <a:latin typeface="微软雅黑" panose="020B0503020204020204" pitchFamily="34" charset="-122"/>
                <a:ea typeface="微软雅黑" panose="020B0503020204020204" pitchFamily="34" charset="-122"/>
              </a:rPr>
            </a:br>
            <a:r>
              <a:rPr lang="en-US" altLang="zh-CN" sz="2400">
                <a:solidFill>
                  <a:srgbClr val="0070C0"/>
                </a:solidFill>
                <a:latin typeface="微软雅黑" panose="020B0503020204020204" pitchFamily="34" charset="-122"/>
                <a:ea typeface="微软雅黑" panose="020B0503020204020204" pitchFamily="34" charset="-122"/>
              </a:rPr>
              <a:t>else if (</a:t>
            </a:r>
            <a:r>
              <a:rPr lang="zh-CN" altLang="en-US" sz="2400">
                <a:solidFill>
                  <a:srgbClr val="0070C0"/>
                </a:solidFill>
                <a:latin typeface="微软雅黑" panose="020B0503020204020204" pitchFamily="34" charset="-122"/>
                <a:ea typeface="微软雅黑" panose="020B0503020204020204" pitchFamily="34" charset="-122"/>
              </a:rPr>
              <a:t>表达式</a:t>
            </a:r>
            <a:r>
              <a:rPr lang="en-US" altLang="zh-CN" sz="2400">
                <a:solidFill>
                  <a:srgbClr val="0070C0"/>
                </a:solidFill>
                <a:latin typeface="微软雅黑" panose="020B0503020204020204" pitchFamily="34" charset="-122"/>
                <a:ea typeface="微软雅黑" panose="020B0503020204020204" pitchFamily="34" charset="-122"/>
              </a:rPr>
              <a:t>3) </a:t>
            </a:r>
            <a:r>
              <a:rPr lang="zh-CN" altLang="en-US" sz="2400">
                <a:solidFill>
                  <a:srgbClr val="0070C0"/>
                </a:solidFill>
                <a:latin typeface="微软雅黑" panose="020B0503020204020204" pitchFamily="34" charset="-122"/>
                <a:ea typeface="微软雅黑" panose="020B0503020204020204" pitchFamily="34" charset="-122"/>
              </a:rPr>
              <a:t>语句</a:t>
            </a:r>
            <a:r>
              <a:rPr lang="en-US" altLang="zh-CN" sz="2400">
                <a:solidFill>
                  <a:srgbClr val="0070C0"/>
                </a:solidFill>
                <a:latin typeface="微软雅黑" panose="020B0503020204020204" pitchFamily="34" charset="-122"/>
                <a:ea typeface="微软雅黑" panose="020B0503020204020204" pitchFamily="34" charset="-122"/>
              </a:rPr>
              <a:t>3</a:t>
            </a:r>
            <a:br>
              <a:rPr lang="en-US" altLang="zh-CN" sz="2400">
                <a:solidFill>
                  <a:srgbClr val="0070C0"/>
                </a:solidFill>
                <a:latin typeface="微软雅黑" panose="020B0503020204020204" pitchFamily="34" charset="-122"/>
                <a:ea typeface="微软雅黑" panose="020B0503020204020204" pitchFamily="34" charset="-122"/>
              </a:rPr>
            </a:br>
            <a:r>
              <a:rPr lang="en-US" altLang="zh-CN" sz="2400">
                <a:solidFill>
                  <a:srgbClr val="0070C0"/>
                </a:solidFill>
                <a:latin typeface="微软雅黑" panose="020B0503020204020204" pitchFamily="34" charset="-122"/>
                <a:ea typeface="微软雅黑" panose="020B0503020204020204" pitchFamily="34" charset="-122"/>
              </a:rPr>
              <a:t>           …</a:t>
            </a:r>
            <a:br>
              <a:rPr lang="en-US" altLang="zh-CN" sz="2400">
                <a:solidFill>
                  <a:srgbClr val="0070C0"/>
                </a:solidFill>
                <a:latin typeface="微软雅黑" panose="020B0503020204020204" pitchFamily="34" charset="-122"/>
                <a:ea typeface="微软雅黑" panose="020B0503020204020204" pitchFamily="34" charset="-122"/>
              </a:rPr>
            </a:br>
            <a:r>
              <a:rPr lang="en-US" altLang="zh-CN" sz="2400">
                <a:solidFill>
                  <a:srgbClr val="0070C0"/>
                </a:solidFill>
                <a:latin typeface="微软雅黑" panose="020B0503020204020204" pitchFamily="34" charset="-122"/>
                <a:ea typeface="微软雅黑" panose="020B0503020204020204" pitchFamily="34" charset="-122"/>
              </a:rPr>
              <a:t>else </a:t>
            </a:r>
            <a:r>
              <a:rPr lang="zh-CN" altLang="en-US" sz="2400">
                <a:solidFill>
                  <a:srgbClr val="0070C0"/>
                </a:solidFill>
                <a:latin typeface="微软雅黑" panose="020B0503020204020204" pitchFamily="34" charset="-122"/>
                <a:ea typeface="微软雅黑" panose="020B0503020204020204" pitchFamily="34" charset="-122"/>
              </a:rPr>
              <a:t>语句 </a:t>
            </a:r>
            <a:r>
              <a:rPr lang="en-US" altLang="zh-CN" sz="2400">
                <a:solidFill>
                  <a:srgbClr val="0070C0"/>
                </a:solidFill>
                <a:latin typeface="微软雅黑" panose="020B0503020204020204" pitchFamily="34" charset="-122"/>
                <a:ea typeface="微软雅黑" panose="020B0503020204020204" pitchFamily="34" charset="-122"/>
              </a:rPr>
              <a:t>n</a:t>
            </a:r>
          </a:p>
          <a:p>
            <a:pPr eaLnBrk="1" hangingPunct="1"/>
            <a:endParaRPr lang="zh-CN" altLang="en-US" sz="2400">
              <a:latin typeface="微软雅黑" panose="020B0503020204020204" pitchFamily="34" charset="-122"/>
              <a:ea typeface="微软雅黑" panose="020B0503020204020204" pitchFamily="34" charset="-122"/>
            </a:endParaRPr>
          </a:p>
        </p:txBody>
      </p:sp>
      <p:sp>
        <p:nvSpPr>
          <p:cNvPr id="2" name="灯片编号占位符 1"/>
          <p:cNvSpPr>
            <a:spLocks noGrp="1"/>
          </p:cNvSpPr>
          <p:nvPr>
            <p:ph type="sldNum" sz="quarter" idx="4"/>
          </p:nvPr>
        </p:nvSpPr>
        <p:spPr/>
        <p:txBody>
          <a:bodyPr/>
          <a:lstStyle/>
          <a:p>
            <a:fld id="{B4B29FD1-946C-40F0-B4AF-B43D585A2146}" type="slidenum">
              <a:rPr lang="zh-CN" altLang="en-US" smtClean="0"/>
              <a:pPr/>
              <a:t>49</a:t>
            </a:fld>
            <a:endParaRPr lang="zh-CN" altLang="en-US"/>
          </a:p>
        </p:txBody>
      </p:sp>
    </p:spTree>
    <p:extLst>
      <p:ext uri="{BB962C8B-B14F-4D97-AF65-F5344CB8AC3E}">
        <p14:creationId xmlns:p14="http://schemas.microsoft.com/office/powerpoint/2010/main" val="4294102600"/>
      </p:ext>
    </p:extLst>
  </p:cSld>
  <p:clrMapOvr>
    <a:masterClrMapping/>
  </p:clrMapOv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标题 1"/>
          <p:cNvSpPr>
            <a:spLocks noGrp="1"/>
          </p:cNvSpPr>
          <p:nvPr>
            <p:ph type="title"/>
          </p:nvPr>
        </p:nvSpPr>
        <p:spPr/>
        <p:txBody>
          <a:bodyPr/>
          <a:lstStyle/>
          <a:p>
            <a:pPr eaLnBrk="1" hangingPunct="1">
              <a:defRPr/>
            </a:pPr>
            <a:r>
              <a:rPr lang="zh-CN" altLang="en-US" sz="3200">
                <a:solidFill>
                  <a:srgbClr val="002060"/>
                </a:solidFill>
                <a:latin typeface="微软雅黑" pitchFamily="34" charset="-122"/>
                <a:ea typeface="微软雅黑" pitchFamily="34" charset="-122"/>
              </a:rPr>
              <a:t>例</a:t>
            </a:r>
            <a:r>
              <a:rPr lang="en-US" altLang="zh-CN" sz="3200">
                <a:solidFill>
                  <a:srgbClr val="002060"/>
                </a:solidFill>
                <a:latin typeface="微软雅黑" pitchFamily="34" charset="-122"/>
                <a:ea typeface="微软雅黑" pitchFamily="34" charset="-122"/>
              </a:rPr>
              <a:t>2_3</a:t>
            </a:r>
            <a:r>
              <a:rPr lang="zh-CN" altLang="en-US" sz="3200">
                <a:solidFill>
                  <a:srgbClr val="002060"/>
                </a:solidFill>
                <a:latin typeface="微软雅黑" pitchFamily="34" charset="-122"/>
                <a:ea typeface="微软雅黑" pitchFamily="34" charset="-122"/>
              </a:rPr>
              <a:t>：输入两个整数，比较两个数的大小。</a:t>
            </a:r>
          </a:p>
        </p:txBody>
      </p:sp>
      <p:sp>
        <p:nvSpPr>
          <p:cNvPr id="96261" name="内容占位符 11"/>
          <p:cNvSpPr>
            <a:spLocks noGrp="1"/>
          </p:cNvSpPr>
          <p:nvPr>
            <p:ph idx="1"/>
          </p:nvPr>
        </p:nvSpPr>
        <p:spPr>
          <a:xfrm>
            <a:off x="2065139" y="1124744"/>
            <a:ext cx="9520436" cy="5449094"/>
          </a:xfrm>
        </p:spPr>
        <p:txBody>
          <a:bodyPr/>
          <a:lstStyle/>
          <a:p>
            <a:pPr eaLnBrk="1" hangingPunct="1">
              <a:lnSpc>
                <a:spcPct val="90000"/>
              </a:lnSpc>
              <a:buFont typeface="Wingdings" panose="05000000000000000000" pitchFamily="2" charset="2"/>
              <a:buNone/>
              <a:tabLst>
                <a:tab pos="633413" algn="l"/>
                <a:tab pos="900113" algn="l"/>
              </a:tabLst>
            </a:pPr>
            <a:r>
              <a:rPr lang="en-US" altLang="zh-CN" sz="2200">
                <a:latin typeface="微软雅黑" panose="020B0503020204020204" pitchFamily="34" charset="-122"/>
                <a:ea typeface="微软雅黑" panose="020B0503020204020204" pitchFamily="34" charset="-122"/>
              </a:rPr>
              <a:t>//2_3.cpp</a:t>
            </a:r>
          </a:p>
          <a:p>
            <a:pPr eaLnBrk="1" hangingPunct="1">
              <a:lnSpc>
                <a:spcPct val="90000"/>
              </a:lnSpc>
              <a:buFont typeface="Wingdings" panose="05000000000000000000" pitchFamily="2" charset="2"/>
              <a:buNone/>
              <a:tabLst>
                <a:tab pos="633413" algn="l"/>
                <a:tab pos="900113" algn="l"/>
              </a:tabLst>
            </a:pPr>
            <a:r>
              <a:rPr lang="en-US" altLang="zh-CN" sz="2200">
                <a:latin typeface="微软雅黑" panose="020B0503020204020204" pitchFamily="34" charset="-122"/>
                <a:ea typeface="微软雅黑" panose="020B0503020204020204" pitchFamily="34" charset="-122"/>
              </a:rPr>
              <a:t>#include&lt;iostream&gt;</a:t>
            </a:r>
          </a:p>
          <a:p>
            <a:pPr eaLnBrk="1" hangingPunct="1">
              <a:lnSpc>
                <a:spcPct val="90000"/>
              </a:lnSpc>
              <a:buFont typeface="Wingdings" panose="05000000000000000000" pitchFamily="2" charset="2"/>
              <a:buNone/>
              <a:tabLst>
                <a:tab pos="633413" algn="l"/>
                <a:tab pos="900113" algn="l"/>
              </a:tabLst>
            </a:pPr>
            <a:r>
              <a:rPr lang="en-US" altLang="zh-CN" sz="2200">
                <a:latin typeface="微软雅黑" panose="020B0503020204020204" pitchFamily="34" charset="-122"/>
                <a:ea typeface="微软雅黑" panose="020B0503020204020204" pitchFamily="34" charset="-122"/>
              </a:rPr>
              <a:t>using namespace std;</a:t>
            </a:r>
          </a:p>
          <a:p>
            <a:pPr eaLnBrk="1" hangingPunct="1">
              <a:lnSpc>
                <a:spcPct val="90000"/>
              </a:lnSpc>
              <a:buFont typeface="Wingdings" panose="05000000000000000000" pitchFamily="2" charset="2"/>
              <a:buNone/>
              <a:tabLst>
                <a:tab pos="633413" algn="l"/>
                <a:tab pos="900113" algn="l"/>
              </a:tabLst>
            </a:pPr>
            <a:r>
              <a:rPr lang="en-US" altLang="zh-CN" sz="2200">
                <a:latin typeface="微软雅黑" panose="020B0503020204020204" pitchFamily="34" charset="-122"/>
                <a:ea typeface="微软雅黑" panose="020B0503020204020204" pitchFamily="34" charset="-122"/>
              </a:rPr>
              <a:t>int main() {</a:t>
            </a:r>
          </a:p>
          <a:p>
            <a:pPr eaLnBrk="1" hangingPunct="1">
              <a:lnSpc>
                <a:spcPct val="90000"/>
              </a:lnSpc>
              <a:buFont typeface="Wingdings" panose="05000000000000000000" pitchFamily="2" charset="2"/>
              <a:buNone/>
              <a:tabLst>
                <a:tab pos="633413" algn="l"/>
                <a:tab pos="900113" algn="l"/>
              </a:tabLst>
            </a:pPr>
            <a:r>
              <a:rPr lang="en-US" altLang="zh-CN" sz="2200">
                <a:latin typeface="微软雅黑" panose="020B0503020204020204" pitchFamily="34" charset="-122"/>
                <a:ea typeface="微软雅黑" panose="020B0503020204020204" pitchFamily="34" charset="-122"/>
              </a:rPr>
              <a:t>	int x, y;</a:t>
            </a:r>
          </a:p>
          <a:p>
            <a:pPr eaLnBrk="1" hangingPunct="1">
              <a:lnSpc>
                <a:spcPct val="90000"/>
              </a:lnSpc>
              <a:buFont typeface="Wingdings" panose="05000000000000000000" pitchFamily="2" charset="2"/>
              <a:buNone/>
              <a:tabLst>
                <a:tab pos="633413" algn="l"/>
                <a:tab pos="900113" algn="l"/>
              </a:tabLst>
            </a:pPr>
            <a:r>
              <a:rPr lang="en-US" altLang="zh-CN" sz="2200">
                <a:latin typeface="微软雅黑" panose="020B0503020204020204" pitchFamily="34" charset="-122"/>
                <a:ea typeface="微软雅黑" panose="020B0503020204020204" pitchFamily="34" charset="-122"/>
              </a:rPr>
              <a:t>	cout &lt;&lt; "Enter x and y:";</a:t>
            </a:r>
          </a:p>
          <a:p>
            <a:pPr eaLnBrk="1" hangingPunct="1">
              <a:lnSpc>
                <a:spcPct val="90000"/>
              </a:lnSpc>
              <a:buFont typeface="Wingdings" panose="05000000000000000000" pitchFamily="2" charset="2"/>
              <a:buNone/>
              <a:tabLst>
                <a:tab pos="633413" algn="l"/>
                <a:tab pos="900113" algn="l"/>
              </a:tabLst>
            </a:pPr>
            <a:r>
              <a:rPr lang="en-US" altLang="zh-CN" sz="2200">
                <a:latin typeface="微软雅黑" panose="020B0503020204020204" pitchFamily="34" charset="-122"/>
                <a:ea typeface="微软雅黑" panose="020B0503020204020204" pitchFamily="34" charset="-122"/>
              </a:rPr>
              <a:t>	cin &gt;&gt; x &gt;&gt; y;</a:t>
            </a:r>
          </a:p>
          <a:p>
            <a:pPr eaLnBrk="1" hangingPunct="1">
              <a:lnSpc>
                <a:spcPct val="90000"/>
              </a:lnSpc>
              <a:buFont typeface="Wingdings" panose="05000000000000000000" pitchFamily="2" charset="2"/>
              <a:buNone/>
              <a:tabLst>
                <a:tab pos="633413" algn="l"/>
                <a:tab pos="900113" algn="l"/>
              </a:tabLst>
            </a:pPr>
            <a:r>
              <a:rPr lang="en-US" altLang="zh-CN" sz="2200">
                <a:latin typeface="微软雅黑" panose="020B0503020204020204" pitchFamily="34" charset="-122"/>
                <a:ea typeface="微软雅黑" panose="020B0503020204020204" pitchFamily="34" charset="-122"/>
              </a:rPr>
              <a:t>	if (x != y)</a:t>
            </a:r>
          </a:p>
          <a:p>
            <a:pPr eaLnBrk="1" hangingPunct="1">
              <a:lnSpc>
                <a:spcPct val="90000"/>
              </a:lnSpc>
              <a:buFont typeface="Wingdings" panose="05000000000000000000" pitchFamily="2" charset="2"/>
              <a:buNone/>
              <a:tabLst>
                <a:tab pos="633413" algn="l"/>
                <a:tab pos="900113" algn="l"/>
              </a:tabLst>
            </a:pPr>
            <a:r>
              <a:rPr lang="en-US" altLang="zh-CN" sz="2200">
                <a:latin typeface="微软雅黑" panose="020B0503020204020204" pitchFamily="34" charset="-122"/>
                <a:ea typeface="微软雅黑" panose="020B0503020204020204" pitchFamily="34" charset="-122"/>
              </a:rPr>
              <a:t>		if (x &gt; y)</a:t>
            </a:r>
          </a:p>
          <a:p>
            <a:pPr eaLnBrk="1" hangingPunct="1">
              <a:lnSpc>
                <a:spcPct val="90000"/>
              </a:lnSpc>
              <a:buFont typeface="Wingdings" panose="05000000000000000000" pitchFamily="2" charset="2"/>
              <a:buNone/>
              <a:tabLst>
                <a:tab pos="633413" algn="l"/>
                <a:tab pos="900113" algn="l"/>
              </a:tabLst>
            </a:pPr>
            <a:r>
              <a:rPr lang="en-US" altLang="zh-CN" sz="2200">
                <a:latin typeface="微软雅黑" panose="020B0503020204020204" pitchFamily="34" charset="-122"/>
                <a:ea typeface="微软雅黑" panose="020B0503020204020204" pitchFamily="34" charset="-122"/>
              </a:rPr>
              <a:t>			cout &lt;&lt; "x &gt; y" &lt;&lt; endl;</a:t>
            </a:r>
          </a:p>
          <a:p>
            <a:pPr eaLnBrk="1" hangingPunct="1">
              <a:lnSpc>
                <a:spcPct val="90000"/>
              </a:lnSpc>
              <a:buFont typeface="Wingdings" panose="05000000000000000000" pitchFamily="2" charset="2"/>
              <a:buNone/>
              <a:tabLst>
                <a:tab pos="633413" algn="l"/>
                <a:tab pos="900113" algn="l"/>
              </a:tabLst>
            </a:pPr>
            <a:r>
              <a:rPr lang="en-US" altLang="zh-CN" sz="2200">
                <a:latin typeface="微软雅黑" panose="020B0503020204020204" pitchFamily="34" charset="-122"/>
                <a:ea typeface="微软雅黑" panose="020B0503020204020204" pitchFamily="34" charset="-122"/>
              </a:rPr>
              <a:t>		else</a:t>
            </a:r>
          </a:p>
          <a:p>
            <a:pPr eaLnBrk="1" hangingPunct="1">
              <a:lnSpc>
                <a:spcPct val="90000"/>
              </a:lnSpc>
              <a:buFont typeface="Wingdings" panose="05000000000000000000" pitchFamily="2" charset="2"/>
              <a:buNone/>
              <a:tabLst>
                <a:tab pos="633413" algn="l"/>
                <a:tab pos="900113" algn="l"/>
              </a:tabLst>
            </a:pPr>
            <a:r>
              <a:rPr lang="en-US" altLang="zh-CN" sz="2200">
                <a:latin typeface="微软雅黑" panose="020B0503020204020204" pitchFamily="34" charset="-122"/>
                <a:ea typeface="微软雅黑" panose="020B0503020204020204" pitchFamily="34" charset="-122"/>
              </a:rPr>
              <a:t>			cout &lt;&lt; "x &lt; y" &lt;&lt; endl;</a:t>
            </a:r>
          </a:p>
          <a:p>
            <a:pPr eaLnBrk="1" hangingPunct="1">
              <a:lnSpc>
                <a:spcPct val="90000"/>
              </a:lnSpc>
              <a:buFont typeface="Wingdings" panose="05000000000000000000" pitchFamily="2" charset="2"/>
              <a:buNone/>
              <a:tabLst>
                <a:tab pos="633413" algn="l"/>
                <a:tab pos="900113" algn="l"/>
              </a:tabLst>
            </a:pPr>
            <a:r>
              <a:rPr lang="en-US" altLang="zh-CN" sz="2200">
                <a:latin typeface="微软雅黑" panose="020B0503020204020204" pitchFamily="34" charset="-122"/>
                <a:ea typeface="微软雅黑" panose="020B0503020204020204" pitchFamily="34" charset="-122"/>
              </a:rPr>
              <a:t>	else</a:t>
            </a:r>
          </a:p>
          <a:p>
            <a:pPr eaLnBrk="1" hangingPunct="1">
              <a:lnSpc>
                <a:spcPct val="90000"/>
              </a:lnSpc>
              <a:buFont typeface="Wingdings" panose="05000000000000000000" pitchFamily="2" charset="2"/>
              <a:buNone/>
              <a:tabLst>
                <a:tab pos="633413" algn="l"/>
                <a:tab pos="900113" algn="l"/>
              </a:tabLst>
            </a:pPr>
            <a:r>
              <a:rPr lang="en-US" altLang="zh-CN" sz="2200">
                <a:latin typeface="微软雅黑" panose="020B0503020204020204" pitchFamily="34" charset="-122"/>
                <a:ea typeface="微软雅黑" panose="020B0503020204020204" pitchFamily="34" charset="-122"/>
              </a:rPr>
              <a:t>		cout &lt;&lt; "x = y" &lt;&lt; endl;</a:t>
            </a:r>
          </a:p>
          <a:p>
            <a:pPr eaLnBrk="1" hangingPunct="1">
              <a:lnSpc>
                <a:spcPct val="90000"/>
              </a:lnSpc>
              <a:buFont typeface="Wingdings" panose="05000000000000000000" pitchFamily="2" charset="2"/>
              <a:buNone/>
              <a:tabLst>
                <a:tab pos="633413" algn="l"/>
                <a:tab pos="900113" algn="l"/>
              </a:tabLst>
            </a:pPr>
            <a:r>
              <a:rPr lang="en-US" altLang="zh-CN" sz="2200">
                <a:latin typeface="微软雅黑" panose="020B0503020204020204" pitchFamily="34" charset="-122"/>
                <a:ea typeface="微软雅黑" panose="020B0503020204020204" pitchFamily="34" charset="-122"/>
              </a:rPr>
              <a:t>	return 0;</a:t>
            </a:r>
          </a:p>
          <a:p>
            <a:pPr eaLnBrk="1" hangingPunct="1">
              <a:lnSpc>
                <a:spcPct val="90000"/>
              </a:lnSpc>
              <a:buFont typeface="Wingdings" panose="05000000000000000000" pitchFamily="2" charset="2"/>
              <a:buNone/>
              <a:tabLst>
                <a:tab pos="633413" algn="l"/>
                <a:tab pos="900113" algn="l"/>
              </a:tabLst>
            </a:pPr>
            <a:r>
              <a:rPr lang="en-US" altLang="zh-CN" sz="2200">
                <a:latin typeface="微软雅黑" panose="020B0503020204020204" pitchFamily="34" charset="-122"/>
                <a:ea typeface="微软雅黑" panose="020B0503020204020204" pitchFamily="34" charset="-122"/>
              </a:rPr>
              <a:t>}</a:t>
            </a:r>
          </a:p>
        </p:txBody>
      </p:sp>
      <p:sp>
        <p:nvSpPr>
          <p:cNvPr id="8" name="内容占位符 6"/>
          <p:cNvSpPr txBox="1">
            <a:spLocks/>
          </p:cNvSpPr>
          <p:nvPr/>
        </p:nvSpPr>
        <p:spPr bwMode="auto">
          <a:xfrm>
            <a:off x="6817667" y="2564904"/>
            <a:ext cx="3312369" cy="2937990"/>
          </a:xfrm>
          <a:prstGeom prst="rect">
            <a:avLst/>
          </a:prstGeom>
          <a:noFill/>
          <a:ln w="3175">
            <a:solidFill>
              <a:schemeClr val="tx1"/>
            </a:solidFill>
          </a:ln>
        </p:spPr>
        <p:txBody>
          <a:bodyPr vert="horz" wrap="square" lIns="91440" tIns="45720" rIns="91440" bIns="45720" numCol="1" anchor="t" anchorCtr="0" compatLnSpc="1">
            <a:prstTxWarp prst="textNoShape">
              <a:avLst/>
            </a:prstTxWarp>
            <a:normAutofit/>
          </a:bodyPr>
          <a:lstStyle>
            <a:lvl1pPr marL="365125" indent="-255588" algn="l" rtl="0" eaLnBrk="0" fontAlgn="base" hangingPunct="0">
              <a:spcBef>
                <a:spcPts val="300"/>
              </a:spcBef>
              <a:spcAft>
                <a:spcPct val="0"/>
              </a:spcAft>
              <a:buClr>
                <a:srgbClr val="A04DA3"/>
              </a:buClr>
              <a:buFont typeface="Georgia" panose="02040502050405020303" pitchFamily="18" charset="0"/>
              <a:buChar char="•"/>
              <a:defRPr sz="2800" kern="1200">
                <a:solidFill>
                  <a:schemeClr val="tx1"/>
                </a:solidFill>
                <a:latin typeface="+mn-lt"/>
                <a:ea typeface="+mn-ea"/>
                <a:cs typeface="+mn-cs"/>
              </a:defRPr>
            </a:lvl1pPr>
            <a:lvl2pPr marL="657225" indent="-246063" algn="l" rtl="0" eaLnBrk="0" fontAlgn="base" hangingPunct="0">
              <a:spcBef>
                <a:spcPts val="300"/>
              </a:spcBef>
              <a:spcAft>
                <a:spcPct val="0"/>
              </a:spcAft>
              <a:buClr>
                <a:schemeClr val="accent2"/>
              </a:buClr>
              <a:buFont typeface="Georgia" panose="02040502050405020303" pitchFamily="18" charset="0"/>
              <a:buChar char="▫"/>
              <a:defRPr sz="2600" kern="1200">
                <a:solidFill>
                  <a:schemeClr val="accent1"/>
                </a:solidFill>
                <a:latin typeface="+mn-lt"/>
                <a:ea typeface="+mn-ea"/>
                <a:cs typeface="+mn-cs"/>
              </a:defRPr>
            </a:lvl2pPr>
            <a:lvl3pPr marL="922338" indent="-219075" algn="l" rtl="0" eaLnBrk="0" fontAlgn="base" hangingPunct="0">
              <a:spcBef>
                <a:spcPts val="300"/>
              </a:spcBef>
              <a:spcAft>
                <a:spcPct val="0"/>
              </a:spcAft>
              <a:buClr>
                <a:schemeClr val="accent1"/>
              </a:buClr>
              <a:buFont typeface="Wingdings 2" panose="05020102010507070707" pitchFamily="18" charset="2"/>
              <a:buChar char=""/>
              <a:defRPr sz="2400" kern="1200">
                <a:solidFill>
                  <a:schemeClr val="accent1"/>
                </a:solidFill>
                <a:latin typeface="+mn-lt"/>
                <a:ea typeface="+mn-ea"/>
                <a:cs typeface="+mn-cs"/>
              </a:defRPr>
            </a:lvl3pPr>
            <a:lvl4pPr marL="1179513" indent="-200025" algn="l" rtl="0" eaLnBrk="0" fontAlgn="base" hangingPunct="0">
              <a:spcBef>
                <a:spcPts val="300"/>
              </a:spcBef>
              <a:spcAft>
                <a:spcPct val="0"/>
              </a:spcAft>
              <a:buClr>
                <a:schemeClr val="accent1"/>
              </a:buClr>
              <a:buFont typeface="Wingdings 2" panose="05020102010507070707" pitchFamily="18" charset="2"/>
              <a:buChar char=""/>
              <a:defRPr sz="2200" kern="1200">
                <a:solidFill>
                  <a:schemeClr val="accent1"/>
                </a:solidFill>
                <a:latin typeface="+mn-lt"/>
                <a:ea typeface="+mn-ea"/>
                <a:cs typeface="+mn-cs"/>
              </a:defRPr>
            </a:lvl4pPr>
            <a:lvl5pPr marL="1389063" indent="-182563" algn="l" rtl="0" eaLnBrk="0" fontAlgn="base" hangingPunct="0">
              <a:spcBef>
                <a:spcPts val="300"/>
              </a:spcBef>
              <a:spcAft>
                <a:spcPct val="0"/>
              </a:spcAft>
              <a:buClr>
                <a:srgbClr val="A04DA3"/>
              </a:buClr>
              <a:buFont typeface="Georgia" panose="02040502050405020303" pitchFamily="18" charset="0"/>
              <a:buChar char="▫"/>
              <a:defRPr sz="2000" kern="1200">
                <a:solidFill>
                  <a:srgbClr val="A04DA3"/>
                </a:solidFill>
                <a:latin typeface="+mn-lt"/>
                <a:ea typeface="+mn-ea"/>
                <a:cs typeface="+mn-cs"/>
              </a:defRPr>
            </a:lvl5pPr>
            <a:lvl6pPr marL="1609344" indent="-182880" algn="l" rtl="0" eaLnBrk="1" latinLnBrk="0" hangingPunct="1">
              <a:spcBef>
                <a:spcPts val="300"/>
              </a:spcBef>
              <a:buClr>
                <a:schemeClr val="accent3"/>
              </a:buClr>
              <a:buFont typeface="Georgia"/>
              <a:buChar char="▫"/>
              <a:defRPr kumimoji="0" sz="1800" kern="1200">
                <a:solidFill>
                  <a:schemeClr val="accent3"/>
                </a:solidFill>
                <a:latin typeface="+mn-lt"/>
                <a:ea typeface="+mn-ea"/>
                <a:cs typeface="+mn-cs"/>
              </a:defRPr>
            </a:lvl6pPr>
            <a:lvl7pPr marL="1828800" indent="-182880" algn="l" rtl="0" eaLnBrk="1" latinLnBrk="0" hangingPunct="1">
              <a:spcBef>
                <a:spcPts val="300"/>
              </a:spcBef>
              <a:buClr>
                <a:schemeClr val="accent3"/>
              </a:buClr>
              <a:buFont typeface="Georgia"/>
              <a:buChar char="▫"/>
              <a:defRPr kumimoji="0" sz="1600" kern="1200">
                <a:solidFill>
                  <a:schemeClr val="accent3"/>
                </a:solidFill>
                <a:latin typeface="+mn-lt"/>
                <a:ea typeface="+mn-ea"/>
                <a:cs typeface="+mn-cs"/>
              </a:defRPr>
            </a:lvl7pPr>
            <a:lvl8pPr marL="2029968" indent="-182880" algn="l" rtl="0" eaLnBrk="1" latinLnBrk="0" hangingPunct="1">
              <a:spcBef>
                <a:spcPts val="300"/>
              </a:spcBef>
              <a:buClr>
                <a:schemeClr val="accent3"/>
              </a:buClr>
              <a:buFont typeface="Georgia"/>
              <a:buChar char="◦"/>
              <a:defRPr kumimoji="0" sz="1500" kern="1200">
                <a:solidFill>
                  <a:schemeClr val="accent3"/>
                </a:solidFill>
                <a:latin typeface="+mn-lt"/>
                <a:ea typeface="+mn-ea"/>
                <a:cs typeface="+mn-cs"/>
              </a:defRPr>
            </a:lvl8pPr>
            <a:lvl9pPr marL="2240280" indent="-182880" algn="l" rtl="0" eaLnBrk="1" latinLnBrk="0" hangingPunct="1">
              <a:spcBef>
                <a:spcPts val="300"/>
              </a:spcBef>
              <a:buClr>
                <a:schemeClr val="accent3"/>
              </a:buClr>
              <a:buFont typeface="Georgia"/>
              <a:buChar char="◦"/>
              <a:defRPr kumimoji="0" sz="1400" kern="1200" baseline="0">
                <a:solidFill>
                  <a:schemeClr val="accent3"/>
                </a:solidFill>
                <a:latin typeface="+mn-lt"/>
                <a:ea typeface="+mn-ea"/>
                <a:cs typeface="+mn-cs"/>
              </a:defRPr>
            </a:lvl9pPr>
          </a:lstStyle>
          <a:p>
            <a:pPr marL="971550" eaLnBrk="1" hangingPunct="1">
              <a:buFont typeface="Wingdings" pitchFamily="2" charset="2"/>
              <a:buNone/>
              <a:defRPr/>
            </a:pPr>
            <a:r>
              <a:rPr kumimoji="0" lang="zh-CN" altLang="en-US" sz="1800">
                <a:latin typeface="微软雅黑" pitchFamily="34" charset="-122"/>
                <a:ea typeface="微软雅黑" pitchFamily="34" charset="-122"/>
              </a:rPr>
              <a:t>运行结果</a:t>
            </a:r>
            <a:r>
              <a:rPr kumimoji="0" lang="en-US" altLang="zh-CN" sz="1800">
                <a:latin typeface="微软雅黑" pitchFamily="34" charset="-122"/>
                <a:ea typeface="微软雅黑" pitchFamily="34" charset="-122"/>
              </a:rPr>
              <a:t>1</a:t>
            </a:r>
            <a:r>
              <a:rPr kumimoji="0" lang="zh-CN" altLang="en-US" sz="1800">
                <a:latin typeface="微软雅黑" pitchFamily="34" charset="-122"/>
                <a:ea typeface="微软雅黑" pitchFamily="34" charset="-122"/>
              </a:rPr>
              <a:t>：</a:t>
            </a:r>
          </a:p>
          <a:p>
            <a:pPr marL="971550" eaLnBrk="1" hangingPunct="1">
              <a:buFont typeface="Wingdings" pitchFamily="2" charset="2"/>
              <a:buNone/>
              <a:defRPr/>
            </a:pPr>
            <a:r>
              <a:rPr kumimoji="0" lang="en-US" altLang="zh-CN" sz="1800">
                <a:latin typeface="微软雅黑" pitchFamily="34" charset="-122"/>
                <a:ea typeface="微软雅黑" pitchFamily="34" charset="-122"/>
              </a:rPr>
              <a:t>Enter x and y:5 8</a:t>
            </a:r>
          </a:p>
          <a:p>
            <a:pPr marL="971550" eaLnBrk="1" hangingPunct="1">
              <a:buFont typeface="Wingdings" pitchFamily="2" charset="2"/>
              <a:buNone/>
              <a:defRPr/>
            </a:pPr>
            <a:r>
              <a:rPr kumimoji="0" lang="en-US" altLang="zh-CN" sz="1800">
                <a:latin typeface="微软雅黑" pitchFamily="34" charset="-122"/>
                <a:ea typeface="微软雅黑" pitchFamily="34" charset="-122"/>
              </a:rPr>
              <a:t>x &lt; y</a:t>
            </a:r>
          </a:p>
          <a:p>
            <a:pPr marL="971550" eaLnBrk="1" hangingPunct="1">
              <a:buFont typeface="Wingdings" pitchFamily="2" charset="2"/>
              <a:buNone/>
              <a:defRPr/>
            </a:pPr>
            <a:r>
              <a:rPr kumimoji="0" lang="zh-CN" altLang="en-US" sz="1800">
                <a:latin typeface="微软雅黑" pitchFamily="34" charset="-122"/>
                <a:ea typeface="微软雅黑" pitchFamily="34" charset="-122"/>
              </a:rPr>
              <a:t>运行结果</a:t>
            </a:r>
            <a:r>
              <a:rPr kumimoji="0" lang="en-US" altLang="zh-CN" sz="1800">
                <a:latin typeface="微软雅黑" pitchFamily="34" charset="-122"/>
                <a:ea typeface="微软雅黑" pitchFamily="34" charset="-122"/>
              </a:rPr>
              <a:t>2</a:t>
            </a:r>
            <a:r>
              <a:rPr kumimoji="0" lang="zh-CN" altLang="en-US" sz="1800">
                <a:latin typeface="微软雅黑" pitchFamily="34" charset="-122"/>
                <a:ea typeface="微软雅黑" pitchFamily="34" charset="-122"/>
              </a:rPr>
              <a:t>：</a:t>
            </a:r>
          </a:p>
          <a:p>
            <a:pPr marL="971550" eaLnBrk="1" hangingPunct="1">
              <a:buFont typeface="Wingdings" pitchFamily="2" charset="2"/>
              <a:buNone/>
              <a:defRPr/>
            </a:pPr>
            <a:r>
              <a:rPr kumimoji="0" lang="en-US" altLang="zh-CN" sz="1800">
                <a:latin typeface="微软雅黑" pitchFamily="34" charset="-122"/>
                <a:ea typeface="微软雅黑" pitchFamily="34" charset="-122"/>
              </a:rPr>
              <a:t>Enter x and y:8 8</a:t>
            </a:r>
          </a:p>
          <a:p>
            <a:pPr marL="971550" eaLnBrk="1" hangingPunct="1">
              <a:buFont typeface="Wingdings" pitchFamily="2" charset="2"/>
              <a:buNone/>
              <a:defRPr/>
            </a:pPr>
            <a:r>
              <a:rPr kumimoji="0" lang="en-US" altLang="zh-CN" sz="1800">
                <a:latin typeface="微软雅黑" pitchFamily="34" charset="-122"/>
                <a:ea typeface="微软雅黑" pitchFamily="34" charset="-122"/>
              </a:rPr>
              <a:t>x = y</a:t>
            </a:r>
          </a:p>
          <a:p>
            <a:pPr marL="971550" eaLnBrk="1" hangingPunct="1">
              <a:buFont typeface="Wingdings" pitchFamily="2" charset="2"/>
              <a:buNone/>
              <a:defRPr/>
            </a:pPr>
            <a:r>
              <a:rPr kumimoji="0" lang="zh-CN" altLang="en-US" sz="1800">
                <a:latin typeface="微软雅黑" pitchFamily="34" charset="-122"/>
                <a:ea typeface="微软雅黑" pitchFamily="34" charset="-122"/>
              </a:rPr>
              <a:t>运行结果</a:t>
            </a:r>
            <a:r>
              <a:rPr kumimoji="0" lang="en-US" altLang="zh-CN" sz="1800">
                <a:latin typeface="微软雅黑" pitchFamily="34" charset="-122"/>
                <a:ea typeface="微软雅黑" pitchFamily="34" charset="-122"/>
              </a:rPr>
              <a:t>3</a:t>
            </a:r>
            <a:r>
              <a:rPr kumimoji="0" lang="zh-CN" altLang="en-US" sz="1800">
                <a:latin typeface="微软雅黑" pitchFamily="34" charset="-122"/>
                <a:ea typeface="微软雅黑" pitchFamily="34" charset="-122"/>
              </a:rPr>
              <a:t>：</a:t>
            </a:r>
          </a:p>
          <a:p>
            <a:pPr marL="971550" eaLnBrk="1" hangingPunct="1">
              <a:buFont typeface="Wingdings" pitchFamily="2" charset="2"/>
              <a:buNone/>
              <a:defRPr/>
            </a:pPr>
            <a:r>
              <a:rPr kumimoji="0" lang="en-US" altLang="zh-CN" sz="1800">
                <a:latin typeface="微软雅黑" pitchFamily="34" charset="-122"/>
                <a:ea typeface="微软雅黑" pitchFamily="34" charset="-122"/>
              </a:rPr>
              <a:t>Enter x and y:12 8</a:t>
            </a:r>
          </a:p>
          <a:p>
            <a:pPr marL="971550" eaLnBrk="1" hangingPunct="1">
              <a:buFont typeface="Wingdings" pitchFamily="2" charset="2"/>
              <a:buNone/>
              <a:defRPr/>
            </a:pPr>
            <a:r>
              <a:rPr kumimoji="0" lang="en-US" altLang="zh-CN" sz="1800">
                <a:latin typeface="微软雅黑" pitchFamily="34" charset="-122"/>
                <a:ea typeface="微软雅黑" pitchFamily="34" charset="-122"/>
              </a:rPr>
              <a:t>x &gt; y</a:t>
            </a:r>
            <a:endParaRPr kumimoji="0" lang="en-US" altLang="zh-CN" sz="1800" dirty="0">
              <a:latin typeface="微软雅黑" pitchFamily="34" charset="-122"/>
              <a:ea typeface="微软雅黑" pitchFamily="34" charset="-122"/>
            </a:endParaRPr>
          </a:p>
        </p:txBody>
      </p:sp>
    </p:spTree>
    <p:extLst>
      <p:ext uri="{BB962C8B-B14F-4D97-AF65-F5344CB8AC3E}">
        <p14:creationId xmlns:p14="http://schemas.microsoft.com/office/powerpoint/2010/main" val="1441370290"/>
      </p:ext>
    </p:extLst>
  </p:cSld>
  <p:clrMapOvr>
    <a:masterClrMapping/>
  </p:clrMapOv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标题 1"/>
          <p:cNvSpPr>
            <a:spLocks noGrp="1"/>
          </p:cNvSpPr>
          <p:nvPr>
            <p:ph type="title"/>
          </p:nvPr>
        </p:nvSpPr>
        <p:spPr>
          <a:xfrm>
            <a:off x="609600" y="1076325"/>
            <a:ext cx="10975975" cy="1066800"/>
          </a:xfrm>
        </p:spPr>
        <p:txBody>
          <a:bodyPr/>
          <a:lstStyle/>
          <a:p>
            <a:pPr eaLnBrk="1" hangingPunct="1">
              <a:defRPr/>
            </a:pPr>
            <a:r>
              <a:rPr lang="zh-CN" altLang="en-US" dirty="0">
                <a:solidFill>
                  <a:schemeClr val="accent5"/>
                </a:solidFill>
                <a:latin typeface="微软雅黑" pitchFamily="34" charset="-122"/>
                <a:ea typeface="微软雅黑" pitchFamily="34" charset="-122"/>
              </a:rPr>
              <a:t>嵌套的</a:t>
            </a:r>
            <a:r>
              <a:rPr lang="en-US" altLang="zh-CN" dirty="0">
                <a:solidFill>
                  <a:schemeClr val="accent5"/>
                </a:solidFill>
                <a:latin typeface="微软雅黑" pitchFamily="34" charset="-122"/>
                <a:ea typeface="微软雅黑" pitchFamily="34" charset="-122"/>
              </a:rPr>
              <a:t>if</a:t>
            </a:r>
            <a:r>
              <a:rPr lang="zh-CN" altLang="en-US" dirty="0">
                <a:solidFill>
                  <a:schemeClr val="accent5"/>
                </a:solidFill>
                <a:latin typeface="微软雅黑" pitchFamily="34" charset="-122"/>
                <a:ea typeface="微软雅黑" pitchFamily="34" charset="-122"/>
              </a:rPr>
              <a:t>结构（续）</a:t>
            </a:r>
          </a:p>
        </p:txBody>
      </p:sp>
      <p:sp>
        <p:nvSpPr>
          <p:cNvPr id="121859" name="内容占位符 2"/>
          <p:cNvSpPr>
            <a:spLocks noGrp="1"/>
          </p:cNvSpPr>
          <p:nvPr>
            <p:ph idx="1"/>
          </p:nvPr>
        </p:nvSpPr>
        <p:spPr>
          <a:xfrm>
            <a:off x="609600" y="2071688"/>
            <a:ext cx="10672563" cy="4071937"/>
          </a:xfrm>
        </p:spPr>
        <p:txBody>
          <a:bodyPr/>
          <a:lstStyle/>
          <a:p>
            <a:pPr eaLnBrk="1" hangingPunct="1">
              <a:lnSpc>
                <a:spcPct val="90000"/>
              </a:lnSpc>
            </a:pPr>
            <a:r>
              <a:rPr lang="zh-CN" altLang="en-US" sz="2400">
                <a:latin typeface="微软雅黑" panose="020B0503020204020204" pitchFamily="34" charset="-122"/>
                <a:ea typeface="微软雅黑" panose="020B0503020204020204" pitchFamily="34" charset="-122"/>
              </a:rPr>
              <a:t>语法形式</a:t>
            </a:r>
            <a:endParaRPr lang="en-US" altLang="zh-CN" sz="2400">
              <a:latin typeface="微软雅黑" panose="020B0503020204020204" pitchFamily="34" charset="-122"/>
              <a:ea typeface="微软雅黑" panose="020B0503020204020204" pitchFamily="34" charset="-122"/>
            </a:endParaRPr>
          </a:p>
          <a:p>
            <a:pPr marL="457200" lvl="1" indent="0" eaLnBrk="1" hangingPunct="1">
              <a:lnSpc>
                <a:spcPct val="90000"/>
              </a:lnSpc>
              <a:buFontTx/>
              <a:buNone/>
            </a:pPr>
            <a:r>
              <a:rPr lang="en-US" altLang="zh-CN" sz="2400">
                <a:solidFill>
                  <a:srgbClr val="0070C0"/>
                </a:solidFill>
                <a:latin typeface="微软雅黑" panose="020B0503020204020204" pitchFamily="34" charset="-122"/>
                <a:ea typeface="微软雅黑" panose="020B0503020204020204" pitchFamily="34" charset="-122"/>
              </a:rPr>
              <a:t>if(   )</a:t>
            </a:r>
          </a:p>
          <a:p>
            <a:pPr marL="457200" lvl="1" indent="0" eaLnBrk="1" hangingPunct="1">
              <a:lnSpc>
                <a:spcPct val="90000"/>
              </a:lnSpc>
              <a:buFontTx/>
              <a:buNone/>
            </a:pPr>
            <a:r>
              <a:rPr lang="en-US" altLang="zh-CN" sz="2400">
                <a:solidFill>
                  <a:srgbClr val="0070C0"/>
                </a:solidFill>
                <a:latin typeface="微软雅黑" panose="020B0503020204020204" pitchFamily="34" charset="-122"/>
                <a:ea typeface="微软雅黑" panose="020B0503020204020204" pitchFamily="34" charset="-122"/>
              </a:rPr>
              <a:t>     if(   ) </a:t>
            </a:r>
            <a:r>
              <a:rPr lang="zh-CN" altLang="en-US" sz="2400">
                <a:solidFill>
                  <a:srgbClr val="0070C0"/>
                </a:solidFill>
                <a:latin typeface="微软雅黑" panose="020B0503020204020204" pitchFamily="34" charset="-122"/>
                <a:ea typeface="微软雅黑" panose="020B0503020204020204" pitchFamily="34" charset="-122"/>
              </a:rPr>
              <a:t>语句 </a:t>
            </a:r>
            <a:r>
              <a:rPr lang="en-US" altLang="zh-CN" sz="2400">
                <a:solidFill>
                  <a:srgbClr val="0070C0"/>
                </a:solidFill>
                <a:latin typeface="微软雅黑" panose="020B0503020204020204" pitchFamily="34" charset="-122"/>
                <a:ea typeface="微软雅黑" panose="020B0503020204020204" pitchFamily="34" charset="-122"/>
              </a:rPr>
              <a:t>1</a:t>
            </a:r>
          </a:p>
          <a:p>
            <a:pPr marL="457200" lvl="1" indent="0" eaLnBrk="1" hangingPunct="1">
              <a:lnSpc>
                <a:spcPct val="90000"/>
              </a:lnSpc>
              <a:buFontTx/>
              <a:buNone/>
            </a:pPr>
            <a:r>
              <a:rPr lang="en-US" altLang="zh-CN" sz="2400">
                <a:solidFill>
                  <a:srgbClr val="0070C0"/>
                </a:solidFill>
                <a:latin typeface="微软雅黑" panose="020B0503020204020204" pitchFamily="34" charset="-122"/>
                <a:ea typeface="微软雅黑" panose="020B0503020204020204" pitchFamily="34" charset="-122"/>
              </a:rPr>
              <a:t>     else </a:t>
            </a:r>
            <a:r>
              <a:rPr lang="zh-CN" altLang="en-US" sz="2400">
                <a:solidFill>
                  <a:srgbClr val="0070C0"/>
                </a:solidFill>
                <a:latin typeface="微软雅黑" panose="020B0503020204020204" pitchFamily="34" charset="-122"/>
                <a:ea typeface="微软雅黑" panose="020B0503020204020204" pitchFamily="34" charset="-122"/>
              </a:rPr>
              <a:t>语句 </a:t>
            </a:r>
            <a:r>
              <a:rPr lang="en-US" altLang="zh-CN" sz="2400">
                <a:solidFill>
                  <a:srgbClr val="0070C0"/>
                </a:solidFill>
                <a:latin typeface="微软雅黑" panose="020B0503020204020204" pitchFamily="34" charset="-122"/>
                <a:ea typeface="微软雅黑" panose="020B0503020204020204" pitchFamily="34" charset="-122"/>
              </a:rPr>
              <a:t>2</a:t>
            </a:r>
          </a:p>
          <a:p>
            <a:pPr marL="457200" lvl="1" indent="0" eaLnBrk="1" hangingPunct="1">
              <a:lnSpc>
                <a:spcPct val="90000"/>
              </a:lnSpc>
              <a:buFontTx/>
              <a:buNone/>
            </a:pPr>
            <a:r>
              <a:rPr lang="en-US" altLang="zh-CN" sz="2400">
                <a:solidFill>
                  <a:srgbClr val="0070C0"/>
                </a:solidFill>
                <a:latin typeface="微软雅黑" panose="020B0503020204020204" pitchFamily="34" charset="-122"/>
                <a:ea typeface="微软雅黑" panose="020B0503020204020204" pitchFamily="34" charset="-122"/>
              </a:rPr>
              <a:t>else</a:t>
            </a:r>
          </a:p>
          <a:p>
            <a:pPr marL="457200" lvl="1" indent="0" eaLnBrk="1" hangingPunct="1">
              <a:lnSpc>
                <a:spcPct val="90000"/>
              </a:lnSpc>
              <a:buFontTx/>
              <a:buNone/>
            </a:pPr>
            <a:r>
              <a:rPr lang="en-US" altLang="zh-CN" sz="2400">
                <a:solidFill>
                  <a:srgbClr val="0070C0"/>
                </a:solidFill>
                <a:latin typeface="微软雅黑" panose="020B0503020204020204" pitchFamily="34" charset="-122"/>
                <a:ea typeface="微软雅黑" panose="020B0503020204020204" pitchFamily="34" charset="-122"/>
              </a:rPr>
              <a:t>     if(   ) </a:t>
            </a:r>
            <a:r>
              <a:rPr lang="zh-CN" altLang="en-US" sz="2400">
                <a:solidFill>
                  <a:srgbClr val="0070C0"/>
                </a:solidFill>
                <a:latin typeface="微软雅黑" panose="020B0503020204020204" pitchFamily="34" charset="-122"/>
                <a:ea typeface="微软雅黑" panose="020B0503020204020204" pitchFamily="34" charset="-122"/>
              </a:rPr>
              <a:t>语句 </a:t>
            </a:r>
            <a:r>
              <a:rPr lang="en-US" altLang="zh-CN" sz="2400">
                <a:solidFill>
                  <a:srgbClr val="0070C0"/>
                </a:solidFill>
                <a:latin typeface="微软雅黑" panose="020B0503020204020204" pitchFamily="34" charset="-122"/>
                <a:ea typeface="微软雅黑" panose="020B0503020204020204" pitchFamily="34" charset="-122"/>
              </a:rPr>
              <a:t>3</a:t>
            </a:r>
          </a:p>
          <a:p>
            <a:pPr marL="457200" lvl="1" indent="0" eaLnBrk="1" hangingPunct="1">
              <a:lnSpc>
                <a:spcPct val="90000"/>
              </a:lnSpc>
              <a:buFontTx/>
              <a:buNone/>
            </a:pPr>
            <a:r>
              <a:rPr lang="en-US" altLang="zh-CN" sz="2400">
                <a:solidFill>
                  <a:srgbClr val="0070C0"/>
                </a:solidFill>
                <a:latin typeface="微软雅黑" panose="020B0503020204020204" pitchFamily="34" charset="-122"/>
                <a:ea typeface="微软雅黑" panose="020B0503020204020204" pitchFamily="34" charset="-122"/>
              </a:rPr>
              <a:t>     else </a:t>
            </a:r>
            <a:r>
              <a:rPr lang="zh-CN" altLang="en-US" sz="2400">
                <a:solidFill>
                  <a:srgbClr val="0070C0"/>
                </a:solidFill>
                <a:latin typeface="微软雅黑" panose="020B0503020204020204" pitchFamily="34" charset="-122"/>
                <a:ea typeface="微软雅黑" panose="020B0503020204020204" pitchFamily="34" charset="-122"/>
              </a:rPr>
              <a:t>语句 </a:t>
            </a:r>
            <a:r>
              <a:rPr lang="en-US" altLang="zh-CN" sz="2400">
                <a:solidFill>
                  <a:srgbClr val="0070C0"/>
                </a:solidFill>
                <a:latin typeface="微软雅黑" panose="020B0503020204020204" pitchFamily="34" charset="-122"/>
                <a:ea typeface="微软雅黑" panose="020B0503020204020204" pitchFamily="34" charset="-122"/>
              </a:rPr>
              <a:t>4</a:t>
            </a:r>
          </a:p>
          <a:p>
            <a:pPr eaLnBrk="1" hangingPunct="1">
              <a:lnSpc>
                <a:spcPct val="90000"/>
              </a:lnSpc>
            </a:pPr>
            <a:r>
              <a:rPr lang="zh-CN" altLang="en-US" sz="2400">
                <a:latin typeface="微软雅黑" panose="020B0503020204020204" pitchFamily="34" charset="-122"/>
                <a:ea typeface="微软雅黑" panose="020B0503020204020204" pitchFamily="34" charset="-122"/>
              </a:rPr>
              <a:t>注意</a:t>
            </a:r>
          </a:p>
          <a:p>
            <a:pPr marL="457200" lvl="1" indent="0" eaLnBrk="1" hangingPunct="1">
              <a:lnSpc>
                <a:spcPct val="90000"/>
              </a:lnSpc>
              <a:buFontTx/>
              <a:buNone/>
            </a:pPr>
            <a:r>
              <a:rPr lang="zh-CN" altLang="en-US" sz="2400">
                <a:solidFill>
                  <a:srgbClr val="0070C0"/>
                </a:solidFill>
                <a:latin typeface="微软雅黑" panose="020B0503020204020204" pitchFamily="34" charset="-122"/>
                <a:ea typeface="微软雅黑" panose="020B0503020204020204" pitchFamily="34" charset="-122"/>
              </a:rPr>
              <a:t>语句 </a:t>
            </a:r>
            <a:r>
              <a:rPr lang="en-US" altLang="zh-CN" sz="2400">
                <a:solidFill>
                  <a:srgbClr val="0070C0"/>
                </a:solidFill>
                <a:latin typeface="微软雅黑" panose="020B0503020204020204" pitchFamily="34" charset="-122"/>
                <a:ea typeface="微软雅黑" panose="020B0503020204020204" pitchFamily="34" charset="-122"/>
              </a:rPr>
              <a:t>1</a:t>
            </a:r>
            <a:r>
              <a:rPr lang="zh-CN" altLang="en-US" sz="2400">
                <a:solidFill>
                  <a:srgbClr val="0070C0"/>
                </a:solidFill>
                <a:latin typeface="微软雅黑" panose="020B0503020204020204" pitchFamily="34" charset="-122"/>
                <a:ea typeface="微软雅黑" panose="020B0503020204020204" pitchFamily="34" charset="-122"/>
              </a:rPr>
              <a:t>、</a:t>
            </a:r>
            <a:r>
              <a:rPr lang="en-US" altLang="zh-CN" sz="2400">
                <a:solidFill>
                  <a:srgbClr val="0070C0"/>
                </a:solidFill>
                <a:latin typeface="微软雅黑" panose="020B0503020204020204" pitchFamily="34" charset="-122"/>
                <a:ea typeface="微软雅黑" panose="020B0503020204020204" pitchFamily="34" charset="-122"/>
              </a:rPr>
              <a:t>2</a:t>
            </a:r>
            <a:r>
              <a:rPr lang="zh-CN" altLang="en-US" sz="2400">
                <a:solidFill>
                  <a:srgbClr val="0070C0"/>
                </a:solidFill>
                <a:latin typeface="微软雅黑" panose="020B0503020204020204" pitchFamily="34" charset="-122"/>
                <a:ea typeface="微软雅黑" panose="020B0503020204020204" pitchFamily="34" charset="-122"/>
              </a:rPr>
              <a:t>、</a:t>
            </a:r>
            <a:r>
              <a:rPr lang="en-US" altLang="zh-CN" sz="2400">
                <a:solidFill>
                  <a:srgbClr val="0070C0"/>
                </a:solidFill>
                <a:latin typeface="微软雅黑" panose="020B0503020204020204" pitchFamily="34" charset="-122"/>
                <a:ea typeface="微软雅黑" panose="020B0503020204020204" pitchFamily="34" charset="-122"/>
              </a:rPr>
              <a:t>3</a:t>
            </a:r>
            <a:r>
              <a:rPr lang="zh-CN" altLang="en-US" sz="2400">
                <a:solidFill>
                  <a:srgbClr val="0070C0"/>
                </a:solidFill>
                <a:latin typeface="微软雅黑" panose="020B0503020204020204" pitchFamily="34" charset="-122"/>
                <a:ea typeface="微软雅黑" panose="020B0503020204020204" pitchFamily="34" charset="-122"/>
              </a:rPr>
              <a:t>、</a:t>
            </a:r>
            <a:r>
              <a:rPr lang="en-US" altLang="zh-CN" sz="2400">
                <a:solidFill>
                  <a:srgbClr val="0070C0"/>
                </a:solidFill>
                <a:latin typeface="微软雅黑" panose="020B0503020204020204" pitchFamily="34" charset="-122"/>
                <a:ea typeface="微软雅黑" panose="020B0503020204020204" pitchFamily="34" charset="-122"/>
              </a:rPr>
              <a:t>4 </a:t>
            </a:r>
            <a:r>
              <a:rPr lang="zh-CN" altLang="en-US" sz="2400">
                <a:solidFill>
                  <a:srgbClr val="0070C0"/>
                </a:solidFill>
                <a:latin typeface="微软雅黑" panose="020B0503020204020204" pitchFamily="34" charset="-122"/>
                <a:ea typeface="微软雅黑" panose="020B0503020204020204" pitchFamily="34" charset="-122"/>
              </a:rPr>
              <a:t>可以是复合语句，每层的 </a:t>
            </a:r>
            <a:r>
              <a:rPr lang="en-US" altLang="zh-CN" sz="2400">
                <a:solidFill>
                  <a:srgbClr val="0070C0"/>
                </a:solidFill>
                <a:latin typeface="微软雅黑" panose="020B0503020204020204" pitchFamily="34" charset="-122"/>
                <a:ea typeface="微软雅黑" panose="020B0503020204020204" pitchFamily="34" charset="-122"/>
              </a:rPr>
              <a:t>if </a:t>
            </a:r>
            <a:r>
              <a:rPr lang="zh-CN" altLang="en-US" sz="2400">
                <a:solidFill>
                  <a:srgbClr val="0070C0"/>
                </a:solidFill>
                <a:latin typeface="微软雅黑" panose="020B0503020204020204" pitchFamily="34" charset="-122"/>
                <a:ea typeface="微软雅黑" panose="020B0503020204020204" pitchFamily="34" charset="-122"/>
              </a:rPr>
              <a:t>与 </a:t>
            </a:r>
            <a:r>
              <a:rPr lang="en-US" altLang="zh-CN" sz="2400">
                <a:solidFill>
                  <a:srgbClr val="0070C0"/>
                </a:solidFill>
                <a:latin typeface="微软雅黑" panose="020B0503020204020204" pitchFamily="34" charset="-122"/>
                <a:ea typeface="微软雅黑" panose="020B0503020204020204" pitchFamily="34" charset="-122"/>
              </a:rPr>
              <a:t>else </a:t>
            </a:r>
            <a:r>
              <a:rPr lang="zh-CN" altLang="en-US" sz="2400">
                <a:solidFill>
                  <a:srgbClr val="0070C0"/>
                </a:solidFill>
                <a:latin typeface="微软雅黑" panose="020B0503020204020204" pitchFamily="34" charset="-122"/>
                <a:ea typeface="微软雅黑" panose="020B0503020204020204" pitchFamily="34" charset="-122"/>
              </a:rPr>
              <a:t>配对，或用 </a:t>
            </a:r>
            <a:r>
              <a:rPr lang="en-US" altLang="zh-CN" sz="2400">
                <a:solidFill>
                  <a:srgbClr val="0070C0"/>
                </a:solidFill>
                <a:latin typeface="微软雅黑" panose="020B0503020204020204" pitchFamily="34" charset="-122"/>
                <a:ea typeface="微软雅黑" panose="020B0503020204020204" pitchFamily="34" charset="-122"/>
              </a:rPr>
              <a:t>{ } </a:t>
            </a:r>
            <a:r>
              <a:rPr lang="zh-CN" altLang="en-US" sz="2400">
                <a:solidFill>
                  <a:srgbClr val="0070C0"/>
                </a:solidFill>
                <a:latin typeface="微软雅黑" panose="020B0503020204020204" pitchFamily="34" charset="-122"/>
                <a:ea typeface="微软雅黑" panose="020B0503020204020204" pitchFamily="34" charset="-122"/>
              </a:rPr>
              <a:t>来确定层次关系。</a:t>
            </a:r>
          </a:p>
          <a:p>
            <a:pPr eaLnBrk="1" hangingPunct="1"/>
            <a:endParaRPr lang="zh-CN" altLang="en-US" sz="2400">
              <a:latin typeface="微软雅黑" panose="020B0503020204020204" pitchFamily="34" charset="-122"/>
              <a:ea typeface="微软雅黑" panose="020B0503020204020204" pitchFamily="34" charset="-122"/>
            </a:endParaRPr>
          </a:p>
        </p:txBody>
      </p:sp>
      <p:sp>
        <p:nvSpPr>
          <p:cNvPr id="2" name="灯片编号占位符 1"/>
          <p:cNvSpPr>
            <a:spLocks noGrp="1"/>
          </p:cNvSpPr>
          <p:nvPr>
            <p:ph type="sldNum" sz="quarter" idx="4"/>
          </p:nvPr>
        </p:nvSpPr>
        <p:spPr/>
        <p:txBody>
          <a:bodyPr/>
          <a:lstStyle/>
          <a:p>
            <a:fld id="{B4B29FD1-946C-40F0-B4AF-B43D585A2146}" type="slidenum">
              <a:rPr lang="zh-CN" altLang="en-US" smtClean="0"/>
              <a:pPr/>
              <a:t>51</a:t>
            </a:fld>
            <a:endParaRPr lang="zh-CN" altLang="en-US"/>
          </a:p>
        </p:txBody>
      </p:sp>
    </p:spTree>
    <p:extLst>
      <p:ext uri="{BB962C8B-B14F-4D97-AF65-F5344CB8AC3E}">
        <p14:creationId xmlns:p14="http://schemas.microsoft.com/office/powerpoint/2010/main" val="207180489"/>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121859">
                                            <p:txEl>
                                              <p:pRg st="0" end="0"/>
                                            </p:txEl>
                                          </p:spTgt>
                                        </p:tgtEl>
                                        <p:attrNameLst>
                                          <p:attrName>style.visibility</p:attrName>
                                        </p:attrNameLst>
                                      </p:cBhvr>
                                      <p:to>
                                        <p:strVal val="visible"/>
                                      </p:to>
                                    </p:set>
                                    <p:anim calcmode="lin" valueType="num">
                                      <p:cBhvr additive="base">
                                        <p:cTn id="7" dur="1000" fill="hold"/>
                                        <p:tgtEl>
                                          <p:spTgt spid="121859">
                                            <p:txEl>
                                              <p:pRg st="0" end="0"/>
                                            </p:txEl>
                                          </p:spTgt>
                                        </p:tgtEl>
                                        <p:attrNameLst>
                                          <p:attrName>ppt_x</p:attrName>
                                        </p:attrNameLst>
                                      </p:cBhvr>
                                      <p:tavLst>
                                        <p:tav tm="0">
                                          <p:val>
                                            <p:strVal val="0-#ppt_w/2"/>
                                          </p:val>
                                        </p:tav>
                                        <p:tav tm="100000">
                                          <p:val>
                                            <p:strVal val="#ppt_x"/>
                                          </p:val>
                                        </p:tav>
                                      </p:tavLst>
                                    </p:anim>
                                    <p:anim calcmode="lin" valueType="num">
                                      <p:cBhvr additive="base">
                                        <p:cTn id="8" dur="1000" fill="hold"/>
                                        <p:tgtEl>
                                          <p:spTgt spid="121859">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121859">
                                            <p:txEl>
                                              <p:pRg st="1" end="1"/>
                                            </p:txEl>
                                          </p:spTgt>
                                        </p:tgtEl>
                                        <p:attrNameLst>
                                          <p:attrName>style.visibility</p:attrName>
                                        </p:attrNameLst>
                                      </p:cBhvr>
                                      <p:to>
                                        <p:strVal val="visible"/>
                                      </p:to>
                                    </p:set>
                                    <p:anim calcmode="lin" valueType="num">
                                      <p:cBhvr additive="base">
                                        <p:cTn id="13" dur="1000" fill="hold"/>
                                        <p:tgtEl>
                                          <p:spTgt spid="121859">
                                            <p:txEl>
                                              <p:pRg st="1" end="1"/>
                                            </p:txEl>
                                          </p:spTgt>
                                        </p:tgtEl>
                                        <p:attrNameLst>
                                          <p:attrName>ppt_x</p:attrName>
                                        </p:attrNameLst>
                                      </p:cBhvr>
                                      <p:tavLst>
                                        <p:tav tm="0">
                                          <p:val>
                                            <p:strVal val="0-#ppt_w/2"/>
                                          </p:val>
                                        </p:tav>
                                        <p:tav tm="100000">
                                          <p:val>
                                            <p:strVal val="#ppt_x"/>
                                          </p:val>
                                        </p:tav>
                                      </p:tavLst>
                                    </p:anim>
                                    <p:anim calcmode="lin" valueType="num">
                                      <p:cBhvr additive="base">
                                        <p:cTn id="14" dur="1000" fill="hold"/>
                                        <p:tgtEl>
                                          <p:spTgt spid="121859">
                                            <p:txEl>
                                              <p:pRg st="1" end="1"/>
                                            </p:txEl>
                                          </p:spTgt>
                                        </p:tgtEl>
                                        <p:attrNameLst>
                                          <p:attrName>ppt_y</p:attrName>
                                        </p:attrNameLst>
                                      </p:cBhvr>
                                      <p:tavLst>
                                        <p:tav tm="0">
                                          <p:val>
                                            <p:strVal val="#ppt_y"/>
                                          </p:val>
                                        </p:tav>
                                        <p:tav tm="100000">
                                          <p:val>
                                            <p:strVal val="#ppt_y"/>
                                          </p:val>
                                        </p:tav>
                                      </p:tavLst>
                                    </p:anim>
                                  </p:childTnLst>
                                </p:cTn>
                              </p:par>
                              <p:par>
                                <p:cTn id="15" presetID="2" presetClass="entr" presetSubtype="8" fill="hold" nodeType="withEffect">
                                  <p:stCondLst>
                                    <p:cond delay="0"/>
                                  </p:stCondLst>
                                  <p:childTnLst>
                                    <p:set>
                                      <p:cBhvr>
                                        <p:cTn id="16" dur="1" fill="hold">
                                          <p:stCondLst>
                                            <p:cond delay="0"/>
                                          </p:stCondLst>
                                        </p:cTn>
                                        <p:tgtEl>
                                          <p:spTgt spid="121859">
                                            <p:txEl>
                                              <p:pRg st="2" end="2"/>
                                            </p:txEl>
                                          </p:spTgt>
                                        </p:tgtEl>
                                        <p:attrNameLst>
                                          <p:attrName>style.visibility</p:attrName>
                                        </p:attrNameLst>
                                      </p:cBhvr>
                                      <p:to>
                                        <p:strVal val="visible"/>
                                      </p:to>
                                    </p:set>
                                    <p:anim calcmode="lin" valueType="num">
                                      <p:cBhvr additive="base">
                                        <p:cTn id="17" dur="1000" fill="hold"/>
                                        <p:tgtEl>
                                          <p:spTgt spid="121859">
                                            <p:txEl>
                                              <p:pRg st="2" end="2"/>
                                            </p:txEl>
                                          </p:spTgt>
                                        </p:tgtEl>
                                        <p:attrNameLst>
                                          <p:attrName>ppt_x</p:attrName>
                                        </p:attrNameLst>
                                      </p:cBhvr>
                                      <p:tavLst>
                                        <p:tav tm="0">
                                          <p:val>
                                            <p:strVal val="0-#ppt_w/2"/>
                                          </p:val>
                                        </p:tav>
                                        <p:tav tm="100000">
                                          <p:val>
                                            <p:strVal val="#ppt_x"/>
                                          </p:val>
                                        </p:tav>
                                      </p:tavLst>
                                    </p:anim>
                                    <p:anim calcmode="lin" valueType="num">
                                      <p:cBhvr additive="base">
                                        <p:cTn id="18" dur="1000" fill="hold"/>
                                        <p:tgtEl>
                                          <p:spTgt spid="121859">
                                            <p:txEl>
                                              <p:pRg st="2" end="2"/>
                                            </p:txEl>
                                          </p:spTgt>
                                        </p:tgtEl>
                                        <p:attrNameLst>
                                          <p:attrName>ppt_y</p:attrName>
                                        </p:attrNameLst>
                                      </p:cBhvr>
                                      <p:tavLst>
                                        <p:tav tm="0">
                                          <p:val>
                                            <p:strVal val="#ppt_y"/>
                                          </p:val>
                                        </p:tav>
                                        <p:tav tm="100000">
                                          <p:val>
                                            <p:strVal val="#ppt_y"/>
                                          </p:val>
                                        </p:tav>
                                      </p:tavLst>
                                    </p:anim>
                                  </p:childTnLst>
                                </p:cTn>
                              </p:par>
                              <p:par>
                                <p:cTn id="19" presetID="2" presetClass="entr" presetSubtype="8" fill="hold" nodeType="withEffect">
                                  <p:stCondLst>
                                    <p:cond delay="0"/>
                                  </p:stCondLst>
                                  <p:childTnLst>
                                    <p:set>
                                      <p:cBhvr>
                                        <p:cTn id="20" dur="1" fill="hold">
                                          <p:stCondLst>
                                            <p:cond delay="0"/>
                                          </p:stCondLst>
                                        </p:cTn>
                                        <p:tgtEl>
                                          <p:spTgt spid="121859">
                                            <p:txEl>
                                              <p:pRg st="3" end="3"/>
                                            </p:txEl>
                                          </p:spTgt>
                                        </p:tgtEl>
                                        <p:attrNameLst>
                                          <p:attrName>style.visibility</p:attrName>
                                        </p:attrNameLst>
                                      </p:cBhvr>
                                      <p:to>
                                        <p:strVal val="visible"/>
                                      </p:to>
                                    </p:set>
                                    <p:anim calcmode="lin" valueType="num">
                                      <p:cBhvr additive="base">
                                        <p:cTn id="21" dur="1000" fill="hold"/>
                                        <p:tgtEl>
                                          <p:spTgt spid="121859">
                                            <p:txEl>
                                              <p:pRg st="3" end="3"/>
                                            </p:txEl>
                                          </p:spTgt>
                                        </p:tgtEl>
                                        <p:attrNameLst>
                                          <p:attrName>ppt_x</p:attrName>
                                        </p:attrNameLst>
                                      </p:cBhvr>
                                      <p:tavLst>
                                        <p:tav tm="0">
                                          <p:val>
                                            <p:strVal val="0-#ppt_w/2"/>
                                          </p:val>
                                        </p:tav>
                                        <p:tav tm="100000">
                                          <p:val>
                                            <p:strVal val="#ppt_x"/>
                                          </p:val>
                                        </p:tav>
                                      </p:tavLst>
                                    </p:anim>
                                    <p:anim calcmode="lin" valueType="num">
                                      <p:cBhvr additive="base">
                                        <p:cTn id="22" dur="1000" fill="hold"/>
                                        <p:tgtEl>
                                          <p:spTgt spid="121859">
                                            <p:txEl>
                                              <p:pRg st="3" end="3"/>
                                            </p:txEl>
                                          </p:spTgt>
                                        </p:tgtEl>
                                        <p:attrNameLst>
                                          <p:attrName>ppt_y</p:attrName>
                                        </p:attrNameLst>
                                      </p:cBhvr>
                                      <p:tavLst>
                                        <p:tav tm="0">
                                          <p:val>
                                            <p:strVal val="#ppt_y"/>
                                          </p:val>
                                        </p:tav>
                                        <p:tav tm="100000">
                                          <p:val>
                                            <p:strVal val="#ppt_y"/>
                                          </p:val>
                                        </p:tav>
                                      </p:tavLst>
                                    </p:anim>
                                  </p:childTnLst>
                                </p:cTn>
                              </p:par>
                              <p:par>
                                <p:cTn id="23" presetID="2" presetClass="entr" presetSubtype="8" fill="hold" nodeType="withEffect">
                                  <p:stCondLst>
                                    <p:cond delay="0"/>
                                  </p:stCondLst>
                                  <p:childTnLst>
                                    <p:set>
                                      <p:cBhvr>
                                        <p:cTn id="24" dur="1" fill="hold">
                                          <p:stCondLst>
                                            <p:cond delay="0"/>
                                          </p:stCondLst>
                                        </p:cTn>
                                        <p:tgtEl>
                                          <p:spTgt spid="121859">
                                            <p:txEl>
                                              <p:pRg st="4" end="4"/>
                                            </p:txEl>
                                          </p:spTgt>
                                        </p:tgtEl>
                                        <p:attrNameLst>
                                          <p:attrName>style.visibility</p:attrName>
                                        </p:attrNameLst>
                                      </p:cBhvr>
                                      <p:to>
                                        <p:strVal val="visible"/>
                                      </p:to>
                                    </p:set>
                                    <p:anim calcmode="lin" valueType="num">
                                      <p:cBhvr additive="base">
                                        <p:cTn id="25" dur="1000" fill="hold"/>
                                        <p:tgtEl>
                                          <p:spTgt spid="121859">
                                            <p:txEl>
                                              <p:pRg st="4" end="4"/>
                                            </p:txEl>
                                          </p:spTgt>
                                        </p:tgtEl>
                                        <p:attrNameLst>
                                          <p:attrName>ppt_x</p:attrName>
                                        </p:attrNameLst>
                                      </p:cBhvr>
                                      <p:tavLst>
                                        <p:tav tm="0">
                                          <p:val>
                                            <p:strVal val="0-#ppt_w/2"/>
                                          </p:val>
                                        </p:tav>
                                        <p:tav tm="100000">
                                          <p:val>
                                            <p:strVal val="#ppt_x"/>
                                          </p:val>
                                        </p:tav>
                                      </p:tavLst>
                                    </p:anim>
                                    <p:anim calcmode="lin" valueType="num">
                                      <p:cBhvr additive="base">
                                        <p:cTn id="26" dur="1000" fill="hold"/>
                                        <p:tgtEl>
                                          <p:spTgt spid="121859">
                                            <p:txEl>
                                              <p:pRg st="4" end="4"/>
                                            </p:txEl>
                                          </p:spTgt>
                                        </p:tgtEl>
                                        <p:attrNameLst>
                                          <p:attrName>ppt_y</p:attrName>
                                        </p:attrNameLst>
                                      </p:cBhvr>
                                      <p:tavLst>
                                        <p:tav tm="0">
                                          <p:val>
                                            <p:strVal val="#ppt_y"/>
                                          </p:val>
                                        </p:tav>
                                        <p:tav tm="100000">
                                          <p:val>
                                            <p:strVal val="#ppt_y"/>
                                          </p:val>
                                        </p:tav>
                                      </p:tavLst>
                                    </p:anim>
                                  </p:childTnLst>
                                </p:cTn>
                              </p:par>
                              <p:par>
                                <p:cTn id="27" presetID="2" presetClass="entr" presetSubtype="8" fill="hold" nodeType="withEffect">
                                  <p:stCondLst>
                                    <p:cond delay="0"/>
                                  </p:stCondLst>
                                  <p:childTnLst>
                                    <p:set>
                                      <p:cBhvr>
                                        <p:cTn id="28" dur="1" fill="hold">
                                          <p:stCondLst>
                                            <p:cond delay="0"/>
                                          </p:stCondLst>
                                        </p:cTn>
                                        <p:tgtEl>
                                          <p:spTgt spid="121859">
                                            <p:txEl>
                                              <p:pRg st="5" end="5"/>
                                            </p:txEl>
                                          </p:spTgt>
                                        </p:tgtEl>
                                        <p:attrNameLst>
                                          <p:attrName>style.visibility</p:attrName>
                                        </p:attrNameLst>
                                      </p:cBhvr>
                                      <p:to>
                                        <p:strVal val="visible"/>
                                      </p:to>
                                    </p:set>
                                    <p:anim calcmode="lin" valueType="num">
                                      <p:cBhvr additive="base">
                                        <p:cTn id="29" dur="1000" fill="hold"/>
                                        <p:tgtEl>
                                          <p:spTgt spid="121859">
                                            <p:txEl>
                                              <p:pRg st="5" end="5"/>
                                            </p:txEl>
                                          </p:spTgt>
                                        </p:tgtEl>
                                        <p:attrNameLst>
                                          <p:attrName>ppt_x</p:attrName>
                                        </p:attrNameLst>
                                      </p:cBhvr>
                                      <p:tavLst>
                                        <p:tav tm="0">
                                          <p:val>
                                            <p:strVal val="0-#ppt_w/2"/>
                                          </p:val>
                                        </p:tav>
                                        <p:tav tm="100000">
                                          <p:val>
                                            <p:strVal val="#ppt_x"/>
                                          </p:val>
                                        </p:tav>
                                      </p:tavLst>
                                    </p:anim>
                                    <p:anim calcmode="lin" valueType="num">
                                      <p:cBhvr additive="base">
                                        <p:cTn id="30" dur="1000" fill="hold"/>
                                        <p:tgtEl>
                                          <p:spTgt spid="121859">
                                            <p:txEl>
                                              <p:pRg st="5" end="5"/>
                                            </p:txEl>
                                          </p:spTgt>
                                        </p:tgtEl>
                                        <p:attrNameLst>
                                          <p:attrName>ppt_y</p:attrName>
                                        </p:attrNameLst>
                                      </p:cBhvr>
                                      <p:tavLst>
                                        <p:tav tm="0">
                                          <p:val>
                                            <p:strVal val="#ppt_y"/>
                                          </p:val>
                                        </p:tav>
                                        <p:tav tm="100000">
                                          <p:val>
                                            <p:strVal val="#ppt_y"/>
                                          </p:val>
                                        </p:tav>
                                      </p:tavLst>
                                    </p:anim>
                                  </p:childTnLst>
                                </p:cTn>
                              </p:par>
                              <p:par>
                                <p:cTn id="31" presetID="2" presetClass="entr" presetSubtype="8" fill="hold" nodeType="withEffect">
                                  <p:stCondLst>
                                    <p:cond delay="0"/>
                                  </p:stCondLst>
                                  <p:childTnLst>
                                    <p:set>
                                      <p:cBhvr>
                                        <p:cTn id="32" dur="1" fill="hold">
                                          <p:stCondLst>
                                            <p:cond delay="0"/>
                                          </p:stCondLst>
                                        </p:cTn>
                                        <p:tgtEl>
                                          <p:spTgt spid="121859">
                                            <p:txEl>
                                              <p:pRg st="6" end="6"/>
                                            </p:txEl>
                                          </p:spTgt>
                                        </p:tgtEl>
                                        <p:attrNameLst>
                                          <p:attrName>style.visibility</p:attrName>
                                        </p:attrNameLst>
                                      </p:cBhvr>
                                      <p:to>
                                        <p:strVal val="visible"/>
                                      </p:to>
                                    </p:set>
                                    <p:anim calcmode="lin" valueType="num">
                                      <p:cBhvr additive="base">
                                        <p:cTn id="33" dur="1000" fill="hold"/>
                                        <p:tgtEl>
                                          <p:spTgt spid="121859">
                                            <p:txEl>
                                              <p:pRg st="6" end="6"/>
                                            </p:txEl>
                                          </p:spTgt>
                                        </p:tgtEl>
                                        <p:attrNameLst>
                                          <p:attrName>ppt_x</p:attrName>
                                        </p:attrNameLst>
                                      </p:cBhvr>
                                      <p:tavLst>
                                        <p:tav tm="0">
                                          <p:val>
                                            <p:strVal val="0-#ppt_w/2"/>
                                          </p:val>
                                        </p:tav>
                                        <p:tav tm="100000">
                                          <p:val>
                                            <p:strVal val="#ppt_x"/>
                                          </p:val>
                                        </p:tav>
                                      </p:tavLst>
                                    </p:anim>
                                    <p:anim calcmode="lin" valueType="num">
                                      <p:cBhvr additive="base">
                                        <p:cTn id="34" dur="1000" fill="hold"/>
                                        <p:tgtEl>
                                          <p:spTgt spid="121859">
                                            <p:txEl>
                                              <p:pRg st="6" end="6"/>
                                            </p:txEl>
                                          </p:spTgt>
                                        </p:tgtEl>
                                        <p:attrNameLst>
                                          <p:attrName>ppt_y</p:attrName>
                                        </p:attrNameLst>
                                      </p:cBhvr>
                                      <p:tavLst>
                                        <p:tav tm="0">
                                          <p:val>
                                            <p:strVal val="#ppt_y"/>
                                          </p:val>
                                        </p:tav>
                                        <p:tav tm="100000">
                                          <p:val>
                                            <p:strVal val="#ppt_y"/>
                                          </p:val>
                                        </p:tav>
                                      </p:tavLst>
                                    </p:anim>
                                  </p:childTnLst>
                                </p:cTn>
                              </p:par>
                            </p:childTnLst>
                          </p:cTn>
                        </p:par>
                      </p:childTnLst>
                    </p:cTn>
                  </p:par>
                  <p:par>
                    <p:cTn id="35" fill="hold" nodeType="clickPar">
                      <p:stCondLst>
                        <p:cond delay="indefinite"/>
                      </p:stCondLst>
                      <p:childTnLst>
                        <p:par>
                          <p:cTn id="36" fill="hold" nodeType="withGroup">
                            <p:stCondLst>
                              <p:cond delay="0"/>
                            </p:stCondLst>
                            <p:childTnLst>
                              <p:par>
                                <p:cTn id="37" presetID="2" presetClass="entr" presetSubtype="8" fill="hold" nodeType="clickEffect">
                                  <p:stCondLst>
                                    <p:cond delay="0"/>
                                  </p:stCondLst>
                                  <p:childTnLst>
                                    <p:set>
                                      <p:cBhvr>
                                        <p:cTn id="38" dur="1" fill="hold">
                                          <p:stCondLst>
                                            <p:cond delay="0"/>
                                          </p:stCondLst>
                                        </p:cTn>
                                        <p:tgtEl>
                                          <p:spTgt spid="121859">
                                            <p:txEl>
                                              <p:pRg st="7" end="7"/>
                                            </p:txEl>
                                          </p:spTgt>
                                        </p:tgtEl>
                                        <p:attrNameLst>
                                          <p:attrName>style.visibility</p:attrName>
                                        </p:attrNameLst>
                                      </p:cBhvr>
                                      <p:to>
                                        <p:strVal val="visible"/>
                                      </p:to>
                                    </p:set>
                                    <p:anim calcmode="lin" valueType="num">
                                      <p:cBhvr additive="base">
                                        <p:cTn id="39" dur="1000" fill="hold"/>
                                        <p:tgtEl>
                                          <p:spTgt spid="121859">
                                            <p:txEl>
                                              <p:pRg st="7" end="7"/>
                                            </p:txEl>
                                          </p:spTgt>
                                        </p:tgtEl>
                                        <p:attrNameLst>
                                          <p:attrName>ppt_x</p:attrName>
                                        </p:attrNameLst>
                                      </p:cBhvr>
                                      <p:tavLst>
                                        <p:tav tm="0">
                                          <p:val>
                                            <p:strVal val="0-#ppt_w/2"/>
                                          </p:val>
                                        </p:tav>
                                        <p:tav tm="100000">
                                          <p:val>
                                            <p:strVal val="#ppt_x"/>
                                          </p:val>
                                        </p:tav>
                                      </p:tavLst>
                                    </p:anim>
                                    <p:anim calcmode="lin" valueType="num">
                                      <p:cBhvr additive="base">
                                        <p:cTn id="40" dur="1000" fill="hold"/>
                                        <p:tgtEl>
                                          <p:spTgt spid="121859">
                                            <p:txEl>
                                              <p:pRg st="7" end="7"/>
                                            </p:txEl>
                                          </p:spTgt>
                                        </p:tgtEl>
                                        <p:attrNameLst>
                                          <p:attrName>ppt_y</p:attrName>
                                        </p:attrNameLst>
                                      </p:cBhvr>
                                      <p:tavLst>
                                        <p:tav tm="0">
                                          <p:val>
                                            <p:strVal val="#ppt_y"/>
                                          </p:val>
                                        </p:tav>
                                        <p:tav tm="100000">
                                          <p:val>
                                            <p:strVal val="#ppt_y"/>
                                          </p:val>
                                        </p:tav>
                                      </p:tavLst>
                                    </p:anim>
                                  </p:childTnLst>
                                </p:cTn>
                              </p:par>
                            </p:childTnLst>
                          </p:cTn>
                        </p:par>
                      </p:childTnLst>
                    </p:cTn>
                  </p:par>
                  <p:par>
                    <p:cTn id="41" fill="hold" nodeType="clickPar">
                      <p:stCondLst>
                        <p:cond delay="indefinite"/>
                      </p:stCondLst>
                      <p:childTnLst>
                        <p:par>
                          <p:cTn id="42" fill="hold" nodeType="withGroup">
                            <p:stCondLst>
                              <p:cond delay="0"/>
                            </p:stCondLst>
                            <p:childTnLst>
                              <p:par>
                                <p:cTn id="43" presetID="2" presetClass="entr" presetSubtype="8" fill="hold" nodeType="clickEffect">
                                  <p:stCondLst>
                                    <p:cond delay="0"/>
                                  </p:stCondLst>
                                  <p:childTnLst>
                                    <p:set>
                                      <p:cBhvr>
                                        <p:cTn id="44" dur="1" fill="hold">
                                          <p:stCondLst>
                                            <p:cond delay="0"/>
                                          </p:stCondLst>
                                        </p:cTn>
                                        <p:tgtEl>
                                          <p:spTgt spid="121859">
                                            <p:txEl>
                                              <p:pRg st="8" end="8"/>
                                            </p:txEl>
                                          </p:spTgt>
                                        </p:tgtEl>
                                        <p:attrNameLst>
                                          <p:attrName>style.visibility</p:attrName>
                                        </p:attrNameLst>
                                      </p:cBhvr>
                                      <p:to>
                                        <p:strVal val="visible"/>
                                      </p:to>
                                    </p:set>
                                    <p:anim calcmode="lin" valueType="num">
                                      <p:cBhvr additive="base">
                                        <p:cTn id="45" dur="1000" fill="hold"/>
                                        <p:tgtEl>
                                          <p:spTgt spid="121859">
                                            <p:txEl>
                                              <p:pRg st="8" end="8"/>
                                            </p:txEl>
                                          </p:spTgt>
                                        </p:tgtEl>
                                        <p:attrNameLst>
                                          <p:attrName>ppt_x</p:attrName>
                                        </p:attrNameLst>
                                      </p:cBhvr>
                                      <p:tavLst>
                                        <p:tav tm="0">
                                          <p:val>
                                            <p:strVal val="0-#ppt_w/2"/>
                                          </p:val>
                                        </p:tav>
                                        <p:tav tm="100000">
                                          <p:val>
                                            <p:strVal val="#ppt_x"/>
                                          </p:val>
                                        </p:tav>
                                      </p:tavLst>
                                    </p:anim>
                                    <p:anim calcmode="lin" valueType="num">
                                      <p:cBhvr additive="base">
                                        <p:cTn id="46" dur="1000" fill="hold"/>
                                        <p:tgtEl>
                                          <p:spTgt spid="121859">
                                            <p:txEl>
                                              <p:pRg st="8" end="8"/>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09600" y="1785938"/>
            <a:ext cx="5127947" cy="4787900"/>
          </a:xfrm>
        </p:spPr>
        <p:txBody>
          <a:bodyPr/>
          <a:lstStyle/>
          <a:p>
            <a:pPr marL="109537" indent="0">
              <a:buNone/>
            </a:pPr>
            <a:r>
              <a:rPr lang="en-US" altLang="zh-CN">
                <a:solidFill>
                  <a:srgbClr val="0070C0"/>
                </a:solidFill>
                <a:latin typeface="微软雅黑" panose="020B0503020204020204" pitchFamily="34" charset="-122"/>
                <a:ea typeface="微软雅黑" panose="020B0503020204020204" pitchFamily="34" charset="-122"/>
              </a:rPr>
              <a:t>if (</a:t>
            </a:r>
            <a:r>
              <a:rPr lang="zh-CN" altLang="en-US">
                <a:solidFill>
                  <a:srgbClr val="0070C0"/>
                </a:solidFill>
                <a:latin typeface="微软雅黑" panose="020B0503020204020204" pitchFamily="34" charset="-122"/>
                <a:ea typeface="微软雅黑" panose="020B0503020204020204" pitchFamily="34" charset="-122"/>
              </a:rPr>
              <a:t>表达式</a:t>
            </a:r>
            <a:r>
              <a:rPr lang="en-US" altLang="zh-CN">
                <a:solidFill>
                  <a:srgbClr val="0070C0"/>
                </a:solidFill>
                <a:latin typeface="微软雅黑" panose="020B0503020204020204" pitchFamily="34" charset="-122"/>
                <a:ea typeface="微软雅黑" panose="020B0503020204020204" pitchFamily="34" charset="-122"/>
              </a:rPr>
              <a:t>1) </a:t>
            </a:r>
            <a:r>
              <a:rPr lang="zh-CN" altLang="en-US">
                <a:solidFill>
                  <a:srgbClr val="0070C0"/>
                </a:solidFill>
                <a:latin typeface="微软雅黑" panose="020B0503020204020204" pitchFamily="34" charset="-122"/>
                <a:ea typeface="微软雅黑" panose="020B0503020204020204" pitchFamily="34" charset="-122"/>
              </a:rPr>
              <a:t>语句</a:t>
            </a:r>
            <a:r>
              <a:rPr lang="en-US" altLang="zh-CN">
                <a:solidFill>
                  <a:srgbClr val="0070C0"/>
                </a:solidFill>
                <a:latin typeface="微软雅黑" panose="020B0503020204020204" pitchFamily="34" charset="-122"/>
                <a:ea typeface="微软雅黑" panose="020B0503020204020204" pitchFamily="34" charset="-122"/>
              </a:rPr>
              <a:t>1</a:t>
            </a:r>
            <a:br>
              <a:rPr lang="en-US" altLang="zh-CN">
                <a:solidFill>
                  <a:srgbClr val="0070C0"/>
                </a:solidFill>
                <a:latin typeface="微软雅黑" panose="020B0503020204020204" pitchFamily="34" charset="-122"/>
                <a:ea typeface="微软雅黑" panose="020B0503020204020204" pitchFamily="34" charset="-122"/>
              </a:rPr>
            </a:br>
            <a:r>
              <a:rPr lang="en-US" altLang="zh-CN">
                <a:solidFill>
                  <a:srgbClr val="0070C0"/>
                </a:solidFill>
                <a:latin typeface="微软雅黑" panose="020B0503020204020204" pitchFamily="34" charset="-122"/>
                <a:ea typeface="微软雅黑" panose="020B0503020204020204" pitchFamily="34" charset="-122"/>
              </a:rPr>
              <a:t>else </a:t>
            </a:r>
          </a:p>
          <a:p>
            <a:pPr marL="109537" indent="0">
              <a:buNone/>
            </a:pPr>
            <a:r>
              <a:rPr lang="en-US" altLang="zh-CN">
                <a:solidFill>
                  <a:srgbClr val="0070C0"/>
                </a:solidFill>
                <a:latin typeface="微软雅黑" panose="020B0503020204020204" pitchFamily="34" charset="-122"/>
                <a:ea typeface="微软雅黑" panose="020B0503020204020204" pitchFamily="34" charset="-122"/>
              </a:rPr>
              <a:t>      if (</a:t>
            </a:r>
            <a:r>
              <a:rPr lang="zh-CN" altLang="en-US">
                <a:solidFill>
                  <a:srgbClr val="0070C0"/>
                </a:solidFill>
                <a:latin typeface="微软雅黑" panose="020B0503020204020204" pitchFamily="34" charset="-122"/>
                <a:ea typeface="微软雅黑" panose="020B0503020204020204" pitchFamily="34" charset="-122"/>
              </a:rPr>
              <a:t>表达式</a:t>
            </a:r>
            <a:r>
              <a:rPr lang="en-US" altLang="zh-CN">
                <a:solidFill>
                  <a:srgbClr val="0070C0"/>
                </a:solidFill>
                <a:latin typeface="微软雅黑" panose="020B0503020204020204" pitchFamily="34" charset="-122"/>
                <a:ea typeface="微软雅黑" panose="020B0503020204020204" pitchFamily="34" charset="-122"/>
              </a:rPr>
              <a:t>2) </a:t>
            </a:r>
            <a:r>
              <a:rPr lang="zh-CN" altLang="en-US">
                <a:solidFill>
                  <a:srgbClr val="0070C0"/>
                </a:solidFill>
                <a:latin typeface="微软雅黑" panose="020B0503020204020204" pitchFamily="34" charset="-122"/>
                <a:ea typeface="微软雅黑" panose="020B0503020204020204" pitchFamily="34" charset="-122"/>
              </a:rPr>
              <a:t>语句</a:t>
            </a:r>
            <a:r>
              <a:rPr lang="en-US" altLang="zh-CN">
                <a:solidFill>
                  <a:srgbClr val="0070C0"/>
                </a:solidFill>
                <a:latin typeface="微软雅黑" panose="020B0503020204020204" pitchFamily="34" charset="-122"/>
                <a:ea typeface="微软雅黑" panose="020B0503020204020204" pitchFamily="34" charset="-122"/>
              </a:rPr>
              <a:t>2</a:t>
            </a:r>
            <a:br>
              <a:rPr lang="en-US" altLang="zh-CN">
                <a:solidFill>
                  <a:srgbClr val="0070C0"/>
                </a:solidFill>
                <a:latin typeface="微软雅黑" panose="020B0503020204020204" pitchFamily="34" charset="-122"/>
                <a:ea typeface="微软雅黑" panose="020B0503020204020204" pitchFamily="34" charset="-122"/>
              </a:rPr>
            </a:br>
            <a:r>
              <a:rPr lang="en-US" altLang="zh-CN">
                <a:solidFill>
                  <a:srgbClr val="0070C0"/>
                </a:solidFill>
                <a:latin typeface="微软雅黑" panose="020B0503020204020204" pitchFamily="34" charset="-122"/>
                <a:ea typeface="微软雅黑" panose="020B0503020204020204" pitchFamily="34" charset="-122"/>
              </a:rPr>
              <a:t>      else </a:t>
            </a:r>
          </a:p>
          <a:p>
            <a:pPr marL="109537" indent="0">
              <a:buNone/>
            </a:pPr>
            <a:r>
              <a:rPr lang="en-US" altLang="zh-CN">
                <a:solidFill>
                  <a:srgbClr val="0070C0"/>
                </a:solidFill>
                <a:latin typeface="微软雅黑" panose="020B0503020204020204" pitchFamily="34" charset="-122"/>
                <a:ea typeface="微软雅黑" panose="020B0503020204020204" pitchFamily="34" charset="-122"/>
              </a:rPr>
              <a:t>           if (</a:t>
            </a:r>
            <a:r>
              <a:rPr lang="zh-CN" altLang="en-US">
                <a:solidFill>
                  <a:srgbClr val="0070C0"/>
                </a:solidFill>
                <a:latin typeface="微软雅黑" panose="020B0503020204020204" pitchFamily="34" charset="-122"/>
                <a:ea typeface="微软雅黑" panose="020B0503020204020204" pitchFamily="34" charset="-122"/>
              </a:rPr>
              <a:t>表达式</a:t>
            </a:r>
            <a:r>
              <a:rPr lang="en-US" altLang="zh-CN">
                <a:solidFill>
                  <a:srgbClr val="0070C0"/>
                </a:solidFill>
                <a:latin typeface="微软雅黑" panose="020B0503020204020204" pitchFamily="34" charset="-122"/>
                <a:ea typeface="微软雅黑" panose="020B0503020204020204" pitchFamily="34" charset="-122"/>
              </a:rPr>
              <a:t>3) </a:t>
            </a:r>
            <a:r>
              <a:rPr lang="zh-CN" altLang="en-US">
                <a:solidFill>
                  <a:srgbClr val="0070C0"/>
                </a:solidFill>
                <a:latin typeface="微软雅黑" panose="020B0503020204020204" pitchFamily="34" charset="-122"/>
                <a:ea typeface="微软雅黑" panose="020B0503020204020204" pitchFamily="34" charset="-122"/>
              </a:rPr>
              <a:t>语句</a:t>
            </a:r>
            <a:r>
              <a:rPr lang="en-US" altLang="zh-CN">
                <a:solidFill>
                  <a:srgbClr val="0070C0"/>
                </a:solidFill>
                <a:latin typeface="微软雅黑" panose="020B0503020204020204" pitchFamily="34" charset="-122"/>
                <a:ea typeface="微软雅黑" panose="020B0503020204020204" pitchFamily="34" charset="-122"/>
              </a:rPr>
              <a:t>3</a:t>
            </a:r>
            <a:br>
              <a:rPr lang="en-US" altLang="zh-CN">
                <a:solidFill>
                  <a:srgbClr val="0070C0"/>
                </a:solidFill>
                <a:latin typeface="微软雅黑" panose="020B0503020204020204" pitchFamily="34" charset="-122"/>
                <a:ea typeface="微软雅黑" panose="020B0503020204020204" pitchFamily="34" charset="-122"/>
              </a:rPr>
            </a:br>
            <a:r>
              <a:rPr lang="en-US" altLang="zh-CN">
                <a:solidFill>
                  <a:srgbClr val="0070C0"/>
                </a:solidFill>
                <a:latin typeface="微软雅黑" panose="020B0503020204020204" pitchFamily="34" charset="-122"/>
                <a:ea typeface="微软雅黑" panose="020B0503020204020204" pitchFamily="34" charset="-122"/>
              </a:rPr>
              <a:t>           …</a:t>
            </a:r>
            <a:br>
              <a:rPr lang="en-US" altLang="zh-CN">
                <a:solidFill>
                  <a:srgbClr val="0070C0"/>
                </a:solidFill>
                <a:latin typeface="微软雅黑" panose="020B0503020204020204" pitchFamily="34" charset="-122"/>
                <a:ea typeface="微软雅黑" panose="020B0503020204020204" pitchFamily="34" charset="-122"/>
              </a:rPr>
            </a:br>
            <a:r>
              <a:rPr lang="en-US" altLang="zh-CN">
                <a:solidFill>
                  <a:srgbClr val="0070C0"/>
                </a:solidFill>
                <a:latin typeface="微软雅黑" panose="020B0503020204020204" pitchFamily="34" charset="-122"/>
                <a:ea typeface="微软雅黑" panose="020B0503020204020204" pitchFamily="34" charset="-122"/>
              </a:rPr>
              <a:t>                 else </a:t>
            </a:r>
            <a:r>
              <a:rPr lang="zh-CN" altLang="en-US">
                <a:solidFill>
                  <a:srgbClr val="0070C0"/>
                </a:solidFill>
                <a:latin typeface="微软雅黑" panose="020B0503020204020204" pitchFamily="34" charset="-122"/>
                <a:ea typeface="微软雅黑" panose="020B0503020204020204" pitchFamily="34" charset="-122"/>
              </a:rPr>
              <a:t>语句 </a:t>
            </a:r>
            <a:r>
              <a:rPr lang="en-US" altLang="zh-CN">
                <a:solidFill>
                  <a:srgbClr val="0070C0"/>
                </a:solidFill>
                <a:latin typeface="微软雅黑" panose="020B0503020204020204" pitchFamily="34" charset="-122"/>
                <a:ea typeface="微软雅黑" panose="020B0503020204020204" pitchFamily="34" charset="-122"/>
              </a:rPr>
              <a:t>n</a:t>
            </a:r>
          </a:p>
          <a:p>
            <a:pPr marL="109537" indent="0">
              <a:buNone/>
            </a:pPr>
            <a:endParaRPr lang="zh-CN" altLang="en-US"/>
          </a:p>
        </p:txBody>
      </p:sp>
      <p:sp>
        <p:nvSpPr>
          <p:cNvPr id="5" name="内容占位符 2"/>
          <p:cNvSpPr txBox="1">
            <a:spLocks/>
          </p:cNvSpPr>
          <p:nvPr/>
        </p:nvSpPr>
        <p:spPr bwMode="auto">
          <a:xfrm>
            <a:off x="6385619" y="1785938"/>
            <a:ext cx="5127947" cy="4787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65125" indent="-255588" algn="l" rtl="0" eaLnBrk="0" fontAlgn="base" hangingPunct="0">
              <a:spcBef>
                <a:spcPts val="300"/>
              </a:spcBef>
              <a:spcAft>
                <a:spcPct val="0"/>
              </a:spcAft>
              <a:buClr>
                <a:srgbClr val="A04DA3"/>
              </a:buClr>
              <a:buFont typeface="Georgia" panose="02040502050405020303" pitchFamily="18" charset="0"/>
              <a:buChar char="•"/>
              <a:defRPr sz="2800" kern="1200">
                <a:solidFill>
                  <a:schemeClr val="tx1"/>
                </a:solidFill>
                <a:latin typeface="+mn-lt"/>
                <a:ea typeface="+mn-ea"/>
                <a:cs typeface="+mn-cs"/>
              </a:defRPr>
            </a:lvl1pPr>
            <a:lvl2pPr marL="657225" indent="-246063" algn="l" rtl="0" eaLnBrk="0" fontAlgn="base" hangingPunct="0">
              <a:spcBef>
                <a:spcPts val="300"/>
              </a:spcBef>
              <a:spcAft>
                <a:spcPct val="0"/>
              </a:spcAft>
              <a:buClr>
                <a:schemeClr val="accent2"/>
              </a:buClr>
              <a:buFont typeface="Georgia" panose="02040502050405020303" pitchFamily="18" charset="0"/>
              <a:buChar char="▫"/>
              <a:defRPr sz="2600" kern="1200">
                <a:solidFill>
                  <a:schemeClr val="accent1"/>
                </a:solidFill>
                <a:latin typeface="+mn-lt"/>
                <a:ea typeface="+mn-ea"/>
                <a:cs typeface="+mn-cs"/>
              </a:defRPr>
            </a:lvl2pPr>
            <a:lvl3pPr marL="922338" indent="-219075" algn="l" rtl="0" eaLnBrk="0" fontAlgn="base" hangingPunct="0">
              <a:spcBef>
                <a:spcPts val="300"/>
              </a:spcBef>
              <a:spcAft>
                <a:spcPct val="0"/>
              </a:spcAft>
              <a:buClr>
                <a:schemeClr val="accent1"/>
              </a:buClr>
              <a:buFont typeface="Wingdings 2" panose="05020102010507070707" pitchFamily="18" charset="2"/>
              <a:buChar char=""/>
              <a:defRPr sz="2400" kern="1200">
                <a:solidFill>
                  <a:schemeClr val="accent1"/>
                </a:solidFill>
                <a:latin typeface="+mn-lt"/>
                <a:ea typeface="+mn-ea"/>
                <a:cs typeface="+mn-cs"/>
              </a:defRPr>
            </a:lvl3pPr>
            <a:lvl4pPr marL="1179513" indent="-200025" algn="l" rtl="0" eaLnBrk="0" fontAlgn="base" hangingPunct="0">
              <a:spcBef>
                <a:spcPts val="300"/>
              </a:spcBef>
              <a:spcAft>
                <a:spcPct val="0"/>
              </a:spcAft>
              <a:buClr>
                <a:schemeClr val="accent1"/>
              </a:buClr>
              <a:buFont typeface="Wingdings 2" panose="05020102010507070707" pitchFamily="18" charset="2"/>
              <a:buChar char=""/>
              <a:defRPr sz="2200" kern="1200">
                <a:solidFill>
                  <a:schemeClr val="accent1"/>
                </a:solidFill>
                <a:latin typeface="+mn-lt"/>
                <a:ea typeface="+mn-ea"/>
                <a:cs typeface="+mn-cs"/>
              </a:defRPr>
            </a:lvl4pPr>
            <a:lvl5pPr marL="1389063" indent="-182563" algn="l" rtl="0" eaLnBrk="0" fontAlgn="base" hangingPunct="0">
              <a:spcBef>
                <a:spcPts val="300"/>
              </a:spcBef>
              <a:spcAft>
                <a:spcPct val="0"/>
              </a:spcAft>
              <a:buClr>
                <a:srgbClr val="A04DA3"/>
              </a:buClr>
              <a:buFont typeface="Georgia" panose="02040502050405020303" pitchFamily="18" charset="0"/>
              <a:buChar char="▫"/>
              <a:defRPr sz="2000" kern="1200">
                <a:solidFill>
                  <a:srgbClr val="A04DA3"/>
                </a:solidFill>
                <a:latin typeface="+mn-lt"/>
                <a:ea typeface="+mn-ea"/>
                <a:cs typeface="+mn-cs"/>
              </a:defRPr>
            </a:lvl5pPr>
            <a:lvl6pPr marL="1609344" indent="-182880" algn="l" rtl="0" eaLnBrk="1" latinLnBrk="0" hangingPunct="1">
              <a:spcBef>
                <a:spcPts val="300"/>
              </a:spcBef>
              <a:buClr>
                <a:schemeClr val="accent3"/>
              </a:buClr>
              <a:buFont typeface="Georgia"/>
              <a:buChar char="▫"/>
              <a:defRPr kumimoji="0" sz="1800" kern="1200">
                <a:solidFill>
                  <a:schemeClr val="accent3"/>
                </a:solidFill>
                <a:latin typeface="+mn-lt"/>
                <a:ea typeface="+mn-ea"/>
                <a:cs typeface="+mn-cs"/>
              </a:defRPr>
            </a:lvl6pPr>
            <a:lvl7pPr marL="1828800" indent="-182880" algn="l" rtl="0" eaLnBrk="1" latinLnBrk="0" hangingPunct="1">
              <a:spcBef>
                <a:spcPts val="300"/>
              </a:spcBef>
              <a:buClr>
                <a:schemeClr val="accent3"/>
              </a:buClr>
              <a:buFont typeface="Georgia"/>
              <a:buChar char="▫"/>
              <a:defRPr kumimoji="0" sz="1600" kern="1200">
                <a:solidFill>
                  <a:schemeClr val="accent3"/>
                </a:solidFill>
                <a:latin typeface="+mn-lt"/>
                <a:ea typeface="+mn-ea"/>
                <a:cs typeface="+mn-cs"/>
              </a:defRPr>
            </a:lvl7pPr>
            <a:lvl8pPr marL="2029968" indent="-182880" algn="l" rtl="0" eaLnBrk="1" latinLnBrk="0" hangingPunct="1">
              <a:spcBef>
                <a:spcPts val="300"/>
              </a:spcBef>
              <a:buClr>
                <a:schemeClr val="accent3"/>
              </a:buClr>
              <a:buFont typeface="Georgia"/>
              <a:buChar char="◦"/>
              <a:defRPr kumimoji="0" sz="1500" kern="1200">
                <a:solidFill>
                  <a:schemeClr val="accent3"/>
                </a:solidFill>
                <a:latin typeface="+mn-lt"/>
                <a:ea typeface="+mn-ea"/>
                <a:cs typeface="+mn-cs"/>
              </a:defRPr>
            </a:lvl8pPr>
            <a:lvl9pPr marL="2240280" indent="-182880" algn="l" rtl="0" eaLnBrk="1" latinLnBrk="0" hangingPunct="1">
              <a:spcBef>
                <a:spcPts val="300"/>
              </a:spcBef>
              <a:buClr>
                <a:schemeClr val="accent3"/>
              </a:buClr>
              <a:buFont typeface="Georgia"/>
              <a:buChar char="◦"/>
              <a:defRPr kumimoji="0" sz="1400" kern="1200" baseline="0">
                <a:solidFill>
                  <a:schemeClr val="accent3"/>
                </a:solidFill>
                <a:latin typeface="+mn-lt"/>
                <a:ea typeface="+mn-ea"/>
                <a:cs typeface="+mn-cs"/>
              </a:defRPr>
            </a:lvl9pPr>
          </a:lstStyle>
          <a:p>
            <a:pPr marL="109537" indent="0">
              <a:buFont typeface="Georgia" panose="02040502050405020303" pitchFamily="18" charset="0"/>
              <a:buNone/>
            </a:pPr>
            <a:r>
              <a:rPr kumimoji="0" lang="en-US" altLang="zh-CN">
                <a:solidFill>
                  <a:srgbClr val="0070C0"/>
                </a:solidFill>
                <a:latin typeface="微软雅黑" panose="020B0503020204020204" pitchFamily="34" charset="-122"/>
                <a:ea typeface="微软雅黑" panose="020B0503020204020204" pitchFamily="34" charset="-122"/>
              </a:rPr>
              <a:t>if (</a:t>
            </a:r>
            <a:r>
              <a:rPr kumimoji="0" lang="zh-CN" altLang="en-US">
                <a:solidFill>
                  <a:srgbClr val="0070C0"/>
                </a:solidFill>
                <a:latin typeface="微软雅黑" panose="020B0503020204020204" pitchFamily="34" charset="-122"/>
                <a:ea typeface="微软雅黑" panose="020B0503020204020204" pitchFamily="34" charset="-122"/>
              </a:rPr>
              <a:t>表达式</a:t>
            </a:r>
            <a:r>
              <a:rPr kumimoji="0" lang="en-US" altLang="zh-CN">
                <a:solidFill>
                  <a:srgbClr val="0070C0"/>
                </a:solidFill>
                <a:latin typeface="微软雅黑" panose="020B0503020204020204" pitchFamily="34" charset="-122"/>
                <a:ea typeface="微软雅黑" panose="020B0503020204020204" pitchFamily="34" charset="-122"/>
              </a:rPr>
              <a:t>1) </a:t>
            </a:r>
            <a:r>
              <a:rPr kumimoji="0" lang="zh-CN" altLang="en-US">
                <a:solidFill>
                  <a:srgbClr val="0070C0"/>
                </a:solidFill>
                <a:latin typeface="微软雅黑" panose="020B0503020204020204" pitchFamily="34" charset="-122"/>
                <a:ea typeface="微软雅黑" panose="020B0503020204020204" pitchFamily="34" charset="-122"/>
              </a:rPr>
              <a:t>语句</a:t>
            </a:r>
            <a:r>
              <a:rPr kumimoji="0" lang="en-US" altLang="zh-CN">
                <a:solidFill>
                  <a:srgbClr val="0070C0"/>
                </a:solidFill>
                <a:latin typeface="微软雅黑" panose="020B0503020204020204" pitchFamily="34" charset="-122"/>
                <a:ea typeface="微软雅黑" panose="020B0503020204020204" pitchFamily="34" charset="-122"/>
              </a:rPr>
              <a:t>1</a:t>
            </a:r>
            <a:br>
              <a:rPr kumimoji="0" lang="en-US" altLang="zh-CN">
                <a:solidFill>
                  <a:srgbClr val="0070C0"/>
                </a:solidFill>
                <a:latin typeface="微软雅黑" panose="020B0503020204020204" pitchFamily="34" charset="-122"/>
                <a:ea typeface="微软雅黑" panose="020B0503020204020204" pitchFamily="34" charset="-122"/>
              </a:rPr>
            </a:br>
            <a:r>
              <a:rPr kumimoji="0" lang="en-US" altLang="zh-CN">
                <a:solidFill>
                  <a:srgbClr val="0070C0"/>
                </a:solidFill>
                <a:latin typeface="微软雅黑" panose="020B0503020204020204" pitchFamily="34" charset="-122"/>
                <a:ea typeface="微软雅黑" panose="020B0503020204020204" pitchFamily="34" charset="-122"/>
              </a:rPr>
              <a:t>else if (</a:t>
            </a:r>
            <a:r>
              <a:rPr kumimoji="0" lang="zh-CN" altLang="en-US">
                <a:solidFill>
                  <a:srgbClr val="0070C0"/>
                </a:solidFill>
                <a:latin typeface="微软雅黑" panose="020B0503020204020204" pitchFamily="34" charset="-122"/>
                <a:ea typeface="微软雅黑" panose="020B0503020204020204" pitchFamily="34" charset="-122"/>
              </a:rPr>
              <a:t>表达式</a:t>
            </a:r>
            <a:r>
              <a:rPr kumimoji="0" lang="en-US" altLang="zh-CN">
                <a:solidFill>
                  <a:srgbClr val="0070C0"/>
                </a:solidFill>
                <a:latin typeface="微软雅黑" panose="020B0503020204020204" pitchFamily="34" charset="-122"/>
                <a:ea typeface="微软雅黑" panose="020B0503020204020204" pitchFamily="34" charset="-122"/>
              </a:rPr>
              <a:t>2) </a:t>
            </a:r>
            <a:r>
              <a:rPr kumimoji="0" lang="zh-CN" altLang="en-US">
                <a:solidFill>
                  <a:srgbClr val="0070C0"/>
                </a:solidFill>
                <a:latin typeface="微软雅黑" panose="020B0503020204020204" pitchFamily="34" charset="-122"/>
                <a:ea typeface="微软雅黑" panose="020B0503020204020204" pitchFamily="34" charset="-122"/>
              </a:rPr>
              <a:t>语句</a:t>
            </a:r>
            <a:r>
              <a:rPr kumimoji="0" lang="en-US" altLang="zh-CN">
                <a:solidFill>
                  <a:srgbClr val="0070C0"/>
                </a:solidFill>
                <a:latin typeface="微软雅黑" panose="020B0503020204020204" pitchFamily="34" charset="-122"/>
                <a:ea typeface="微软雅黑" panose="020B0503020204020204" pitchFamily="34" charset="-122"/>
              </a:rPr>
              <a:t>2</a:t>
            </a:r>
            <a:br>
              <a:rPr kumimoji="0" lang="en-US" altLang="zh-CN">
                <a:solidFill>
                  <a:srgbClr val="0070C0"/>
                </a:solidFill>
                <a:latin typeface="微软雅黑" panose="020B0503020204020204" pitchFamily="34" charset="-122"/>
                <a:ea typeface="微软雅黑" panose="020B0503020204020204" pitchFamily="34" charset="-122"/>
              </a:rPr>
            </a:br>
            <a:r>
              <a:rPr kumimoji="0" lang="en-US" altLang="zh-CN">
                <a:solidFill>
                  <a:srgbClr val="0070C0"/>
                </a:solidFill>
                <a:latin typeface="微软雅黑" panose="020B0503020204020204" pitchFamily="34" charset="-122"/>
                <a:ea typeface="微软雅黑" panose="020B0503020204020204" pitchFamily="34" charset="-122"/>
              </a:rPr>
              <a:t>else if (</a:t>
            </a:r>
            <a:r>
              <a:rPr kumimoji="0" lang="zh-CN" altLang="en-US">
                <a:solidFill>
                  <a:srgbClr val="0070C0"/>
                </a:solidFill>
                <a:latin typeface="微软雅黑" panose="020B0503020204020204" pitchFamily="34" charset="-122"/>
                <a:ea typeface="微软雅黑" panose="020B0503020204020204" pitchFamily="34" charset="-122"/>
              </a:rPr>
              <a:t>表达式</a:t>
            </a:r>
            <a:r>
              <a:rPr kumimoji="0" lang="en-US" altLang="zh-CN">
                <a:solidFill>
                  <a:srgbClr val="0070C0"/>
                </a:solidFill>
                <a:latin typeface="微软雅黑" panose="020B0503020204020204" pitchFamily="34" charset="-122"/>
                <a:ea typeface="微软雅黑" panose="020B0503020204020204" pitchFamily="34" charset="-122"/>
              </a:rPr>
              <a:t>3) </a:t>
            </a:r>
            <a:r>
              <a:rPr kumimoji="0" lang="zh-CN" altLang="en-US">
                <a:solidFill>
                  <a:srgbClr val="0070C0"/>
                </a:solidFill>
                <a:latin typeface="微软雅黑" panose="020B0503020204020204" pitchFamily="34" charset="-122"/>
                <a:ea typeface="微软雅黑" panose="020B0503020204020204" pitchFamily="34" charset="-122"/>
              </a:rPr>
              <a:t>语句</a:t>
            </a:r>
            <a:r>
              <a:rPr kumimoji="0" lang="en-US" altLang="zh-CN">
                <a:solidFill>
                  <a:srgbClr val="0070C0"/>
                </a:solidFill>
                <a:latin typeface="微软雅黑" panose="020B0503020204020204" pitchFamily="34" charset="-122"/>
                <a:ea typeface="微软雅黑" panose="020B0503020204020204" pitchFamily="34" charset="-122"/>
              </a:rPr>
              <a:t>3</a:t>
            </a:r>
            <a:br>
              <a:rPr kumimoji="0" lang="en-US" altLang="zh-CN">
                <a:solidFill>
                  <a:srgbClr val="0070C0"/>
                </a:solidFill>
                <a:latin typeface="微软雅黑" panose="020B0503020204020204" pitchFamily="34" charset="-122"/>
                <a:ea typeface="微软雅黑" panose="020B0503020204020204" pitchFamily="34" charset="-122"/>
              </a:rPr>
            </a:br>
            <a:r>
              <a:rPr kumimoji="0" lang="en-US" altLang="zh-CN">
                <a:solidFill>
                  <a:srgbClr val="0070C0"/>
                </a:solidFill>
                <a:latin typeface="微软雅黑" panose="020B0503020204020204" pitchFamily="34" charset="-122"/>
                <a:ea typeface="微软雅黑" panose="020B0503020204020204" pitchFamily="34" charset="-122"/>
              </a:rPr>
              <a:t>           …</a:t>
            </a:r>
            <a:br>
              <a:rPr kumimoji="0" lang="en-US" altLang="zh-CN">
                <a:solidFill>
                  <a:srgbClr val="0070C0"/>
                </a:solidFill>
                <a:latin typeface="微软雅黑" panose="020B0503020204020204" pitchFamily="34" charset="-122"/>
                <a:ea typeface="微软雅黑" panose="020B0503020204020204" pitchFamily="34" charset="-122"/>
              </a:rPr>
            </a:br>
            <a:r>
              <a:rPr kumimoji="0" lang="en-US" altLang="zh-CN">
                <a:solidFill>
                  <a:srgbClr val="0070C0"/>
                </a:solidFill>
                <a:latin typeface="微软雅黑" panose="020B0503020204020204" pitchFamily="34" charset="-122"/>
                <a:ea typeface="微软雅黑" panose="020B0503020204020204" pitchFamily="34" charset="-122"/>
              </a:rPr>
              <a:t>else </a:t>
            </a:r>
            <a:r>
              <a:rPr kumimoji="0" lang="zh-CN" altLang="en-US">
                <a:solidFill>
                  <a:srgbClr val="0070C0"/>
                </a:solidFill>
                <a:latin typeface="微软雅黑" panose="020B0503020204020204" pitchFamily="34" charset="-122"/>
                <a:ea typeface="微软雅黑" panose="020B0503020204020204" pitchFamily="34" charset="-122"/>
              </a:rPr>
              <a:t>语句 </a:t>
            </a:r>
            <a:r>
              <a:rPr kumimoji="0" lang="en-US" altLang="zh-CN">
                <a:solidFill>
                  <a:srgbClr val="0070C0"/>
                </a:solidFill>
                <a:latin typeface="微软雅黑" panose="020B0503020204020204" pitchFamily="34" charset="-122"/>
                <a:ea typeface="微软雅黑" panose="020B0503020204020204" pitchFamily="34" charset="-122"/>
              </a:rPr>
              <a:t>n</a:t>
            </a:r>
          </a:p>
          <a:p>
            <a:pPr marL="109537" indent="0">
              <a:buFont typeface="Georgia" panose="02040502050405020303" pitchFamily="18" charset="0"/>
              <a:buNone/>
            </a:pPr>
            <a:endParaRPr kumimoji="0" lang="zh-CN" altLang="en-US"/>
          </a:p>
        </p:txBody>
      </p:sp>
      <p:sp>
        <p:nvSpPr>
          <p:cNvPr id="2" name="右箭头 1"/>
          <p:cNvSpPr/>
          <p:nvPr/>
        </p:nvSpPr>
        <p:spPr>
          <a:xfrm>
            <a:off x="5524500" y="3573016"/>
            <a:ext cx="573087" cy="43204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灯片编号占位符 5"/>
          <p:cNvSpPr>
            <a:spLocks noGrp="1"/>
          </p:cNvSpPr>
          <p:nvPr>
            <p:ph type="sldNum" sz="quarter" idx="4"/>
          </p:nvPr>
        </p:nvSpPr>
        <p:spPr/>
        <p:txBody>
          <a:bodyPr/>
          <a:lstStyle/>
          <a:p>
            <a:fld id="{B4B29FD1-946C-40F0-B4AF-B43D585A2146}" type="slidenum">
              <a:rPr lang="zh-CN" altLang="en-US" smtClean="0"/>
              <a:pPr/>
              <a:t>52</a:t>
            </a:fld>
            <a:endParaRPr lang="zh-CN" altLang="en-US"/>
          </a:p>
        </p:txBody>
      </p:sp>
    </p:spTree>
    <p:extLst>
      <p:ext uri="{BB962C8B-B14F-4D97-AF65-F5344CB8AC3E}">
        <p14:creationId xmlns:p14="http://schemas.microsoft.com/office/powerpoint/2010/main" val="369208706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6" name="内容占位符 11"/>
          <p:cNvSpPr txBox="1">
            <a:spLocks/>
          </p:cNvSpPr>
          <p:nvPr/>
        </p:nvSpPr>
        <p:spPr bwMode="auto">
          <a:xfrm>
            <a:off x="2641204" y="924620"/>
            <a:ext cx="8568952" cy="58887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隶书" panose="02010509060101010101" pitchFamily="49" charset="-122"/>
              </a:defRPr>
            </a:lvl1pPr>
            <a:lvl2pPr marL="742950" indent="-285750" eaLnBrk="0" hangingPunct="0">
              <a:defRPr kumimoji="1" sz="2400">
                <a:solidFill>
                  <a:schemeClr val="tx1"/>
                </a:solidFill>
                <a:latin typeface="Times New Roman" panose="02020603050405020304" pitchFamily="18" charset="0"/>
                <a:ea typeface="隶书" panose="02010509060101010101" pitchFamily="49" charset="-122"/>
              </a:defRPr>
            </a:lvl2pPr>
            <a:lvl3pPr marL="1143000" indent="-228600" eaLnBrk="0" hangingPunct="0">
              <a:defRPr kumimoji="1" sz="2400">
                <a:solidFill>
                  <a:schemeClr val="tx1"/>
                </a:solidFill>
                <a:latin typeface="Times New Roman" panose="02020603050405020304" pitchFamily="18" charset="0"/>
                <a:ea typeface="隶书" panose="02010509060101010101" pitchFamily="49" charset="-122"/>
              </a:defRPr>
            </a:lvl3pPr>
            <a:lvl4pPr marL="1600200" indent="-228600" eaLnBrk="0" hangingPunct="0">
              <a:defRPr kumimoji="1" sz="2400">
                <a:solidFill>
                  <a:schemeClr val="tx1"/>
                </a:solidFill>
                <a:latin typeface="Times New Roman" panose="02020603050405020304" pitchFamily="18" charset="0"/>
                <a:ea typeface="隶书" panose="02010509060101010101" pitchFamily="49" charset="-122"/>
              </a:defRPr>
            </a:lvl4pPr>
            <a:lvl5pPr marL="2057400" indent="-228600" eaLnBrk="0" hangingPunct="0">
              <a:defRPr kumimoji="1"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pPr eaLnBrk="1" hangingPunct="1">
              <a:buFont typeface="Wingdings" panose="05000000000000000000" pitchFamily="2" charset="2"/>
              <a:buNone/>
            </a:pPr>
            <a:endParaRPr lang="en-US" altLang="zh-CN" sz="2000">
              <a:latin typeface="微软雅黑" panose="020B0503020204020204" pitchFamily="34" charset="-122"/>
              <a:ea typeface="微软雅黑" panose="020B0503020204020204" pitchFamily="34" charset="-122"/>
            </a:endParaRPr>
          </a:p>
        </p:txBody>
      </p:sp>
      <p:sp>
        <p:nvSpPr>
          <p:cNvPr id="123909" name="标题 1"/>
          <p:cNvSpPr>
            <a:spLocks noGrp="1"/>
          </p:cNvSpPr>
          <p:nvPr>
            <p:ph type="title"/>
          </p:nvPr>
        </p:nvSpPr>
        <p:spPr/>
        <p:txBody>
          <a:bodyPr/>
          <a:lstStyle/>
          <a:p>
            <a:pPr eaLnBrk="1" hangingPunct="1">
              <a:defRPr/>
            </a:pPr>
            <a:r>
              <a:rPr lang="zh-CN" altLang="en-US" sz="3600" dirty="0">
                <a:solidFill>
                  <a:srgbClr val="002060"/>
                </a:solidFill>
                <a:latin typeface="微软雅黑" pitchFamily="34" charset="-122"/>
                <a:ea typeface="微软雅黑" pitchFamily="34" charset="-122"/>
              </a:rPr>
              <a:t>例</a:t>
            </a:r>
            <a:r>
              <a:rPr lang="en-US" altLang="zh-CN" sz="3600" dirty="0">
                <a:solidFill>
                  <a:srgbClr val="002060"/>
                </a:solidFill>
                <a:latin typeface="微软雅黑" pitchFamily="34" charset="-122"/>
                <a:ea typeface="微软雅黑" pitchFamily="34" charset="-122"/>
              </a:rPr>
              <a:t>2_4</a:t>
            </a:r>
            <a:r>
              <a:rPr lang="zh-CN" altLang="en-US" sz="3600" dirty="0">
                <a:solidFill>
                  <a:srgbClr val="002060"/>
                </a:solidFill>
                <a:latin typeface="微软雅黑" pitchFamily="34" charset="-122"/>
                <a:ea typeface="微软雅黑" pitchFamily="34" charset="-122"/>
              </a:rPr>
              <a:t>：</a:t>
            </a:r>
            <a:r>
              <a:rPr lang="zh-CN" altLang="en-US" sz="2800" dirty="0">
                <a:solidFill>
                  <a:srgbClr val="002060"/>
                </a:solidFill>
                <a:latin typeface="微软雅黑" pitchFamily="34" charset="-122"/>
                <a:ea typeface="微软雅黑" pitchFamily="34" charset="-122"/>
              </a:rPr>
              <a:t>输入一个</a:t>
            </a:r>
            <a:r>
              <a:rPr lang="en-US" altLang="zh-CN" sz="2800" dirty="0">
                <a:solidFill>
                  <a:srgbClr val="002060"/>
                </a:solidFill>
                <a:latin typeface="微软雅黑" pitchFamily="34" charset="-122"/>
                <a:ea typeface="微软雅黑" pitchFamily="34" charset="-122"/>
              </a:rPr>
              <a:t>0</a:t>
            </a:r>
            <a:r>
              <a:rPr lang="zh-CN" altLang="en-US" sz="2800" dirty="0">
                <a:solidFill>
                  <a:srgbClr val="002060"/>
                </a:solidFill>
                <a:latin typeface="微软雅黑" pitchFamily="34" charset="-122"/>
                <a:ea typeface="微软雅黑" pitchFamily="34" charset="-122"/>
              </a:rPr>
              <a:t>～</a:t>
            </a:r>
            <a:r>
              <a:rPr lang="en-US" altLang="zh-CN" sz="2800" dirty="0">
                <a:solidFill>
                  <a:srgbClr val="002060"/>
                </a:solidFill>
                <a:latin typeface="微软雅黑" pitchFamily="34" charset="-122"/>
                <a:ea typeface="微软雅黑" pitchFamily="34" charset="-122"/>
              </a:rPr>
              <a:t>6</a:t>
            </a:r>
            <a:r>
              <a:rPr lang="zh-CN" altLang="en-US" sz="2800" dirty="0">
                <a:solidFill>
                  <a:srgbClr val="002060"/>
                </a:solidFill>
                <a:latin typeface="微软雅黑" pitchFamily="34" charset="-122"/>
                <a:ea typeface="微软雅黑" pitchFamily="34" charset="-122"/>
              </a:rPr>
              <a:t>的整数，转换成星期输出</a:t>
            </a:r>
          </a:p>
        </p:txBody>
      </p:sp>
      <p:sp>
        <p:nvSpPr>
          <p:cNvPr id="2" name="内容占位符 1"/>
          <p:cNvSpPr>
            <a:spLocks noGrp="1"/>
          </p:cNvSpPr>
          <p:nvPr>
            <p:ph idx="1"/>
          </p:nvPr>
        </p:nvSpPr>
        <p:spPr/>
        <p:txBody>
          <a:bodyPr/>
          <a:lstStyle/>
          <a:p>
            <a:pPr eaLnBrk="1" hangingPunct="1"/>
            <a:r>
              <a:rPr lang="en-US" altLang="zh-CN" sz="1800" noProof="1"/>
              <a:t>//2_4.cpp</a:t>
            </a:r>
          </a:p>
          <a:p>
            <a:pPr eaLnBrk="1" hangingPunct="1"/>
            <a:r>
              <a:rPr lang="zh-CN" altLang="en-US" sz="1800" noProof="1"/>
              <a:t>#</a:t>
            </a:r>
            <a:r>
              <a:rPr lang="en-US" altLang="zh-CN" sz="1800" noProof="1"/>
              <a:t>include &lt;iostream&gt;</a:t>
            </a:r>
          </a:p>
          <a:p>
            <a:pPr eaLnBrk="1" hangingPunct="1"/>
            <a:r>
              <a:rPr lang="en-US" altLang="zh-CN" sz="1800" dirty="0"/>
              <a:t>using namespace std;</a:t>
            </a:r>
            <a:endParaRPr lang="en-US" altLang="zh-CN" sz="1800" noProof="1"/>
          </a:p>
          <a:p>
            <a:pPr eaLnBrk="1" hangingPunct="1"/>
            <a:r>
              <a:rPr lang="en-US" altLang="zh-CN" sz="1800" noProof="1"/>
              <a:t>int main()</a:t>
            </a:r>
            <a:r>
              <a:rPr lang="en-US" altLang="zh-CN" sz="1800" dirty="0"/>
              <a:t> </a:t>
            </a:r>
            <a:r>
              <a:rPr lang="en-US" altLang="zh-CN" sz="1800" noProof="1"/>
              <a:t>{</a:t>
            </a:r>
            <a:endParaRPr lang="en-US" altLang="zh-CN" sz="1800" dirty="0"/>
          </a:p>
          <a:p>
            <a:pPr eaLnBrk="1" hangingPunct="1"/>
            <a:r>
              <a:rPr lang="en-US" altLang="zh-CN" sz="1800" noProof="1"/>
              <a:t>     int day;</a:t>
            </a:r>
          </a:p>
          <a:p>
            <a:pPr eaLnBrk="1" hangingPunct="1"/>
            <a:r>
              <a:rPr lang="en-US" altLang="zh-CN" sz="1800" noProof="1"/>
              <a:t>     cin &gt;&gt; day;</a:t>
            </a:r>
          </a:p>
          <a:p>
            <a:pPr eaLnBrk="1" hangingPunct="1"/>
            <a:r>
              <a:rPr lang="en-US" altLang="zh-CN" sz="1800" noProof="1"/>
              <a:t>     switch (day)</a:t>
            </a:r>
            <a:r>
              <a:rPr lang="en-US" altLang="zh-CN" sz="1800" dirty="0"/>
              <a:t> </a:t>
            </a:r>
            <a:r>
              <a:rPr lang="en-US" altLang="zh-CN" sz="1800" noProof="1"/>
              <a:t>{</a:t>
            </a:r>
            <a:endParaRPr lang="en-US" altLang="zh-CN" sz="1800" dirty="0"/>
          </a:p>
          <a:p>
            <a:pPr eaLnBrk="1" hangingPunct="1"/>
            <a:r>
              <a:rPr lang="en-US" altLang="zh-CN" sz="1800" dirty="0"/>
              <a:t>     </a:t>
            </a:r>
            <a:r>
              <a:rPr lang="en-US" altLang="zh-CN" sz="1800" noProof="1"/>
              <a:t>case 0:</a:t>
            </a:r>
            <a:r>
              <a:rPr lang="en-US" altLang="zh-CN" sz="1800" dirty="0"/>
              <a:t> </a:t>
            </a:r>
            <a:r>
              <a:rPr lang="en-US" altLang="zh-CN" sz="1800" noProof="1"/>
              <a:t>cout</a:t>
            </a:r>
            <a:r>
              <a:rPr lang="en-US" altLang="zh-CN" sz="1800" dirty="0"/>
              <a:t> </a:t>
            </a:r>
            <a:r>
              <a:rPr lang="en-US" altLang="zh-CN" sz="1800" noProof="1"/>
              <a:t>&lt;&lt;</a:t>
            </a:r>
            <a:r>
              <a:rPr lang="en-US" altLang="zh-CN" sz="1800" dirty="0"/>
              <a:t> </a:t>
            </a:r>
            <a:r>
              <a:rPr lang="en-US" altLang="zh-CN" sz="1800" noProof="1"/>
              <a:t>"Sunday"</a:t>
            </a:r>
            <a:r>
              <a:rPr lang="en-US" altLang="zh-CN" sz="1800" dirty="0"/>
              <a:t> </a:t>
            </a:r>
            <a:r>
              <a:rPr lang="en-US" altLang="zh-CN" sz="1800" noProof="1"/>
              <a:t>&lt;&lt;</a:t>
            </a:r>
            <a:r>
              <a:rPr lang="en-US" altLang="zh-CN" sz="1800" dirty="0"/>
              <a:t> </a:t>
            </a:r>
            <a:r>
              <a:rPr lang="en-US" altLang="zh-CN" sz="1800" noProof="1"/>
              <a:t>endl;</a:t>
            </a:r>
            <a:r>
              <a:rPr lang="en-US" altLang="zh-CN" sz="1800" dirty="0"/>
              <a:t> </a:t>
            </a:r>
            <a:r>
              <a:rPr lang="en-US" altLang="zh-CN" sz="1800" noProof="1"/>
              <a:t>break;</a:t>
            </a:r>
            <a:endParaRPr lang="en-US" altLang="zh-CN" sz="1800" dirty="0"/>
          </a:p>
          <a:p>
            <a:pPr eaLnBrk="1" hangingPunct="1"/>
            <a:r>
              <a:rPr lang="en-US" altLang="zh-CN" sz="1800" dirty="0"/>
              <a:t>     </a:t>
            </a:r>
            <a:r>
              <a:rPr lang="en-US" altLang="zh-CN" sz="1800" noProof="1"/>
              <a:t>case 1:</a:t>
            </a:r>
            <a:r>
              <a:rPr lang="en-US" altLang="zh-CN" sz="1800" dirty="0"/>
              <a:t> </a:t>
            </a:r>
            <a:r>
              <a:rPr lang="en-US" altLang="zh-CN" sz="1800" noProof="1"/>
              <a:t>cout</a:t>
            </a:r>
            <a:r>
              <a:rPr lang="en-US" altLang="zh-CN" sz="1800" dirty="0"/>
              <a:t> </a:t>
            </a:r>
            <a:r>
              <a:rPr lang="en-US" altLang="zh-CN" sz="1800" noProof="1"/>
              <a:t>&lt;&lt;</a:t>
            </a:r>
            <a:r>
              <a:rPr lang="en-US" altLang="zh-CN" sz="1800" dirty="0"/>
              <a:t> </a:t>
            </a:r>
            <a:r>
              <a:rPr lang="en-US" altLang="zh-CN" sz="1800" noProof="1"/>
              <a:t>"Monday"</a:t>
            </a:r>
            <a:r>
              <a:rPr lang="en-US" altLang="zh-CN" sz="1800" dirty="0"/>
              <a:t> </a:t>
            </a:r>
            <a:r>
              <a:rPr lang="en-US" altLang="zh-CN" sz="1800" noProof="1"/>
              <a:t>&lt;&lt;</a:t>
            </a:r>
            <a:r>
              <a:rPr lang="en-US" altLang="zh-CN" sz="1800" dirty="0"/>
              <a:t> </a:t>
            </a:r>
            <a:r>
              <a:rPr lang="en-US" altLang="zh-CN" sz="1800" noProof="1"/>
              <a:t>endl;</a:t>
            </a:r>
            <a:r>
              <a:rPr lang="en-US" altLang="zh-CN" sz="1800" dirty="0"/>
              <a:t> </a:t>
            </a:r>
            <a:r>
              <a:rPr lang="en-US" altLang="zh-CN" sz="1800" noProof="1"/>
              <a:t>break;</a:t>
            </a:r>
            <a:endParaRPr lang="en-US" altLang="zh-CN" sz="1800" dirty="0"/>
          </a:p>
          <a:p>
            <a:pPr eaLnBrk="1" hangingPunct="1"/>
            <a:r>
              <a:rPr lang="en-US" altLang="zh-CN" sz="1800" dirty="0"/>
              <a:t>     </a:t>
            </a:r>
            <a:r>
              <a:rPr lang="en-US" altLang="zh-CN" sz="1800" noProof="1"/>
              <a:t>case 2:</a:t>
            </a:r>
            <a:r>
              <a:rPr lang="en-US" altLang="zh-CN" sz="1800" dirty="0"/>
              <a:t> </a:t>
            </a:r>
            <a:r>
              <a:rPr lang="en-US" altLang="zh-CN" sz="1800" noProof="1"/>
              <a:t>cout</a:t>
            </a:r>
            <a:r>
              <a:rPr lang="en-US" altLang="zh-CN" sz="1800" dirty="0"/>
              <a:t> </a:t>
            </a:r>
            <a:r>
              <a:rPr lang="en-US" altLang="zh-CN" sz="1800" noProof="1"/>
              <a:t>&lt;&lt;</a:t>
            </a:r>
            <a:r>
              <a:rPr lang="en-US" altLang="zh-CN" sz="1800" dirty="0"/>
              <a:t> </a:t>
            </a:r>
            <a:r>
              <a:rPr lang="en-US" altLang="zh-CN" sz="1800" noProof="1"/>
              <a:t>"Tuesday"</a:t>
            </a:r>
            <a:r>
              <a:rPr lang="en-US" altLang="zh-CN" sz="1800" dirty="0"/>
              <a:t> </a:t>
            </a:r>
            <a:r>
              <a:rPr lang="en-US" altLang="zh-CN" sz="1800" noProof="1"/>
              <a:t>&lt;&lt;</a:t>
            </a:r>
            <a:r>
              <a:rPr lang="en-US" altLang="zh-CN" sz="1800" dirty="0"/>
              <a:t> </a:t>
            </a:r>
            <a:r>
              <a:rPr lang="en-US" altLang="zh-CN" sz="1800" noProof="1"/>
              <a:t>endl;</a:t>
            </a:r>
            <a:r>
              <a:rPr lang="en-US" altLang="zh-CN" sz="1800" dirty="0"/>
              <a:t> </a:t>
            </a:r>
            <a:r>
              <a:rPr lang="en-US" altLang="zh-CN" sz="1800" noProof="1"/>
              <a:t>break;</a:t>
            </a:r>
            <a:endParaRPr lang="en-US" altLang="zh-CN" sz="1800" dirty="0"/>
          </a:p>
          <a:p>
            <a:pPr eaLnBrk="1" hangingPunct="1"/>
            <a:r>
              <a:rPr lang="en-US" altLang="zh-CN" sz="1800" dirty="0"/>
              <a:t>     </a:t>
            </a:r>
            <a:r>
              <a:rPr lang="en-US" altLang="zh-CN" sz="1800" noProof="1"/>
              <a:t>case 3: cout</a:t>
            </a:r>
            <a:r>
              <a:rPr lang="en-US" altLang="zh-CN" sz="1800" dirty="0"/>
              <a:t> </a:t>
            </a:r>
            <a:r>
              <a:rPr lang="en-US" altLang="zh-CN" sz="1800" noProof="1"/>
              <a:t>&lt;&lt;</a:t>
            </a:r>
            <a:r>
              <a:rPr lang="en-US" altLang="zh-CN" sz="1800" dirty="0"/>
              <a:t> </a:t>
            </a:r>
            <a:r>
              <a:rPr lang="en-US" altLang="zh-CN" sz="1800" noProof="1"/>
              <a:t>"Wednesday"</a:t>
            </a:r>
            <a:r>
              <a:rPr lang="en-US" altLang="zh-CN" sz="1800" dirty="0"/>
              <a:t> </a:t>
            </a:r>
            <a:r>
              <a:rPr lang="en-US" altLang="zh-CN" sz="1800" noProof="1"/>
              <a:t>&lt;&lt;</a:t>
            </a:r>
            <a:r>
              <a:rPr lang="en-US" altLang="zh-CN" sz="1800" dirty="0"/>
              <a:t> </a:t>
            </a:r>
            <a:r>
              <a:rPr lang="en-US" altLang="zh-CN" sz="1800" noProof="1"/>
              <a:t>endl;</a:t>
            </a:r>
            <a:r>
              <a:rPr lang="en-US" altLang="zh-CN" sz="1800" dirty="0"/>
              <a:t> </a:t>
            </a:r>
            <a:r>
              <a:rPr lang="en-US" altLang="zh-CN" sz="1800" noProof="1"/>
              <a:t>break;</a:t>
            </a:r>
          </a:p>
          <a:p>
            <a:pPr eaLnBrk="1" hangingPunct="1"/>
            <a:r>
              <a:rPr lang="en-US" altLang="zh-CN" sz="1800" dirty="0"/>
              <a:t>     </a:t>
            </a:r>
            <a:r>
              <a:rPr lang="en-US" altLang="zh-CN" sz="1800" noProof="1"/>
              <a:t>case 4:</a:t>
            </a:r>
            <a:r>
              <a:rPr lang="en-US" altLang="zh-CN" sz="1800" dirty="0"/>
              <a:t> </a:t>
            </a:r>
            <a:r>
              <a:rPr lang="en-US" altLang="zh-CN" sz="1800" noProof="1"/>
              <a:t>cout</a:t>
            </a:r>
            <a:r>
              <a:rPr lang="en-US" altLang="zh-CN" sz="1800" dirty="0"/>
              <a:t> </a:t>
            </a:r>
            <a:r>
              <a:rPr lang="en-US" altLang="zh-CN" sz="1800" noProof="1"/>
              <a:t>&lt;&lt;</a:t>
            </a:r>
            <a:r>
              <a:rPr lang="en-US" altLang="zh-CN" sz="1800" dirty="0"/>
              <a:t> </a:t>
            </a:r>
            <a:r>
              <a:rPr lang="en-US" altLang="zh-CN" sz="1800" noProof="1"/>
              <a:t>"Thursday"</a:t>
            </a:r>
            <a:r>
              <a:rPr lang="en-US" altLang="zh-CN" sz="1800" dirty="0"/>
              <a:t> </a:t>
            </a:r>
            <a:r>
              <a:rPr lang="en-US" altLang="zh-CN" sz="1800" noProof="1"/>
              <a:t>&lt;&lt;</a:t>
            </a:r>
            <a:r>
              <a:rPr lang="en-US" altLang="zh-CN" sz="1800" dirty="0"/>
              <a:t> </a:t>
            </a:r>
            <a:r>
              <a:rPr lang="en-US" altLang="zh-CN" sz="1800" noProof="1"/>
              <a:t>endl;</a:t>
            </a:r>
            <a:r>
              <a:rPr lang="en-US" altLang="zh-CN" sz="1800" dirty="0"/>
              <a:t> </a:t>
            </a:r>
            <a:r>
              <a:rPr lang="en-US" altLang="zh-CN" sz="1800" noProof="1"/>
              <a:t>break;</a:t>
            </a:r>
          </a:p>
          <a:p>
            <a:pPr eaLnBrk="1" hangingPunct="1"/>
            <a:r>
              <a:rPr lang="en-US" altLang="zh-CN" sz="1800" dirty="0"/>
              <a:t>     </a:t>
            </a:r>
            <a:r>
              <a:rPr lang="en-US" altLang="zh-CN" sz="1800" noProof="1"/>
              <a:t>case 5:</a:t>
            </a:r>
            <a:r>
              <a:rPr lang="en-US" altLang="zh-CN" sz="1800" dirty="0"/>
              <a:t> </a:t>
            </a:r>
            <a:r>
              <a:rPr lang="en-US" altLang="zh-CN" sz="1800" noProof="1"/>
              <a:t>cout</a:t>
            </a:r>
            <a:r>
              <a:rPr lang="en-US" altLang="zh-CN" sz="1800" dirty="0"/>
              <a:t> </a:t>
            </a:r>
            <a:r>
              <a:rPr lang="en-US" altLang="zh-CN" sz="1800" noProof="1"/>
              <a:t>&lt;&lt;</a:t>
            </a:r>
            <a:r>
              <a:rPr lang="en-US" altLang="zh-CN" sz="1800" dirty="0"/>
              <a:t> </a:t>
            </a:r>
            <a:r>
              <a:rPr lang="en-US" altLang="zh-CN" sz="1800" noProof="1"/>
              <a:t>"Friday"</a:t>
            </a:r>
            <a:r>
              <a:rPr lang="en-US" altLang="zh-CN" sz="1800" dirty="0"/>
              <a:t> </a:t>
            </a:r>
            <a:r>
              <a:rPr lang="en-US" altLang="zh-CN" sz="1800" noProof="1"/>
              <a:t>&lt;&lt;</a:t>
            </a:r>
            <a:r>
              <a:rPr lang="en-US" altLang="zh-CN" sz="1800" dirty="0"/>
              <a:t> </a:t>
            </a:r>
            <a:r>
              <a:rPr lang="en-US" altLang="zh-CN" sz="1800" noProof="1"/>
              <a:t>endl;</a:t>
            </a:r>
            <a:r>
              <a:rPr lang="en-US" altLang="zh-CN" sz="1800" dirty="0"/>
              <a:t> </a:t>
            </a:r>
            <a:r>
              <a:rPr lang="en-US" altLang="zh-CN" sz="1800" noProof="1"/>
              <a:t>break;</a:t>
            </a:r>
          </a:p>
          <a:p>
            <a:pPr eaLnBrk="1" hangingPunct="1"/>
            <a:r>
              <a:rPr lang="en-US" altLang="zh-CN" sz="1800" dirty="0"/>
              <a:t>     </a:t>
            </a:r>
            <a:r>
              <a:rPr lang="en-US" altLang="zh-CN" sz="1800" noProof="1"/>
              <a:t>case 6:</a:t>
            </a:r>
            <a:r>
              <a:rPr lang="en-US" altLang="zh-CN" sz="1800" dirty="0"/>
              <a:t> </a:t>
            </a:r>
            <a:r>
              <a:rPr lang="en-US" altLang="zh-CN" sz="1800" noProof="1"/>
              <a:t>cout</a:t>
            </a:r>
            <a:r>
              <a:rPr lang="en-US" altLang="zh-CN" sz="1800" dirty="0"/>
              <a:t> </a:t>
            </a:r>
            <a:r>
              <a:rPr lang="en-US" altLang="zh-CN" sz="1800" noProof="1"/>
              <a:t>&lt;&lt;</a:t>
            </a:r>
            <a:r>
              <a:rPr lang="en-US" altLang="zh-CN" sz="1800" dirty="0"/>
              <a:t> </a:t>
            </a:r>
            <a:r>
              <a:rPr lang="en-US" altLang="zh-CN" sz="1800" noProof="1"/>
              <a:t>"Saturday"</a:t>
            </a:r>
            <a:r>
              <a:rPr lang="en-US" altLang="zh-CN" sz="1800" dirty="0"/>
              <a:t> </a:t>
            </a:r>
            <a:r>
              <a:rPr lang="en-US" altLang="zh-CN" sz="1800" noProof="1"/>
              <a:t>&lt;&lt;</a:t>
            </a:r>
            <a:r>
              <a:rPr lang="en-US" altLang="zh-CN" sz="1800" dirty="0"/>
              <a:t> </a:t>
            </a:r>
            <a:r>
              <a:rPr lang="en-US" altLang="zh-CN" sz="1800" noProof="1"/>
              <a:t>endl;</a:t>
            </a:r>
            <a:r>
              <a:rPr lang="en-US" altLang="zh-CN" sz="1800" dirty="0"/>
              <a:t> </a:t>
            </a:r>
            <a:r>
              <a:rPr lang="en-US" altLang="zh-CN" sz="1800" noProof="1"/>
              <a:t>break;</a:t>
            </a:r>
          </a:p>
          <a:p>
            <a:pPr eaLnBrk="1" hangingPunct="1"/>
            <a:r>
              <a:rPr lang="en-US" altLang="zh-CN" sz="1800" dirty="0"/>
              <a:t>     </a:t>
            </a:r>
            <a:r>
              <a:rPr lang="en-US" altLang="zh-CN" sz="1800" noProof="1"/>
              <a:t>default:</a:t>
            </a:r>
            <a:endParaRPr lang="en-US" altLang="zh-CN" sz="1800" dirty="0"/>
          </a:p>
          <a:p>
            <a:pPr eaLnBrk="1" hangingPunct="1"/>
            <a:r>
              <a:rPr lang="en-US" altLang="zh-CN" sz="1800" dirty="0"/>
              <a:t>        </a:t>
            </a:r>
            <a:r>
              <a:rPr lang="en-US" altLang="zh-CN" sz="1800" noProof="1"/>
              <a:t>cout&lt;&lt;"Day out of range Sunday .. Saturday"&lt;&lt;</a:t>
            </a:r>
            <a:r>
              <a:rPr lang="en-US" altLang="zh-CN" sz="1800" dirty="0"/>
              <a:t> </a:t>
            </a:r>
            <a:r>
              <a:rPr lang="en-US" altLang="zh-CN" sz="1800" noProof="1"/>
              <a:t>endl;</a:t>
            </a:r>
            <a:r>
              <a:rPr lang="en-US" altLang="zh-CN" sz="1800" dirty="0"/>
              <a:t>   </a:t>
            </a:r>
            <a:r>
              <a:rPr lang="en-US" altLang="zh-CN" sz="1800" noProof="1"/>
              <a:t>break;</a:t>
            </a:r>
          </a:p>
          <a:p>
            <a:pPr eaLnBrk="1" hangingPunct="1"/>
            <a:r>
              <a:rPr lang="en-US" altLang="zh-CN" sz="1800" noProof="1"/>
              <a:t>     }</a:t>
            </a:r>
            <a:endParaRPr lang="en-US" altLang="zh-CN" sz="1800" dirty="0"/>
          </a:p>
          <a:p>
            <a:pPr eaLnBrk="1" hangingPunct="1"/>
            <a:r>
              <a:rPr lang="en-US" altLang="zh-CN" sz="1800" dirty="0"/>
              <a:t>     return 0;</a:t>
            </a:r>
            <a:endParaRPr lang="en-US" altLang="zh-CN" sz="1800" noProof="1"/>
          </a:p>
          <a:p>
            <a:pPr eaLnBrk="1" hangingPunct="1"/>
            <a:r>
              <a:rPr lang="en-US" altLang="zh-CN" sz="1800" noProof="1"/>
              <a:t>}</a:t>
            </a:r>
            <a:endParaRPr lang="en-US" altLang="zh-CN" sz="1800" dirty="0"/>
          </a:p>
          <a:p>
            <a:endParaRPr lang="zh-CN" altLang="en-US" sz="1800" dirty="0"/>
          </a:p>
        </p:txBody>
      </p:sp>
    </p:spTree>
    <p:extLst>
      <p:ext uri="{BB962C8B-B14F-4D97-AF65-F5344CB8AC3E}">
        <p14:creationId xmlns:p14="http://schemas.microsoft.com/office/powerpoint/2010/main" val="2805701193"/>
      </p:ext>
    </p:extLst>
  </p:cSld>
  <p:clrMapOvr>
    <a:masterClrMapping/>
  </p:clrMapOvr>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标题 1"/>
          <p:cNvSpPr>
            <a:spLocks noGrp="1"/>
          </p:cNvSpPr>
          <p:nvPr>
            <p:ph type="title"/>
          </p:nvPr>
        </p:nvSpPr>
        <p:spPr>
          <a:xfrm>
            <a:off x="609600" y="1076325"/>
            <a:ext cx="10975975" cy="1066800"/>
          </a:xfrm>
        </p:spPr>
        <p:txBody>
          <a:bodyPr/>
          <a:lstStyle/>
          <a:p>
            <a:pPr eaLnBrk="1" hangingPunct="1">
              <a:defRPr/>
            </a:pPr>
            <a:r>
              <a:rPr lang="en-US" altLang="zh-CN">
                <a:solidFill>
                  <a:schemeClr val="accent5"/>
                </a:solidFill>
                <a:latin typeface="微软雅黑" pitchFamily="34" charset="-122"/>
                <a:ea typeface="微软雅黑" pitchFamily="34" charset="-122"/>
              </a:rPr>
              <a:t>switch</a:t>
            </a:r>
            <a:r>
              <a:rPr lang="zh-CN" altLang="en-US">
                <a:solidFill>
                  <a:schemeClr val="accent5"/>
                </a:solidFill>
                <a:latin typeface="微软雅黑" pitchFamily="34" charset="-122"/>
                <a:ea typeface="微软雅黑" pitchFamily="34" charset="-122"/>
              </a:rPr>
              <a:t>语句的语法</a:t>
            </a:r>
            <a:endParaRPr lang="zh-CN" altLang="en-US" dirty="0">
              <a:solidFill>
                <a:schemeClr val="accent5"/>
              </a:solidFill>
              <a:latin typeface="微软雅黑" pitchFamily="34" charset="-122"/>
              <a:ea typeface="微软雅黑" pitchFamily="34" charset="-122"/>
            </a:endParaRPr>
          </a:p>
        </p:txBody>
      </p:sp>
      <p:sp>
        <p:nvSpPr>
          <p:cNvPr id="8" name="Rectangle 2"/>
          <p:cNvSpPr txBox="1">
            <a:spLocks noChangeArrowheads="1"/>
          </p:cNvSpPr>
          <p:nvPr/>
        </p:nvSpPr>
        <p:spPr bwMode="auto">
          <a:xfrm>
            <a:off x="666750" y="2000250"/>
            <a:ext cx="5430837" cy="33009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65125" indent="-255588" eaLnBrk="0" hangingPunct="0">
              <a:defRPr kumimoji="1" sz="2400">
                <a:solidFill>
                  <a:schemeClr val="tx1"/>
                </a:solidFill>
                <a:latin typeface="Times New Roman" panose="02020603050405020304" pitchFamily="18" charset="0"/>
                <a:ea typeface="隶书" panose="02010509060101010101" pitchFamily="49" charset="-122"/>
              </a:defRPr>
            </a:lvl1pPr>
            <a:lvl2pPr marL="534988" indent="-1588" eaLnBrk="0" hangingPunct="0">
              <a:defRPr kumimoji="1" sz="2400">
                <a:solidFill>
                  <a:schemeClr val="tx1"/>
                </a:solidFill>
                <a:latin typeface="Times New Roman" panose="02020603050405020304" pitchFamily="18" charset="0"/>
                <a:ea typeface="隶书" panose="02010509060101010101" pitchFamily="49" charset="-122"/>
              </a:defRPr>
            </a:lvl2pPr>
            <a:lvl3pPr marL="1143000" indent="-228600" eaLnBrk="0" hangingPunct="0">
              <a:defRPr kumimoji="1" sz="2400">
                <a:solidFill>
                  <a:schemeClr val="tx1"/>
                </a:solidFill>
                <a:latin typeface="Times New Roman" panose="02020603050405020304" pitchFamily="18" charset="0"/>
                <a:ea typeface="隶书" panose="02010509060101010101" pitchFamily="49" charset="-122"/>
              </a:defRPr>
            </a:lvl3pPr>
            <a:lvl4pPr marL="1600200" indent="-228600" eaLnBrk="0" hangingPunct="0">
              <a:defRPr kumimoji="1" sz="2400">
                <a:solidFill>
                  <a:schemeClr val="tx1"/>
                </a:solidFill>
                <a:latin typeface="Times New Roman" panose="02020603050405020304" pitchFamily="18" charset="0"/>
                <a:ea typeface="隶书" panose="02010509060101010101" pitchFamily="49" charset="-122"/>
              </a:defRPr>
            </a:lvl4pPr>
            <a:lvl5pPr marL="2057400" indent="-228600" eaLnBrk="0" hangingPunct="0">
              <a:defRPr kumimoji="1"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pPr eaLnBrk="1" hangingPunct="1">
              <a:spcBef>
                <a:spcPts val="300"/>
              </a:spcBef>
              <a:buClr>
                <a:srgbClr val="A04DA3"/>
              </a:buClr>
              <a:buFont typeface="Georgia" panose="02040502050405020303" pitchFamily="18" charset="0"/>
              <a:buChar char="•"/>
            </a:pPr>
            <a:r>
              <a:rPr kumimoji="0" lang="zh-CN" altLang="en-US">
                <a:latin typeface="微软雅黑" panose="020B0503020204020204" pitchFamily="34" charset="-122"/>
                <a:ea typeface="微软雅黑" panose="020B0503020204020204" pitchFamily="34" charset="-122"/>
              </a:rPr>
              <a:t>一般形式</a:t>
            </a:r>
          </a:p>
          <a:p>
            <a:pPr lvl="1" eaLnBrk="1" hangingPunct="1">
              <a:spcBef>
                <a:spcPts val="300"/>
              </a:spcBef>
              <a:buClr>
                <a:schemeClr val="accent2"/>
              </a:buClr>
            </a:pPr>
            <a:r>
              <a:rPr kumimoji="0" lang="en-US" altLang="zh-CN">
                <a:solidFill>
                  <a:schemeClr val="accent1"/>
                </a:solidFill>
                <a:latin typeface="微软雅黑" panose="020B0503020204020204" pitchFamily="34" charset="-122"/>
                <a:ea typeface="微软雅黑" panose="020B0503020204020204" pitchFamily="34" charset="-122"/>
              </a:rPr>
              <a:t>switch  (</a:t>
            </a:r>
            <a:r>
              <a:rPr kumimoji="0" lang="zh-CN" altLang="en-US">
                <a:solidFill>
                  <a:schemeClr val="accent1"/>
                </a:solidFill>
                <a:latin typeface="微软雅黑" panose="020B0503020204020204" pitchFamily="34" charset="-122"/>
                <a:ea typeface="微软雅黑" panose="020B0503020204020204" pitchFamily="34" charset="-122"/>
              </a:rPr>
              <a:t>表达式</a:t>
            </a:r>
            <a:r>
              <a:rPr kumimoji="0" lang="en-US" altLang="zh-CN">
                <a:solidFill>
                  <a:schemeClr val="accent1"/>
                </a:solidFill>
                <a:latin typeface="微软雅黑" panose="020B0503020204020204" pitchFamily="34" charset="-122"/>
                <a:ea typeface="微软雅黑" panose="020B0503020204020204" pitchFamily="34" charset="-122"/>
              </a:rPr>
              <a:t>)</a:t>
            </a:r>
          </a:p>
          <a:p>
            <a:pPr lvl="1" eaLnBrk="1" hangingPunct="1">
              <a:spcBef>
                <a:spcPts val="300"/>
              </a:spcBef>
              <a:buClr>
                <a:schemeClr val="accent2"/>
              </a:buClr>
            </a:pPr>
            <a:r>
              <a:rPr kumimoji="0" lang="en-US" altLang="zh-CN">
                <a:solidFill>
                  <a:schemeClr val="accent1"/>
                </a:solidFill>
                <a:latin typeface="微软雅黑" panose="020B0503020204020204" pitchFamily="34" charset="-122"/>
                <a:ea typeface="微软雅黑" panose="020B0503020204020204" pitchFamily="34" charset="-122"/>
              </a:rPr>
              <a:t>   {  case    </a:t>
            </a:r>
            <a:r>
              <a:rPr kumimoji="0" lang="zh-CN" altLang="en-US">
                <a:solidFill>
                  <a:schemeClr val="accent1"/>
                </a:solidFill>
                <a:latin typeface="微软雅黑" panose="020B0503020204020204" pitchFamily="34" charset="-122"/>
                <a:ea typeface="微软雅黑" panose="020B0503020204020204" pitchFamily="34" charset="-122"/>
              </a:rPr>
              <a:t>常量表达式 </a:t>
            </a:r>
            <a:r>
              <a:rPr kumimoji="0" lang="en-US" altLang="zh-CN">
                <a:solidFill>
                  <a:schemeClr val="accent1"/>
                </a:solidFill>
                <a:latin typeface="微软雅黑" panose="020B0503020204020204" pitchFamily="34" charset="-122"/>
                <a:ea typeface="微软雅黑" panose="020B0503020204020204" pitchFamily="34" charset="-122"/>
              </a:rPr>
              <a:t>1</a:t>
            </a:r>
            <a:r>
              <a:rPr kumimoji="0" lang="zh-CN" altLang="en-US">
                <a:solidFill>
                  <a:schemeClr val="accent1"/>
                </a:solidFill>
                <a:latin typeface="微软雅黑" panose="020B0503020204020204" pitchFamily="34" charset="-122"/>
                <a:ea typeface="微软雅黑" panose="020B0503020204020204" pitchFamily="34" charset="-122"/>
              </a:rPr>
              <a:t>：语句</a:t>
            </a:r>
            <a:r>
              <a:rPr kumimoji="0" lang="en-US" altLang="zh-CN">
                <a:solidFill>
                  <a:schemeClr val="accent1"/>
                </a:solidFill>
                <a:latin typeface="微软雅黑" panose="020B0503020204020204" pitchFamily="34" charset="-122"/>
                <a:ea typeface="微软雅黑" panose="020B0503020204020204" pitchFamily="34" charset="-122"/>
              </a:rPr>
              <a:t>1</a:t>
            </a:r>
          </a:p>
          <a:p>
            <a:pPr lvl="1" eaLnBrk="1" hangingPunct="1">
              <a:spcBef>
                <a:spcPts val="300"/>
              </a:spcBef>
              <a:buClr>
                <a:schemeClr val="accent2"/>
              </a:buClr>
            </a:pPr>
            <a:r>
              <a:rPr kumimoji="0" lang="en-US" altLang="zh-CN">
                <a:solidFill>
                  <a:schemeClr val="accent1"/>
                </a:solidFill>
                <a:latin typeface="微软雅黑" panose="020B0503020204020204" pitchFamily="34" charset="-122"/>
                <a:ea typeface="微软雅黑" panose="020B0503020204020204" pitchFamily="34" charset="-122"/>
              </a:rPr>
              <a:t>      case    </a:t>
            </a:r>
            <a:r>
              <a:rPr kumimoji="0" lang="zh-CN" altLang="en-US">
                <a:solidFill>
                  <a:schemeClr val="accent1"/>
                </a:solidFill>
                <a:latin typeface="微软雅黑" panose="020B0503020204020204" pitchFamily="34" charset="-122"/>
                <a:ea typeface="微软雅黑" panose="020B0503020204020204" pitchFamily="34" charset="-122"/>
              </a:rPr>
              <a:t>常量表达式 </a:t>
            </a:r>
            <a:r>
              <a:rPr kumimoji="0" lang="en-US" altLang="zh-CN">
                <a:solidFill>
                  <a:schemeClr val="accent1"/>
                </a:solidFill>
                <a:latin typeface="微软雅黑" panose="020B0503020204020204" pitchFamily="34" charset="-122"/>
                <a:ea typeface="微软雅黑" panose="020B0503020204020204" pitchFamily="34" charset="-122"/>
              </a:rPr>
              <a:t>2</a:t>
            </a:r>
            <a:r>
              <a:rPr kumimoji="0" lang="zh-CN" altLang="en-US">
                <a:solidFill>
                  <a:schemeClr val="accent1"/>
                </a:solidFill>
                <a:latin typeface="微软雅黑" panose="020B0503020204020204" pitchFamily="34" charset="-122"/>
                <a:ea typeface="微软雅黑" panose="020B0503020204020204" pitchFamily="34" charset="-122"/>
              </a:rPr>
              <a:t>：语句</a:t>
            </a:r>
            <a:r>
              <a:rPr kumimoji="0" lang="en-US" altLang="zh-CN">
                <a:solidFill>
                  <a:schemeClr val="accent1"/>
                </a:solidFill>
                <a:latin typeface="微软雅黑" panose="020B0503020204020204" pitchFamily="34" charset="-122"/>
                <a:ea typeface="微软雅黑" panose="020B0503020204020204" pitchFamily="34" charset="-122"/>
              </a:rPr>
              <a:t>2</a:t>
            </a:r>
          </a:p>
          <a:p>
            <a:pPr lvl="1" eaLnBrk="1" hangingPunct="1">
              <a:spcBef>
                <a:spcPts val="300"/>
              </a:spcBef>
              <a:buClr>
                <a:schemeClr val="accent2"/>
              </a:buClr>
            </a:pPr>
            <a:r>
              <a:rPr kumimoji="0" lang="en-US" altLang="zh-CN">
                <a:solidFill>
                  <a:schemeClr val="accent1"/>
                </a:solidFill>
                <a:latin typeface="微软雅黑" panose="020B0503020204020204" pitchFamily="34" charset="-122"/>
                <a:ea typeface="微软雅黑" panose="020B0503020204020204" pitchFamily="34" charset="-122"/>
              </a:rPr>
              <a:t>                  ┆</a:t>
            </a:r>
          </a:p>
          <a:p>
            <a:pPr lvl="1" eaLnBrk="1" hangingPunct="1">
              <a:spcBef>
                <a:spcPts val="300"/>
              </a:spcBef>
              <a:buClr>
                <a:schemeClr val="accent2"/>
              </a:buClr>
            </a:pPr>
            <a:r>
              <a:rPr kumimoji="0" lang="en-US" altLang="zh-CN">
                <a:solidFill>
                  <a:schemeClr val="accent1"/>
                </a:solidFill>
                <a:latin typeface="微软雅黑" panose="020B0503020204020204" pitchFamily="34" charset="-122"/>
                <a:ea typeface="微软雅黑" panose="020B0503020204020204" pitchFamily="34" charset="-122"/>
              </a:rPr>
              <a:t>      case    </a:t>
            </a:r>
            <a:r>
              <a:rPr kumimoji="0" lang="zh-CN" altLang="en-US">
                <a:solidFill>
                  <a:schemeClr val="accent1"/>
                </a:solidFill>
                <a:latin typeface="微软雅黑" panose="020B0503020204020204" pitchFamily="34" charset="-122"/>
                <a:ea typeface="微软雅黑" panose="020B0503020204020204" pitchFamily="34" charset="-122"/>
              </a:rPr>
              <a:t>常量表达式 </a:t>
            </a:r>
            <a:r>
              <a:rPr kumimoji="0" lang="en-US" altLang="zh-CN">
                <a:solidFill>
                  <a:schemeClr val="accent1"/>
                </a:solidFill>
                <a:latin typeface="微软雅黑" panose="020B0503020204020204" pitchFamily="34" charset="-122"/>
                <a:ea typeface="微软雅黑" panose="020B0503020204020204" pitchFamily="34" charset="-122"/>
              </a:rPr>
              <a:t>n</a:t>
            </a:r>
            <a:r>
              <a:rPr kumimoji="0" lang="zh-CN" altLang="en-US">
                <a:solidFill>
                  <a:schemeClr val="accent1"/>
                </a:solidFill>
                <a:latin typeface="微软雅黑" panose="020B0503020204020204" pitchFamily="34" charset="-122"/>
                <a:ea typeface="微软雅黑" panose="020B0503020204020204" pitchFamily="34" charset="-122"/>
              </a:rPr>
              <a:t>：语句</a:t>
            </a:r>
            <a:r>
              <a:rPr kumimoji="0" lang="en-US" altLang="zh-CN">
                <a:solidFill>
                  <a:schemeClr val="accent1"/>
                </a:solidFill>
                <a:latin typeface="微软雅黑" panose="020B0503020204020204" pitchFamily="34" charset="-122"/>
                <a:ea typeface="微软雅黑" panose="020B0503020204020204" pitchFamily="34" charset="-122"/>
              </a:rPr>
              <a:t>n</a:t>
            </a:r>
          </a:p>
          <a:p>
            <a:pPr lvl="1" eaLnBrk="1" hangingPunct="1">
              <a:spcBef>
                <a:spcPts val="300"/>
              </a:spcBef>
              <a:buClr>
                <a:schemeClr val="accent2"/>
              </a:buClr>
            </a:pPr>
            <a:r>
              <a:rPr kumimoji="0" lang="en-US" altLang="zh-CN">
                <a:solidFill>
                  <a:schemeClr val="accent1"/>
                </a:solidFill>
                <a:latin typeface="微软雅黑" panose="020B0503020204020204" pitchFamily="34" charset="-122"/>
                <a:ea typeface="微软雅黑" panose="020B0503020204020204" pitchFamily="34" charset="-122"/>
              </a:rPr>
              <a:t>      default :             </a:t>
            </a:r>
            <a:r>
              <a:rPr kumimoji="0" lang="zh-CN" altLang="en-US">
                <a:solidFill>
                  <a:schemeClr val="accent1"/>
                </a:solidFill>
                <a:latin typeface="微软雅黑" panose="020B0503020204020204" pitchFamily="34" charset="-122"/>
                <a:ea typeface="微软雅黑" panose="020B0503020204020204" pitchFamily="34" charset="-122"/>
              </a:rPr>
              <a:t>语句</a:t>
            </a:r>
            <a:r>
              <a:rPr kumimoji="0" lang="en-US" altLang="zh-CN">
                <a:solidFill>
                  <a:schemeClr val="accent1"/>
                </a:solidFill>
                <a:latin typeface="微软雅黑" panose="020B0503020204020204" pitchFamily="34" charset="-122"/>
                <a:ea typeface="微软雅黑" panose="020B0503020204020204" pitchFamily="34" charset="-122"/>
              </a:rPr>
              <a:t>n+1</a:t>
            </a:r>
          </a:p>
          <a:p>
            <a:pPr lvl="1" eaLnBrk="1" hangingPunct="1">
              <a:spcBef>
                <a:spcPts val="300"/>
              </a:spcBef>
              <a:buClr>
                <a:schemeClr val="accent2"/>
              </a:buClr>
            </a:pPr>
            <a:r>
              <a:rPr kumimoji="0" lang="en-US" altLang="zh-CN">
                <a:solidFill>
                  <a:schemeClr val="accent1"/>
                </a:solidFill>
                <a:latin typeface="微软雅黑" panose="020B0503020204020204" pitchFamily="34" charset="-122"/>
                <a:ea typeface="微软雅黑" panose="020B0503020204020204" pitchFamily="34" charset="-122"/>
              </a:rPr>
              <a:t>   }</a:t>
            </a:r>
            <a:endParaRPr kumimoji="0" lang="en-US" altLang="zh-CN">
              <a:solidFill>
                <a:srgbClr val="C0FEF9"/>
              </a:solidFill>
              <a:latin typeface="微软雅黑" panose="020B0503020204020204" pitchFamily="34" charset="-122"/>
              <a:ea typeface="微软雅黑" panose="020B0503020204020204" pitchFamily="34" charset="-122"/>
            </a:endParaRPr>
          </a:p>
        </p:txBody>
      </p:sp>
      <p:sp>
        <p:nvSpPr>
          <p:cNvPr id="124934" name="Text Box 9"/>
          <p:cNvSpPr txBox="1">
            <a:spLocks noChangeArrowheads="1"/>
          </p:cNvSpPr>
          <p:nvPr/>
        </p:nvSpPr>
        <p:spPr bwMode="auto">
          <a:xfrm>
            <a:off x="565150" y="5301208"/>
            <a:ext cx="10861029" cy="12710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marL="342900" indent="-342900" eaLnBrk="0" hangingPunct="0">
              <a:defRPr kumimoji="1" sz="2400">
                <a:solidFill>
                  <a:schemeClr val="tx1"/>
                </a:solidFill>
                <a:latin typeface="Times New Roman" panose="02020603050405020304" pitchFamily="18" charset="0"/>
                <a:ea typeface="隶书" panose="02010509060101010101" pitchFamily="49" charset="-122"/>
              </a:defRPr>
            </a:lvl1pPr>
            <a:lvl2pPr marL="534988" indent="-1588" eaLnBrk="0" hangingPunct="0">
              <a:defRPr kumimoji="1" sz="2400">
                <a:solidFill>
                  <a:schemeClr val="tx1"/>
                </a:solidFill>
                <a:latin typeface="Times New Roman" panose="02020603050405020304" pitchFamily="18" charset="0"/>
                <a:ea typeface="隶书" panose="02010509060101010101" pitchFamily="49" charset="-122"/>
              </a:defRPr>
            </a:lvl2pPr>
            <a:lvl3pPr marL="1143000" indent="-228600" eaLnBrk="0" hangingPunct="0">
              <a:defRPr kumimoji="1" sz="2400">
                <a:solidFill>
                  <a:schemeClr val="tx1"/>
                </a:solidFill>
                <a:latin typeface="Times New Roman" panose="02020603050405020304" pitchFamily="18" charset="0"/>
                <a:ea typeface="隶书" panose="02010509060101010101" pitchFamily="49" charset="-122"/>
              </a:defRPr>
            </a:lvl3pPr>
            <a:lvl4pPr marL="1600200" indent="-228600" eaLnBrk="0" hangingPunct="0">
              <a:defRPr kumimoji="1" sz="2400">
                <a:solidFill>
                  <a:schemeClr val="tx1"/>
                </a:solidFill>
                <a:latin typeface="Times New Roman" panose="02020603050405020304" pitchFamily="18" charset="0"/>
                <a:ea typeface="隶书" panose="02010509060101010101" pitchFamily="49" charset="-122"/>
              </a:defRPr>
            </a:lvl4pPr>
            <a:lvl5pPr marL="2057400" indent="-228600" eaLnBrk="0" hangingPunct="0">
              <a:defRPr kumimoji="1"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pPr>
              <a:spcBef>
                <a:spcPct val="20000"/>
              </a:spcBef>
              <a:buClr>
                <a:schemeClr val="accent2"/>
              </a:buClr>
              <a:buSzPct val="80000"/>
              <a:buFont typeface="Wingdings" panose="05000000000000000000" pitchFamily="2" charset="2"/>
              <a:buChar char="l"/>
            </a:pPr>
            <a:r>
              <a:rPr lang="zh-CN" altLang="en-US" kern="0">
                <a:latin typeface="微软雅黑" panose="020B0503020204020204" pitchFamily="34" charset="-122"/>
                <a:ea typeface="微软雅黑" panose="020B0503020204020204" pitchFamily="34" charset="-122"/>
              </a:rPr>
              <a:t>执行顺序</a:t>
            </a:r>
            <a:endParaRPr lang="zh-CN" altLang="en-US" kern="0">
              <a:solidFill>
                <a:srgbClr val="EAEC5E"/>
              </a:solidFill>
              <a:latin typeface="微软雅黑" panose="020B0503020204020204" pitchFamily="34" charset="-122"/>
              <a:ea typeface="微软雅黑" panose="020B0503020204020204" pitchFamily="34" charset="-122"/>
            </a:endParaRPr>
          </a:p>
          <a:p>
            <a:pPr lvl="1">
              <a:spcBef>
                <a:spcPct val="20000"/>
              </a:spcBef>
            </a:pPr>
            <a:r>
              <a:rPr lang="zh-CN" altLang="en-US">
                <a:latin typeface="微软雅黑" panose="020B0503020204020204" pitchFamily="34" charset="-122"/>
                <a:ea typeface="微软雅黑" panose="020B0503020204020204" pitchFamily="34" charset="-122"/>
              </a:rPr>
              <a:t>以</a:t>
            </a:r>
            <a:r>
              <a:rPr lang="en-US" altLang="zh-CN">
                <a:latin typeface="微软雅黑" panose="020B0503020204020204" pitchFamily="34" charset="-122"/>
                <a:ea typeface="微软雅黑" panose="020B0503020204020204" pitchFamily="34" charset="-122"/>
              </a:rPr>
              <a:t>case</a:t>
            </a:r>
            <a:r>
              <a:rPr lang="zh-CN" altLang="en-US">
                <a:latin typeface="微软雅黑" panose="020B0503020204020204" pitchFamily="34" charset="-122"/>
                <a:ea typeface="微软雅黑" panose="020B0503020204020204" pitchFamily="34" charset="-122"/>
              </a:rPr>
              <a:t>中的</a:t>
            </a:r>
            <a:r>
              <a:rPr lang="zh-CN" altLang="en-US">
                <a:solidFill>
                  <a:srgbClr val="FF0000"/>
                </a:solidFill>
                <a:latin typeface="微软雅黑" panose="020B0503020204020204" pitchFamily="34" charset="-122"/>
                <a:ea typeface="微软雅黑" panose="020B0503020204020204" pitchFamily="34" charset="-122"/>
              </a:rPr>
              <a:t>常量表达式值</a:t>
            </a:r>
            <a:r>
              <a:rPr lang="zh-CN" altLang="en-US">
                <a:latin typeface="微软雅黑" panose="020B0503020204020204" pitchFamily="34" charset="-122"/>
                <a:ea typeface="微软雅黑" panose="020B0503020204020204" pitchFamily="34" charset="-122"/>
              </a:rPr>
              <a:t>为入口标号，由此开始顺序执行。因此，每个</a:t>
            </a:r>
            <a:r>
              <a:rPr lang="en-US" altLang="zh-CN">
                <a:latin typeface="微软雅黑" panose="020B0503020204020204" pitchFamily="34" charset="-122"/>
                <a:ea typeface="微软雅黑" panose="020B0503020204020204" pitchFamily="34" charset="-122"/>
              </a:rPr>
              <a:t>case</a:t>
            </a:r>
            <a:r>
              <a:rPr lang="zh-CN" altLang="en-US">
                <a:latin typeface="微软雅黑" panose="020B0503020204020204" pitchFamily="34" charset="-122"/>
                <a:ea typeface="微软雅黑" panose="020B0503020204020204" pitchFamily="34" charset="-122"/>
              </a:rPr>
              <a:t>分支最后应该加</a:t>
            </a:r>
            <a:r>
              <a:rPr lang="en-US" altLang="zh-CN">
                <a:solidFill>
                  <a:srgbClr val="FF0000"/>
                </a:solidFill>
                <a:latin typeface="微软雅黑" panose="020B0503020204020204" pitchFamily="34" charset="-122"/>
                <a:ea typeface="微软雅黑" panose="020B0503020204020204" pitchFamily="34" charset="-122"/>
              </a:rPr>
              <a:t>break</a:t>
            </a:r>
            <a:r>
              <a:rPr lang="zh-CN" altLang="en-US">
                <a:latin typeface="微软雅黑" panose="020B0503020204020204" pitchFamily="34" charset="-122"/>
                <a:ea typeface="微软雅黑" panose="020B0503020204020204" pitchFamily="34" charset="-122"/>
              </a:rPr>
              <a:t>语句。</a:t>
            </a:r>
          </a:p>
        </p:txBody>
      </p:sp>
      <p:sp>
        <p:nvSpPr>
          <p:cNvPr id="9" name="内容占位符 2"/>
          <p:cNvSpPr>
            <a:spLocks noGrp="1"/>
          </p:cNvSpPr>
          <p:nvPr>
            <p:ph idx="1"/>
          </p:nvPr>
        </p:nvSpPr>
        <p:spPr>
          <a:xfrm>
            <a:off x="6609334" y="2002481"/>
            <a:ext cx="5199955" cy="1645915"/>
          </a:xfrm>
          <a:ln w="3175">
            <a:solidFill>
              <a:schemeClr val="tx1"/>
            </a:solidFill>
          </a:ln>
        </p:spPr>
        <p:txBody>
          <a:bodyPr/>
          <a:lstStyle/>
          <a:p>
            <a:pPr eaLnBrk="1" hangingPunct="1">
              <a:lnSpc>
                <a:spcPct val="150000"/>
              </a:lnSpc>
            </a:pPr>
            <a:r>
              <a:rPr lang="en-US" altLang="zh-CN" sz="2000">
                <a:latin typeface="微软雅黑" panose="020B0503020204020204" pitchFamily="34" charset="-122"/>
                <a:ea typeface="微软雅黑" panose="020B0503020204020204" pitchFamily="34" charset="-122"/>
              </a:rPr>
              <a:t>case</a:t>
            </a:r>
            <a:r>
              <a:rPr lang="zh-CN" altLang="en-US" sz="2000">
                <a:latin typeface="微软雅黑" panose="020B0503020204020204" pitchFamily="34" charset="-122"/>
                <a:ea typeface="微软雅黑" panose="020B0503020204020204" pitchFamily="34" charset="-122"/>
              </a:rPr>
              <a:t>分支可包含多个语句，且不用</a:t>
            </a:r>
            <a:r>
              <a:rPr lang="en-US" altLang="zh-CN" sz="2000">
                <a:latin typeface="微软雅黑" panose="020B0503020204020204" pitchFamily="34" charset="-122"/>
                <a:ea typeface="微软雅黑" panose="020B0503020204020204" pitchFamily="34" charset="-122"/>
              </a:rPr>
              <a:t>{ }</a:t>
            </a:r>
            <a:r>
              <a:rPr lang="zh-CN" altLang="en-US" sz="2000">
                <a:latin typeface="微软雅黑" panose="020B0503020204020204" pitchFamily="34" charset="-122"/>
                <a:ea typeface="微软雅黑" panose="020B0503020204020204" pitchFamily="34" charset="-122"/>
              </a:rPr>
              <a:t>。</a:t>
            </a:r>
          </a:p>
          <a:p>
            <a:pPr eaLnBrk="1" hangingPunct="1">
              <a:lnSpc>
                <a:spcPct val="150000"/>
              </a:lnSpc>
            </a:pPr>
            <a:r>
              <a:rPr lang="zh-CN" altLang="en-US" sz="2000">
                <a:latin typeface="微软雅黑" panose="020B0503020204020204" pitchFamily="34" charset="-122"/>
                <a:ea typeface="微软雅黑" panose="020B0503020204020204" pitchFamily="34" charset="-122"/>
              </a:rPr>
              <a:t>表达式、判断值都是</a:t>
            </a:r>
            <a:r>
              <a:rPr lang="en-US" altLang="zh-CN" sz="2000">
                <a:latin typeface="微软雅黑" panose="020B0503020204020204" pitchFamily="34" charset="-122"/>
                <a:ea typeface="微软雅黑" panose="020B0503020204020204" pitchFamily="34" charset="-122"/>
              </a:rPr>
              <a:t>int</a:t>
            </a:r>
            <a:r>
              <a:rPr lang="zh-CN" altLang="en-US" sz="2000">
                <a:latin typeface="微软雅黑" panose="020B0503020204020204" pitchFamily="34" charset="-122"/>
                <a:ea typeface="微软雅黑" panose="020B0503020204020204" pitchFamily="34" charset="-122"/>
              </a:rPr>
              <a:t>型或</a:t>
            </a:r>
            <a:r>
              <a:rPr lang="en-US" altLang="zh-CN" sz="2000">
                <a:latin typeface="微软雅黑" panose="020B0503020204020204" pitchFamily="34" charset="-122"/>
                <a:ea typeface="微软雅黑" panose="020B0503020204020204" pitchFamily="34" charset="-122"/>
              </a:rPr>
              <a:t>char</a:t>
            </a:r>
            <a:r>
              <a:rPr lang="zh-CN" altLang="en-US" sz="2000">
                <a:latin typeface="微软雅黑" panose="020B0503020204020204" pitchFamily="34" charset="-122"/>
                <a:ea typeface="微软雅黑" panose="020B0503020204020204" pitchFamily="34" charset="-122"/>
              </a:rPr>
              <a:t>型。</a:t>
            </a:r>
          </a:p>
          <a:p>
            <a:pPr eaLnBrk="1" hangingPunct="1">
              <a:lnSpc>
                <a:spcPct val="150000"/>
              </a:lnSpc>
            </a:pPr>
            <a:r>
              <a:rPr lang="zh-CN" altLang="en-US" sz="2000">
                <a:latin typeface="微软雅黑" panose="020B0503020204020204" pitchFamily="34" charset="-122"/>
                <a:ea typeface="微软雅黑" panose="020B0503020204020204" pitchFamily="34" charset="-122"/>
              </a:rPr>
              <a:t>若干分支执行内容相同可共用一组语句。</a:t>
            </a:r>
          </a:p>
        </p:txBody>
      </p:sp>
      <p:sp>
        <p:nvSpPr>
          <p:cNvPr id="2" name="灯片编号占位符 1"/>
          <p:cNvSpPr>
            <a:spLocks noGrp="1"/>
          </p:cNvSpPr>
          <p:nvPr>
            <p:ph type="sldNum" sz="quarter" idx="4"/>
          </p:nvPr>
        </p:nvSpPr>
        <p:spPr/>
        <p:txBody>
          <a:bodyPr/>
          <a:lstStyle/>
          <a:p>
            <a:fld id="{B4B29FD1-946C-40F0-B4AF-B43D585A2146}" type="slidenum">
              <a:rPr lang="zh-CN" altLang="en-US" smtClean="0"/>
              <a:pPr/>
              <a:t>54</a:t>
            </a:fld>
            <a:endParaRPr lang="zh-CN" altLang="en-US"/>
          </a:p>
        </p:txBody>
      </p:sp>
    </p:spTree>
    <p:extLst>
      <p:ext uri="{BB962C8B-B14F-4D97-AF65-F5344CB8AC3E}">
        <p14:creationId xmlns:p14="http://schemas.microsoft.com/office/powerpoint/2010/main" val="1433753067"/>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 calcmode="lin" valueType="num">
                                      <p:cBhvr additive="base">
                                        <p:cTn id="7" dur="1000" fill="hold"/>
                                        <p:tgtEl>
                                          <p:spTgt spid="8">
                                            <p:txEl>
                                              <p:pRg st="0" end="0"/>
                                            </p:txEl>
                                          </p:spTgt>
                                        </p:tgtEl>
                                        <p:attrNameLst>
                                          <p:attrName>ppt_x</p:attrName>
                                        </p:attrNameLst>
                                      </p:cBhvr>
                                      <p:tavLst>
                                        <p:tav tm="0">
                                          <p:val>
                                            <p:strVal val="0-#ppt_w/2"/>
                                          </p:val>
                                        </p:tav>
                                        <p:tav tm="100000">
                                          <p:val>
                                            <p:strVal val="#ppt_x"/>
                                          </p:val>
                                        </p:tav>
                                      </p:tavLst>
                                    </p:anim>
                                    <p:anim calcmode="lin" valueType="num">
                                      <p:cBhvr additive="base">
                                        <p:cTn id="8" dur="1000" fill="hold"/>
                                        <p:tgtEl>
                                          <p:spTgt spid="8">
                                            <p:txEl>
                                              <p:pRg st="0" end="0"/>
                                            </p:txEl>
                                          </p:spTgt>
                                        </p:tgtEl>
                                        <p:attrNameLst>
                                          <p:attrName>ppt_y</p:attrName>
                                        </p:attrNameLst>
                                      </p:cBhvr>
                                      <p:tavLst>
                                        <p:tav tm="0">
                                          <p:val>
                                            <p:strVal val="#ppt_y"/>
                                          </p:val>
                                        </p:tav>
                                        <p:tav tm="100000">
                                          <p:val>
                                            <p:strVal val="#ppt_y"/>
                                          </p:val>
                                        </p:tav>
                                      </p:tavLst>
                                    </p:anim>
                                  </p:childTnLst>
                                </p:cTn>
                              </p:par>
                              <p:par>
                                <p:cTn id="9" presetID="2" presetClass="entr" presetSubtype="8" fill="hold" nodeType="withEffect">
                                  <p:stCondLst>
                                    <p:cond delay="0"/>
                                  </p:stCondLst>
                                  <p:childTnLst>
                                    <p:set>
                                      <p:cBhvr>
                                        <p:cTn id="10" dur="1" fill="hold">
                                          <p:stCondLst>
                                            <p:cond delay="0"/>
                                          </p:stCondLst>
                                        </p:cTn>
                                        <p:tgtEl>
                                          <p:spTgt spid="8">
                                            <p:txEl>
                                              <p:pRg st="1" end="1"/>
                                            </p:txEl>
                                          </p:spTgt>
                                        </p:tgtEl>
                                        <p:attrNameLst>
                                          <p:attrName>style.visibility</p:attrName>
                                        </p:attrNameLst>
                                      </p:cBhvr>
                                      <p:to>
                                        <p:strVal val="visible"/>
                                      </p:to>
                                    </p:set>
                                    <p:anim calcmode="lin" valueType="num">
                                      <p:cBhvr additive="base">
                                        <p:cTn id="11" dur="1000" fill="hold"/>
                                        <p:tgtEl>
                                          <p:spTgt spid="8">
                                            <p:txEl>
                                              <p:pRg st="1" end="1"/>
                                            </p:txEl>
                                          </p:spTgt>
                                        </p:tgtEl>
                                        <p:attrNameLst>
                                          <p:attrName>ppt_x</p:attrName>
                                        </p:attrNameLst>
                                      </p:cBhvr>
                                      <p:tavLst>
                                        <p:tav tm="0">
                                          <p:val>
                                            <p:strVal val="0-#ppt_w/2"/>
                                          </p:val>
                                        </p:tav>
                                        <p:tav tm="100000">
                                          <p:val>
                                            <p:strVal val="#ppt_x"/>
                                          </p:val>
                                        </p:tav>
                                      </p:tavLst>
                                    </p:anim>
                                    <p:anim calcmode="lin" valueType="num">
                                      <p:cBhvr additive="base">
                                        <p:cTn id="12" dur="1000" fill="hold"/>
                                        <p:tgtEl>
                                          <p:spTgt spid="8">
                                            <p:txEl>
                                              <p:pRg st="1" end="1"/>
                                            </p:txEl>
                                          </p:spTgt>
                                        </p:tgtEl>
                                        <p:attrNameLst>
                                          <p:attrName>ppt_y</p:attrName>
                                        </p:attrNameLst>
                                      </p:cBhvr>
                                      <p:tavLst>
                                        <p:tav tm="0">
                                          <p:val>
                                            <p:strVal val="#ppt_y"/>
                                          </p:val>
                                        </p:tav>
                                        <p:tav tm="100000">
                                          <p:val>
                                            <p:strVal val="#ppt_y"/>
                                          </p:val>
                                        </p:tav>
                                      </p:tavLst>
                                    </p:anim>
                                  </p:childTnLst>
                                </p:cTn>
                              </p:par>
                              <p:par>
                                <p:cTn id="13" presetID="2" presetClass="entr" presetSubtype="8" fill="hold" nodeType="withEffect">
                                  <p:stCondLst>
                                    <p:cond delay="0"/>
                                  </p:stCondLst>
                                  <p:childTnLst>
                                    <p:set>
                                      <p:cBhvr>
                                        <p:cTn id="14" dur="1" fill="hold">
                                          <p:stCondLst>
                                            <p:cond delay="0"/>
                                          </p:stCondLst>
                                        </p:cTn>
                                        <p:tgtEl>
                                          <p:spTgt spid="8">
                                            <p:txEl>
                                              <p:pRg st="2" end="2"/>
                                            </p:txEl>
                                          </p:spTgt>
                                        </p:tgtEl>
                                        <p:attrNameLst>
                                          <p:attrName>style.visibility</p:attrName>
                                        </p:attrNameLst>
                                      </p:cBhvr>
                                      <p:to>
                                        <p:strVal val="visible"/>
                                      </p:to>
                                    </p:set>
                                    <p:anim calcmode="lin" valueType="num">
                                      <p:cBhvr additive="base">
                                        <p:cTn id="15" dur="1000" fill="hold"/>
                                        <p:tgtEl>
                                          <p:spTgt spid="8">
                                            <p:txEl>
                                              <p:pRg st="2" end="2"/>
                                            </p:txEl>
                                          </p:spTgt>
                                        </p:tgtEl>
                                        <p:attrNameLst>
                                          <p:attrName>ppt_x</p:attrName>
                                        </p:attrNameLst>
                                      </p:cBhvr>
                                      <p:tavLst>
                                        <p:tav tm="0">
                                          <p:val>
                                            <p:strVal val="0-#ppt_w/2"/>
                                          </p:val>
                                        </p:tav>
                                        <p:tav tm="100000">
                                          <p:val>
                                            <p:strVal val="#ppt_x"/>
                                          </p:val>
                                        </p:tav>
                                      </p:tavLst>
                                    </p:anim>
                                    <p:anim calcmode="lin" valueType="num">
                                      <p:cBhvr additive="base">
                                        <p:cTn id="16" dur="1000" fill="hold"/>
                                        <p:tgtEl>
                                          <p:spTgt spid="8">
                                            <p:txEl>
                                              <p:pRg st="2" end="2"/>
                                            </p:txEl>
                                          </p:spTgt>
                                        </p:tgtEl>
                                        <p:attrNameLst>
                                          <p:attrName>ppt_y</p:attrName>
                                        </p:attrNameLst>
                                      </p:cBhvr>
                                      <p:tavLst>
                                        <p:tav tm="0">
                                          <p:val>
                                            <p:strVal val="#ppt_y"/>
                                          </p:val>
                                        </p:tav>
                                        <p:tav tm="100000">
                                          <p:val>
                                            <p:strVal val="#ppt_y"/>
                                          </p:val>
                                        </p:tav>
                                      </p:tavLst>
                                    </p:anim>
                                  </p:childTnLst>
                                </p:cTn>
                              </p:par>
                              <p:par>
                                <p:cTn id="17" presetID="2" presetClass="entr" presetSubtype="8" fill="hold" nodeType="withEffect">
                                  <p:stCondLst>
                                    <p:cond delay="0"/>
                                  </p:stCondLst>
                                  <p:childTnLst>
                                    <p:set>
                                      <p:cBhvr>
                                        <p:cTn id="18" dur="1" fill="hold">
                                          <p:stCondLst>
                                            <p:cond delay="0"/>
                                          </p:stCondLst>
                                        </p:cTn>
                                        <p:tgtEl>
                                          <p:spTgt spid="8">
                                            <p:txEl>
                                              <p:pRg st="3" end="3"/>
                                            </p:txEl>
                                          </p:spTgt>
                                        </p:tgtEl>
                                        <p:attrNameLst>
                                          <p:attrName>style.visibility</p:attrName>
                                        </p:attrNameLst>
                                      </p:cBhvr>
                                      <p:to>
                                        <p:strVal val="visible"/>
                                      </p:to>
                                    </p:set>
                                    <p:anim calcmode="lin" valueType="num">
                                      <p:cBhvr additive="base">
                                        <p:cTn id="19" dur="1000" fill="hold"/>
                                        <p:tgtEl>
                                          <p:spTgt spid="8">
                                            <p:txEl>
                                              <p:pRg st="3" end="3"/>
                                            </p:txEl>
                                          </p:spTgt>
                                        </p:tgtEl>
                                        <p:attrNameLst>
                                          <p:attrName>ppt_x</p:attrName>
                                        </p:attrNameLst>
                                      </p:cBhvr>
                                      <p:tavLst>
                                        <p:tav tm="0">
                                          <p:val>
                                            <p:strVal val="0-#ppt_w/2"/>
                                          </p:val>
                                        </p:tav>
                                        <p:tav tm="100000">
                                          <p:val>
                                            <p:strVal val="#ppt_x"/>
                                          </p:val>
                                        </p:tav>
                                      </p:tavLst>
                                    </p:anim>
                                    <p:anim calcmode="lin" valueType="num">
                                      <p:cBhvr additive="base">
                                        <p:cTn id="20" dur="1000" fill="hold"/>
                                        <p:tgtEl>
                                          <p:spTgt spid="8">
                                            <p:txEl>
                                              <p:pRg st="3" end="3"/>
                                            </p:txEl>
                                          </p:spTgt>
                                        </p:tgtEl>
                                        <p:attrNameLst>
                                          <p:attrName>ppt_y</p:attrName>
                                        </p:attrNameLst>
                                      </p:cBhvr>
                                      <p:tavLst>
                                        <p:tav tm="0">
                                          <p:val>
                                            <p:strVal val="#ppt_y"/>
                                          </p:val>
                                        </p:tav>
                                        <p:tav tm="100000">
                                          <p:val>
                                            <p:strVal val="#ppt_y"/>
                                          </p:val>
                                        </p:tav>
                                      </p:tavLst>
                                    </p:anim>
                                  </p:childTnLst>
                                </p:cTn>
                              </p:par>
                              <p:par>
                                <p:cTn id="21" presetID="2" presetClass="entr" presetSubtype="8" fill="hold" nodeType="withEffect">
                                  <p:stCondLst>
                                    <p:cond delay="0"/>
                                  </p:stCondLst>
                                  <p:childTnLst>
                                    <p:set>
                                      <p:cBhvr>
                                        <p:cTn id="22" dur="1" fill="hold">
                                          <p:stCondLst>
                                            <p:cond delay="0"/>
                                          </p:stCondLst>
                                        </p:cTn>
                                        <p:tgtEl>
                                          <p:spTgt spid="8">
                                            <p:txEl>
                                              <p:pRg st="4" end="4"/>
                                            </p:txEl>
                                          </p:spTgt>
                                        </p:tgtEl>
                                        <p:attrNameLst>
                                          <p:attrName>style.visibility</p:attrName>
                                        </p:attrNameLst>
                                      </p:cBhvr>
                                      <p:to>
                                        <p:strVal val="visible"/>
                                      </p:to>
                                    </p:set>
                                    <p:anim calcmode="lin" valueType="num">
                                      <p:cBhvr additive="base">
                                        <p:cTn id="23" dur="1000" fill="hold"/>
                                        <p:tgtEl>
                                          <p:spTgt spid="8">
                                            <p:txEl>
                                              <p:pRg st="4" end="4"/>
                                            </p:txEl>
                                          </p:spTgt>
                                        </p:tgtEl>
                                        <p:attrNameLst>
                                          <p:attrName>ppt_x</p:attrName>
                                        </p:attrNameLst>
                                      </p:cBhvr>
                                      <p:tavLst>
                                        <p:tav tm="0">
                                          <p:val>
                                            <p:strVal val="0-#ppt_w/2"/>
                                          </p:val>
                                        </p:tav>
                                        <p:tav tm="100000">
                                          <p:val>
                                            <p:strVal val="#ppt_x"/>
                                          </p:val>
                                        </p:tav>
                                      </p:tavLst>
                                    </p:anim>
                                    <p:anim calcmode="lin" valueType="num">
                                      <p:cBhvr additive="base">
                                        <p:cTn id="24" dur="1000" fill="hold"/>
                                        <p:tgtEl>
                                          <p:spTgt spid="8">
                                            <p:txEl>
                                              <p:pRg st="4" end="4"/>
                                            </p:txEl>
                                          </p:spTgt>
                                        </p:tgtEl>
                                        <p:attrNameLst>
                                          <p:attrName>ppt_y</p:attrName>
                                        </p:attrNameLst>
                                      </p:cBhvr>
                                      <p:tavLst>
                                        <p:tav tm="0">
                                          <p:val>
                                            <p:strVal val="#ppt_y"/>
                                          </p:val>
                                        </p:tav>
                                        <p:tav tm="100000">
                                          <p:val>
                                            <p:strVal val="#ppt_y"/>
                                          </p:val>
                                        </p:tav>
                                      </p:tavLst>
                                    </p:anim>
                                  </p:childTnLst>
                                </p:cTn>
                              </p:par>
                              <p:par>
                                <p:cTn id="25" presetID="2" presetClass="entr" presetSubtype="8" fill="hold" nodeType="withEffect">
                                  <p:stCondLst>
                                    <p:cond delay="0"/>
                                  </p:stCondLst>
                                  <p:childTnLst>
                                    <p:set>
                                      <p:cBhvr>
                                        <p:cTn id="26" dur="1" fill="hold">
                                          <p:stCondLst>
                                            <p:cond delay="0"/>
                                          </p:stCondLst>
                                        </p:cTn>
                                        <p:tgtEl>
                                          <p:spTgt spid="8">
                                            <p:txEl>
                                              <p:pRg st="5" end="5"/>
                                            </p:txEl>
                                          </p:spTgt>
                                        </p:tgtEl>
                                        <p:attrNameLst>
                                          <p:attrName>style.visibility</p:attrName>
                                        </p:attrNameLst>
                                      </p:cBhvr>
                                      <p:to>
                                        <p:strVal val="visible"/>
                                      </p:to>
                                    </p:set>
                                    <p:anim calcmode="lin" valueType="num">
                                      <p:cBhvr additive="base">
                                        <p:cTn id="27" dur="1000" fill="hold"/>
                                        <p:tgtEl>
                                          <p:spTgt spid="8">
                                            <p:txEl>
                                              <p:pRg st="5" end="5"/>
                                            </p:txEl>
                                          </p:spTgt>
                                        </p:tgtEl>
                                        <p:attrNameLst>
                                          <p:attrName>ppt_x</p:attrName>
                                        </p:attrNameLst>
                                      </p:cBhvr>
                                      <p:tavLst>
                                        <p:tav tm="0">
                                          <p:val>
                                            <p:strVal val="0-#ppt_w/2"/>
                                          </p:val>
                                        </p:tav>
                                        <p:tav tm="100000">
                                          <p:val>
                                            <p:strVal val="#ppt_x"/>
                                          </p:val>
                                        </p:tav>
                                      </p:tavLst>
                                    </p:anim>
                                    <p:anim calcmode="lin" valueType="num">
                                      <p:cBhvr additive="base">
                                        <p:cTn id="28" dur="1000" fill="hold"/>
                                        <p:tgtEl>
                                          <p:spTgt spid="8">
                                            <p:txEl>
                                              <p:pRg st="5" end="5"/>
                                            </p:txEl>
                                          </p:spTgt>
                                        </p:tgtEl>
                                        <p:attrNameLst>
                                          <p:attrName>ppt_y</p:attrName>
                                        </p:attrNameLst>
                                      </p:cBhvr>
                                      <p:tavLst>
                                        <p:tav tm="0">
                                          <p:val>
                                            <p:strVal val="#ppt_y"/>
                                          </p:val>
                                        </p:tav>
                                        <p:tav tm="100000">
                                          <p:val>
                                            <p:strVal val="#ppt_y"/>
                                          </p:val>
                                        </p:tav>
                                      </p:tavLst>
                                    </p:anim>
                                  </p:childTnLst>
                                </p:cTn>
                              </p:par>
                              <p:par>
                                <p:cTn id="29" presetID="2" presetClass="entr" presetSubtype="8" fill="hold" nodeType="withEffect">
                                  <p:stCondLst>
                                    <p:cond delay="0"/>
                                  </p:stCondLst>
                                  <p:childTnLst>
                                    <p:set>
                                      <p:cBhvr>
                                        <p:cTn id="30" dur="1" fill="hold">
                                          <p:stCondLst>
                                            <p:cond delay="0"/>
                                          </p:stCondLst>
                                        </p:cTn>
                                        <p:tgtEl>
                                          <p:spTgt spid="8">
                                            <p:txEl>
                                              <p:pRg st="6" end="6"/>
                                            </p:txEl>
                                          </p:spTgt>
                                        </p:tgtEl>
                                        <p:attrNameLst>
                                          <p:attrName>style.visibility</p:attrName>
                                        </p:attrNameLst>
                                      </p:cBhvr>
                                      <p:to>
                                        <p:strVal val="visible"/>
                                      </p:to>
                                    </p:set>
                                    <p:anim calcmode="lin" valueType="num">
                                      <p:cBhvr additive="base">
                                        <p:cTn id="31" dur="1000" fill="hold"/>
                                        <p:tgtEl>
                                          <p:spTgt spid="8">
                                            <p:txEl>
                                              <p:pRg st="6" end="6"/>
                                            </p:txEl>
                                          </p:spTgt>
                                        </p:tgtEl>
                                        <p:attrNameLst>
                                          <p:attrName>ppt_x</p:attrName>
                                        </p:attrNameLst>
                                      </p:cBhvr>
                                      <p:tavLst>
                                        <p:tav tm="0">
                                          <p:val>
                                            <p:strVal val="0-#ppt_w/2"/>
                                          </p:val>
                                        </p:tav>
                                        <p:tav tm="100000">
                                          <p:val>
                                            <p:strVal val="#ppt_x"/>
                                          </p:val>
                                        </p:tav>
                                      </p:tavLst>
                                    </p:anim>
                                    <p:anim calcmode="lin" valueType="num">
                                      <p:cBhvr additive="base">
                                        <p:cTn id="32" dur="1000" fill="hold"/>
                                        <p:tgtEl>
                                          <p:spTgt spid="8">
                                            <p:txEl>
                                              <p:pRg st="6" end="6"/>
                                            </p:txEl>
                                          </p:spTgt>
                                        </p:tgtEl>
                                        <p:attrNameLst>
                                          <p:attrName>ppt_y</p:attrName>
                                        </p:attrNameLst>
                                      </p:cBhvr>
                                      <p:tavLst>
                                        <p:tav tm="0">
                                          <p:val>
                                            <p:strVal val="#ppt_y"/>
                                          </p:val>
                                        </p:tav>
                                        <p:tav tm="100000">
                                          <p:val>
                                            <p:strVal val="#ppt_y"/>
                                          </p:val>
                                        </p:tav>
                                      </p:tavLst>
                                    </p:anim>
                                  </p:childTnLst>
                                </p:cTn>
                              </p:par>
                              <p:par>
                                <p:cTn id="33" presetID="2" presetClass="entr" presetSubtype="8" fill="hold" nodeType="withEffect">
                                  <p:stCondLst>
                                    <p:cond delay="0"/>
                                  </p:stCondLst>
                                  <p:childTnLst>
                                    <p:set>
                                      <p:cBhvr>
                                        <p:cTn id="34" dur="1" fill="hold">
                                          <p:stCondLst>
                                            <p:cond delay="0"/>
                                          </p:stCondLst>
                                        </p:cTn>
                                        <p:tgtEl>
                                          <p:spTgt spid="8">
                                            <p:txEl>
                                              <p:pRg st="7" end="7"/>
                                            </p:txEl>
                                          </p:spTgt>
                                        </p:tgtEl>
                                        <p:attrNameLst>
                                          <p:attrName>style.visibility</p:attrName>
                                        </p:attrNameLst>
                                      </p:cBhvr>
                                      <p:to>
                                        <p:strVal val="visible"/>
                                      </p:to>
                                    </p:set>
                                    <p:anim calcmode="lin" valueType="num">
                                      <p:cBhvr additive="base">
                                        <p:cTn id="35" dur="1000" fill="hold"/>
                                        <p:tgtEl>
                                          <p:spTgt spid="8">
                                            <p:txEl>
                                              <p:pRg st="7" end="7"/>
                                            </p:txEl>
                                          </p:spTgt>
                                        </p:tgtEl>
                                        <p:attrNameLst>
                                          <p:attrName>ppt_x</p:attrName>
                                        </p:attrNameLst>
                                      </p:cBhvr>
                                      <p:tavLst>
                                        <p:tav tm="0">
                                          <p:val>
                                            <p:strVal val="0-#ppt_w/2"/>
                                          </p:val>
                                        </p:tav>
                                        <p:tav tm="100000">
                                          <p:val>
                                            <p:strVal val="#ppt_x"/>
                                          </p:val>
                                        </p:tav>
                                      </p:tavLst>
                                    </p:anim>
                                    <p:anim calcmode="lin" valueType="num">
                                      <p:cBhvr additive="base">
                                        <p:cTn id="36" dur="1000" fill="hold"/>
                                        <p:tgtEl>
                                          <p:spTgt spid="8">
                                            <p:txEl>
                                              <p:pRg st="7" end="7"/>
                                            </p:txEl>
                                          </p:spTgt>
                                        </p:tgtEl>
                                        <p:attrNameLst>
                                          <p:attrName>ppt_y</p:attrName>
                                        </p:attrNameLst>
                                      </p:cBhvr>
                                      <p:tavLst>
                                        <p:tav tm="0">
                                          <p:val>
                                            <p:strVal val="#ppt_y"/>
                                          </p:val>
                                        </p:tav>
                                        <p:tav tm="100000">
                                          <p:val>
                                            <p:strVal val="#ppt_y"/>
                                          </p:val>
                                        </p:tav>
                                      </p:tavLst>
                                    </p:anim>
                                  </p:childTnLst>
                                </p:cTn>
                              </p:par>
                            </p:childTnLst>
                          </p:cTn>
                        </p:par>
                      </p:childTnLst>
                    </p:cTn>
                  </p:par>
                  <p:par>
                    <p:cTn id="37" fill="hold" nodeType="clickPar">
                      <p:stCondLst>
                        <p:cond delay="indefinite"/>
                      </p:stCondLst>
                      <p:childTnLst>
                        <p:par>
                          <p:cTn id="38" fill="hold" nodeType="withGroup">
                            <p:stCondLst>
                              <p:cond delay="0"/>
                            </p:stCondLst>
                            <p:childTnLst>
                              <p:par>
                                <p:cTn id="39" presetID="2" presetClass="entr" presetSubtype="8" fill="hold" nodeType="clickEffect">
                                  <p:stCondLst>
                                    <p:cond delay="0"/>
                                  </p:stCondLst>
                                  <p:childTnLst>
                                    <p:set>
                                      <p:cBhvr>
                                        <p:cTn id="40" dur="1" fill="hold">
                                          <p:stCondLst>
                                            <p:cond delay="0"/>
                                          </p:stCondLst>
                                        </p:cTn>
                                        <p:tgtEl>
                                          <p:spTgt spid="124934">
                                            <p:txEl>
                                              <p:pRg st="0" end="0"/>
                                            </p:txEl>
                                          </p:spTgt>
                                        </p:tgtEl>
                                        <p:attrNameLst>
                                          <p:attrName>style.visibility</p:attrName>
                                        </p:attrNameLst>
                                      </p:cBhvr>
                                      <p:to>
                                        <p:strVal val="visible"/>
                                      </p:to>
                                    </p:set>
                                    <p:anim calcmode="lin" valueType="num">
                                      <p:cBhvr additive="base">
                                        <p:cTn id="41" dur="1000" fill="hold"/>
                                        <p:tgtEl>
                                          <p:spTgt spid="124934">
                                            <p:txEl>
                                              <p:pRg st="0" end="0"/>
                                            </p:txEl>
                                          </p:spTgt>
                                        </p:tgtEl>
                                        <p:attrNameLst>
                                          <p:attrName>ppt_x</p:attrName>
                                        </p:attrNameLst>
                                      </p:cBhvr>
                                      <p:tavLst>
                                        <p:tav tm="0">
                                          <p:val>
                                            <p:strVal val="0-#ppt_w/2"/>
                                          </p:val>
                                        </p:tav>
                                        <p:tav tm="100000">
                                          <p:val>
                                            <p:strVal val="#ppt_x"/>
                                          </p:val>
                                        </p:tav>
                                      </p:tavLst>
                                    </p:anim>
                                    <p:anim calcmode="lin" valueType="num">
                                      <p:cBhvr additive="base">
                                        <p:cTn id="42" dur="1000" fill="hold"/>
                                        <p:tgtEl>
                                          <p:spTgt spid="124934">
                                            <p:txEl>
                                              <p:pRg st="0" end="0"/>
                                            </p:txEl>
                                          </p:spTgt>
                                        </p:tgtEl>
                                        <p:attrNameLst>
                                          <p:attrName>ppt_y</p:attrName>
                                        </p:attrNameLst>
                                      </p:cBhvr>
                                      <p:tavLst>
                                        <p:tav tm="0">
                                          <p:val>
                                            <p:strVal val="#ppt_y"/>
                                          </p:val>
                                        </p:tav>
                                        <p:tav tm="100000">
                                          <p:val>
                                            <p:strVal val="#ppt_y"/>
                                          </p:val>
                                        </p:tav>
                                      </p:tavLst>
                                    </p:anim>
                                  </p:childTnLst>
                                </p:cTn>
                              </p:par>
                              <p:par>
                                <p:cTn id="43" presetID="2" presetClass="entr" presetSubtype="8" fill="hold" nodeType="withEffect">
                                  <p:stCondLst>
                                    <p:cond delay="0"/>
                                  </p:stCondLst>
                                  <p:childTnLst>
                                    <p:set>
                                      <p:cBhvr>
                                        <p:cTn id="44" dur="1" fill="hold">
                                          <p:stCondLst>
                                            <p:cond delay="0"/>
                                          </p:stCondLst>
                                        </p:cTn>
                                        <p:tgtEl>
                                          <p:spTgt spid="124934">
                                            <p:txEl>
                                              <p:pRg st="1" end="1"/>
                                            </p:txEl>
                                          </p:spTgt>
                                        </p:tgtEl>
                                        <p:attrNameLst>
                                          <p:attrName>style.visibility</p:attrName>
                                        </p:attrNameLst>
                                      </p:cBhvr>
                                      <p:to>
                                        <p:strVal val="visible"/>
                                      </p:to>
                                    </p:set>
                                    <p:anim calcmode="lin" valueType="num">
                                      <p:cBhvr additive="base">
                                        <p:cTn id="45" dur="1000" fill="hold"/>
                                        <p:tgtEl>
                                          <p:spTgt spid="124934">
                                            <p:txEl>
                                              <p:pRg st="1" end="1"/>
                                            </p:txEl>
                                          </p:spTgt>
                                        </p:tgtEl>
                                        <p:attrNameLst>
                                          <p:attrName>ppt_x</p:attrName>
                                        </p:attrNameLst>
                                      </p:cBhvr>
                                      <p:tavLst>
                                        <p:tav tm="0">
                                          <p:val>
                                            <p:strVal val="0-#ppt_w/2"/>
                                          </p:val>
                                        </p:tav>
                                        <p:tav tm="100000">
                                          <p:val>
                                            <p:strVal val="#ppt_x"/>
                                          </p:val>
                                        </p:tav>
                                      </p:tavLst>
                                    </p:anim>
                                    <p:anim calcmode="lin" valueType="num">
                                      <p:cBhvr additive="base">
                                        <p:cTn id="46" dur="1000" fill="hold"/>
                                        <p:tgtEl>
                                          <p:spTgt spid="124934">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2" presetClass="entr" presetSubtype="8" fill="hold" nodeType="clickEffect">
                                  <p:stCondLst>
                                    <p:cond delay="0"/>
                                  </p:stCondLst>
                                  <p:childTnLst>
                                    <p:set>
                                      <p:cBhvr>
                                        <p:cTn id="50" dur="1" fill="hold">
                                          <p:stCondLst>
                                            <p:cond delay="0"/>
                                          </p:stCondLst>
                                        </p:cTn>
                                        <p:tgtEl>
                                          <p:spTgt spid="9">
                                            <p:txEl>
                                              <p:pRg st="0" end="0"/>
                                            </p:txEl>
                                          </p:spTgt>
                                        </p:tgtEl>
                                        <p:attrNameLst>
                                          <p:attrName>style.visibility</p:attrName>
                                        </p:attrNameLst>
                                      </p:cBhvr>
                                      <p:to>
                                        <p:strVal val="visible"/>
                                      </p:to>
                                    </p:set>
                                    <p:anim calcmode="lin" valueType="num">
                                      <p:cBhvr additive="base">
                                        <p:cTn id="51" dur="1000" fill="hold"/>
                                        <p:tgtEl>
                                          <p:spTgt spid="9">
                                            <p:txEl>
                                              <p:pRg st="0" end="0"/>
                                            </p:txEl>
                                          </p:spTgt>
                                        </p:tgtEl>
                                        <p:attrNameLst>
                                          <p:attrName>ppt_x</p:attrName>
                                        </p:attrNameLst>
                                      </p:cBhvr>
                                      <p:tavLst>
                                        <p:tav tm="0">
                                          <p:val>
                                            <p:strVal val="0-#ppt_w/2"/>
                                          </p:val>
                                        </p:tav>
                                        <p:tav tm="100000">
                                          <p:val>
                                            <p:strVal val="#ppt_x"/>
                                          </p:val>
                                        </p:tav>
                                      </p:tavLst>
                                    </p:anim>
                                    <p:anim calcmode="lin" valueType="num">
                                      <p:cBhvr additive="base">
                                        <p:cTn id="52" dur="1000" fill="hold"/>
                                        <p:tgtEl>
                                          <p:spTgt spid="9">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2" presetClass="entr" presetSubtype="8" fill="hold" nodeType="clickEffect">
                                  <p:stCondLst>
                                    <p:cond delay="0"/>
                                  </p:stCondLst>
                                  <p:childTnLst>
                                    <p:set>
                                      <p:cBhvr>
                                        <p:cTn id="56" dur="1" fill="hold">
                                          <p:stCondLst>
                                            <p:cond delay="0"/>
                                          </p:stCondLst>
                                        </p:cTn>
                                        <p:tgtEl>
                                          <p:spTgt spid="9">
                                            <p:txEl>
                                              <p:pRg st="1" end="1"/>
                                            </p:txEl>
                                          </p:spTgt>
                                        </p:tgtEl>
                                        <p:attrNameLst>
                                          <p:attrName>style.visibility</p:attrName>
                                        </p:attrNameLst>
                                      </p:cBhvr>
                                      <p:to>
                                        <p:strVal val="visible"/>
                                      </p:to>
                                    </p:set>
                                    <p:anim calcmode="lin" valueType="num">
                                      <p:cBhvr additive="base">
                                        <p:cTn id="57" dur="1000" fill="hold"/>
                                        <p:tgtEl>
                                          <p:spTgt spid="9">
                                            <p:txEl>
                                              <p:pRg st="1" end="1"/>
                                            </p:txEl>
                                          </p:spTgt>
                                        </p:tgtEl>
                                        <p:attrNameLst>
                                          <p:attrName>ppt_x</p:attrName>
                                        </p:attrNameLst>
                                      </p:cBhvr>
                                      <p:tavLst>
                                        <p:tav tm="0">
                                          <p:val>
                                            <p:strVal val="0-#ppt_w/2"/>
                                          </p:val>
                                        </p:tav>
                                        <p:tav tm="100000">
                                          <p:val>
                                            <p:strVal val="#ppt_x"/>
                                          </p:val>
                                        </p:tav>
                                      </p:tavLst>
                                    </p:anim>
                                    <p:anim calcmode="lin" valueType="num">
                                      <p:cBhvr additive="base">
                                        <p:cTn id="58" dur="1000" fill="hold"/>
                                        <p:tgtEl>
                                          <p:spTgt spid="9">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2" presetClass="entr" presetSubtype="8" fill="hold" nodeType="clickEffect">
                                  <p:stCondLst>
                                    <p:cond delay="0"/>
                                  </p:stCondLst>
                                  <p:childTnLst>
                                    <p:set>
                                      <p:cBhvr>
                                        <p:cTn id="62" dur="1" fill="hold">
                                          <p:stCondLst>
                                            <p:cond delay="0"/>
                                          </p:stCondLst>
                                        </p:cTn>
                                        <p:tgtEl>
                                          <p:spTgt spid="9">
                                            <p:txEl>
                                              <p:pRg st="2" end="2"/>
                                            </p:txEl>
                                          </p:spTgt>
                                        </p:tgtEl>
                                        <p:attrNameLst>
                                          <p:attrName>style.visibility</p:attrName>
                                        </p:attrNameLst>
                                      </p:cBhvr>
                                      <p:to>
                                        <p:strVal val="visible"/>
                                      </p:to>
                                    </p:set>
                                    <p:anim calcmode="lin" valueType="num">
                                      <p:cBhvr additive="base">
                                        <p:cTn id="63" dur="1000" fill="hold"/>
                                        <p:tgtEl>
                                          <p:spTgt spid="9">
                                            <p:txEl>
                                              <p:pRg st="2" end="2"/>
                                            </p:txEl>
                                          </p:spTgt>
                                        </p:tgtEl>
                                        <p:attrNameLst>
                                          <p:attrName>ppt_x</p:attrName>
                                        </p:attrNameLst>
                                      </p:cBhvr>
                                      <p:tavLst>
                                        <p:tav tm="0">
                                          <p:val>
                                            <p:strVal val="0-#ppt_w/2"/>
                                          </p:val>
                                        </p:tav>
                                        <p:tav tm="100000">
                                          <p:val>
                                            <p:strVal val="#ppt_x"/>
                                          </p:val>
                                        </p:tav>
                                      </p:tavLst>
                                    </p:anim>
                                    <p:anim calcmode="lin" valueType="num">
                                      <p:cBhvr additive="base">
                                        <p:cTn id="64" dur="1000" fill="hold"/>
                                        <p:tgtEl>
                                          <p:spTgt spid="9">
                                            <p:txEl>
                                              <p:pRg st="2" end="2"/>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标题 1"/>
          <p:cNvSpPr>
            <a:spLocks noGrp="1"/>
          </p:cNvSpPr>
          <p:nvPr>
            <p:ph type="title"/>
          </p:nvPr>
        </p:nvSpPr>
        <p:spPr/>
        <p:txBody>
          <a:bodyPr/>
          <a:lstStyle/>
          <a:p>
            <a:pPr eaLnBrk="1" hangingPunct="1">
              <a:defRPr/>
            </a:pPr>
            <a:r>
              <a:rPr lang="zh-CN" altLang="en-US" sz="3600">
                <a:solidFill>
                  <a:srgbClr val="002060"/>
                </a:solidFill>
                <a:latin typeface="微软雅黑" pitchFamily="34" charset="-122"/>
                <a:ea typeface="微软雅黑" pitchFamily="34" charset="-122"/>
              </a:rPr>
              <a:t>例</a:t>
            </a:r>
            <a:r>
              <a:rPr lang="en-US" altLang="zh-CN" sz="3600">
                <a:solidFill>
                  <a:srgbClr val="002060"/>
                </a:solidFill>
                <a:latin typeface="微软雅黑" pitchFamily="34" charset="-122"/>
                <a:ea typeface="微软雅黑" pitchFamily="34" charset="-122"/>
              </a:rPr>
              <a:t>2_5</a:t>
            </a:r>
            <a:r>
              <a:rPr lang="zh-CN" altLang="en-US" sz="3600">
                <a:solidFill>
                  <a:srgbClr val="002060"/>
                </a:solidFill>
                <a:latin typeface="微软雅黑" pitchFamily="34" charset="-122"/>
                <a:ea typeface="微软雅黑" pitchFamily="34" charset="-122"/>
              </a:rPr>
              <a:t>：求自然数</a:t>
            </a:r>
            <a:r>
              <a:rPr lang="en-US" altLang="zh-CN" sz="3600">
                <a:solidFill>
                  <a:srgbClr val="002060"/>
                </a:solidFill>
                <a:latin typeface="微软雅黑" pitchFamily="34" charset="-122"/>
                <a:ea typeface="微软雅黑" pitchFamily="34" charset="-122"/>
              </a:rPr>
              <a:t>1</a:t>
            </a:r>
            <a:r>
              <a:rPr lang="zh-CN" altLang="en-US" sz="3600">
                <a:solidFill>
                  <a:srgbClr val="002060"/>
                </a:solidFill>
                <a:latin typeface="微软雅黑" pitchFamily="34" charset="-122"/>
                <a:ea typeface="微软雅黑" pitchFamily="34" charset="-122"/>
              </a:rPr>
              <a:t>～</a:t>
            </a:r>
            <a:r>
              <a:rPr lang="en-US" altLang="zh-CN" sz="3600">
                <a:solidFill>
                  <a:srgbClr val="002060"/>
                </a:solidFill>
                <a:latin typeface="微软雅黑" pitchFamily="34" charset="-122"/>
                <a:ea typeface="微软雅黑" pitchFamily="34" charset="-122"/>
              </a:rPr>
              <a:t>10</a:t>
            </a:r>
            <a:r>
              <a:rPr lang="zh-CN" altLang="en-US" sz="3600">
                <a:solidFill>
                  <a:srgbClr val="002060"/>
                </a:solidFill>
                <a:latin typeface="微软雅黑" pitchFamily="34" charset="-122"/>
                <a:ea typeface="微软雅黑" pitchFamily="34" charset="-122"/>
              </a:rPr>
              <a:t>之和</a:t>
            </a:r>
            <a:endParaRPr lang="zh-CN" altLang="en-US" sz="3600" dirty="0">
              <a:solidFill>
                <a:srgbClr val="002060"/>
              </a:solidFill>
              <a:latin typeface="微软雅黑" pitchFamily="34" charset="-122"/>
              <a:ea typeface="微软雅黑" pitchFamily="34" charset="-122"/>
            </a:endParaRPr>
          </a:p>
        </p:txBody>
      </p:sp>
      <p:sp>
        <p:nvSpPr>
          <p:cNvPr id="104453" name="内容占位符 11"/>
          <p:cNvSpPr>
            <a:spLocks noGrp="1"/>
          </p:cNvSpPr>
          <p:nvPr>
            <p:ph idx="1"/>
          </p:nvPr>
        </p:nvSpPr>
        <p:spPr/>
        <p:txBody>
          <a:bodyPr/>
          <a:lstStyle/>
          <a:p>
            <a:pPr eaLnBrk="1" hangingPunct="1">
              <a:buFont typeface="Wingdings" panose="05000000000000000000" pitchFamily="2" charset="2"/>
              <a:buNone/>
            </a:pPr>
            <a:r>
              <a:rPr lang="en-US" altLang="zh-CN" sz="2400" dirty="0">
                <a:latin typeface="微软雅黑" panose="020B0503020204020204" pitchFamily="34" charset="-122"/>
                <a:ea typeface="微软雅黑" panose="020B0503020204020204" pitchFamily="34" charset="-122"/>
              </a:rPr>
              <a:t>//2_5.cpp</a:t>
            </a:r>
          </a:p>
          <a:p>
            <a:pPr eaLnBrk="1" hangingPunct="1">
              <a:buFont typeface="Wingdings" panose="05000000000000000000" pitchFamily="2" charset="2"/>
              <a:buNone/>
            </a:pPr>
            <a:r>
              <a:rPr lang="en-US" altLang="zh-CN" sz="2400" dirty="0">
                <a:latin typeface="微软雅黑" panose="020B0503020204020204" pitchFamily="34" charset="-122"/>
                <a:ea typeface="微软雅黑" panose="020B0503020204020204" pitchFamily="34" charset="-122"/>
              </a:rPr>
              <a:t>#include &lt;iostream&gt;</a:t>
            </a:r>
          </a:p>
          <a:p>
            <a:pPr eaLnBrk="1" hangingPunct="1">
              <a:buFont typeface="Wingdings" panose="05000000000000000000" pitchFamily="2" charset="2"/>
              <a:buNone/>
            </a:pPr>
            <a:r>
              <a:rPr lang="en-US" altLang="zh-CN" sz="2400" dirty="0">
                <a:latin typeface="微软雅黑" panose="020B0503020204020204" pitchFamily="34" charset="-122"/>
                <a:ea typeface="微软雅黑" panose="020B0503020204020204" pitchFamily="34" charset="-122"/>
              </a:rPr>
              <a:t>using namespace std;</a:t>
            </a:r>
          </a:p>
          <a:p>
            <a:pPr eaLnBrk="1" hangingPunct="1">
              <a:buFont typeface="Wingdings" panose="05000000000000000000" pitchFamily="2" charset="2"/>
              <a:buNone/>
            </a:pPr>
            <a:r>
              <a:rPr lang="en-US" altLang="zh-CN" sz="2400" dirty="0">
                <a:latin typeface="微软雅黑" panose="020B0503020204020204" pitchFamily="34" charset="-122"/>
                <a:ea typeface="微软雅黑" panose="020B0503020204020204" pitchFamily="34" charset="-122"/>
              </a:rPr>
              <a:t>int main() {</a:t>
            </a:r>
          </a:p>
          <a:p>
            <a:pPr eaLnBrk="1" hangingPunct="1">
              <a:buFont typeface="Wingdings" panose="05000000000000000000" pitchFamily="2" charset="2"/>
              <a:buNone/>
            </a:pPr>
            <a:r>
              <a:rPr lang="en-US" altLang="zh-CN" sz="2400" dirty="0">
                <a:latin typeface="微软雅黑" panose="020B0503020204020204" pitchFamily="34" charset="-122"/>
                <a:ea typeface="微软雅黑" panose="020B0503020204020204" pitchFamily="34" charset="-122"/>
              </a:rPr>
              <a:t>  int </a:t>
            </a:r>
            <a:r>
              <a:rPr lang="en-US" altLang="zh-CN" sz="2400" dirty="0" err="1">
                <a:latin typeface="微软雅黑" panose="020B0503020204020204" pitchFamily="34" charset="-122"/>
                <a:ea typeface="微软雅黑" panose="020B0503020204020204" pitchFamily="34" charset="-122"/>
              </a:rPr>
              <a:t>i</a:t>
            </a:r>
            <a:r>
              <a:rPr lang="en-US" altLang="zh-CN" sz="2400" dirty="0">
                <a:latin typeface="微软雅黑" panose="020B0503020204020204" pitchFamily="34" charset="-122"/>
                <a:ea typeface="微软雅黑" panose="020B0503020204020204" pitchFamily="34" charset="-122"/>
              </a:rPr>
              <a:t> = 1, sum = 0;</a:t>
            </a:r>
          </a:p>
          <a:p>
            <a:pPr eaLnBrk="1" hangingPunct="1">
              <a:buFont typeface="Wingdings" panose="05000000000000000000" pitchFamily="2" charset="2"/>
              <a:buNone/>
            </a:pPr>
            <a:r>
              <a:rPr lang="en-US" altLang="zh-CN" sz="2400" dirty="0">
                <a:latin typeface="微软雅黑" panose="020B0503020204020204" pitchFamily="34" charset="-122"/>
                <a:ea typeface="微软雅黑" panose="020B0503020204020204" pitchFamily="34" charset="-122"/>
              </a:rPr>
              <a:t>  </a:t>
            </a:r>
            <a:r>
              <a:rPr lang="en-US" altLang="zh-CN" sz="2400" dirty="0">
                <a:solidFill>
                  <a:schemeClr val="tx2"/>
                </a:solidFill>
                <a:latin typeface="微软雅黑" panose="020B0503020204020204" pitchFamily="34" charset="-122"/>
                <a:ea typeface="微软雅黑" panose="020B0503020204020204" pitchFamily="34" charset="-122"/>
              </a:rPr>
              <a:t>while (</a:t>
            </a:r>
            <a:r>
              <a:rPr lang="en-US" altLang="zh-CN" sz="2400" dirty="0" err="1">
                <a:solidFill>
                  <a:schemeClr val="tx2"/>
                </a:solidFill>
                <a:latin typeface="微软雅黑" panose="020B0503020204020204" pitchFamily="34" charset="-122"/>
                <a:ea typeface="微软雅黑" panose="020B0503020204020204" pitchFamily="34" charset="-122"/>
              </a:rPr>
              <a:t>i</a:t>
            </a:r>
            <a:r>
              <a:rPr lang="en-US" altLang="zh-CN" sz="2400" dirty="0">
                <a:solidFill>
                  <a:schemeClr val="tx2"/>
                </a:solidFill>
                <a:latin typeface="微软雅黑" panose="020B0503020204020204" pitchFamily="34" charset="-122"/>
                <a:ea typeface="微软雅黑" panose="020B0503020204020204" pitchFamily="34" charset="-122"/>
              </a:rPr>
              <a:t> &lt;= 10) {</a:t>
            </a:r>
          </a:p>
          <a:p>
            <a:pPr eaLnBrk="1" hangingPunct="1">
              <a:buFont typeface="Wingdings" panose="05000000000000000000" pitchFamily="2" charset="2"/>
              <a:buNone/>
            </a:pPr>
            <a:r>
              <a:rPr lang="en-US" altLang="zh-CN" sz="2400" dirty="0">
                <a:latin typeface="微软雅黑" panose="020B0503020204020204" pitchFamily="34" charset="-122"/>
                <a:ea typeface="微软雅黑" panose="020B0503020204020204" pitchFamily="34" charset="-122"/>
              </a:rPr>
              <a:t>      sum += </a:t>
            </a:r>
            <a:r>
              <a:rPr lang="en-US" altLang="zh-CN" sz="2400" dirty="0" err="1">
                <a:latin typeface="微软雅黑" panose="020B0503020204020204" pitchFamily="34" charset="-122"/>
                <a:ea typeface="微软雅黑" panose="020B0503020204020204" pitchFamily="34" charset="-122"/>
              </a:rPr>
              <a:t>i</a:t>
            </a:r>
            <a:r>
              <a:rPr lang="en-US" altLang="zh-CN" sz="2400" dirty="0">
                <a:latin typeface="微软雅黑" panose="020B0503020204020204" pitchFamily="34" charset="-122"/>
                <a:ea typeface="微软雅黑" panose="020B0503020204020204" pitchFamily="34" charset="-122"/>
              </a:rPr>
              <a:t>;  </a:t>
            </a:r>
            <a:r>
              <a:rPr lang="en-US" altLang="zh-CN" sz="2400" dirty="0">
                <a:solidFill>
                  <a:srgbClr val="C00000"/>
                </a:solidFill>
                <a:latin typeface="微软雅黑" panose="020B0503020204020204" pitchFamily="34" charset="-122"/>
                <a:ea typeface="微软雅黑" panose="020B0503020204020204" pitchFamily="34" charset="-122"/>
              </a:rPr>
              <a:t>//</a:t>
            </a:r>
            <a:r>
              <a:rPr lang="zh-CN" altLang="en-US" sz="2400" dirty="0">
                <a:solidFill>
                  <a:srgbClr val="C00000"/>
                </a:solidFill>
                <a:latin typeface="微软雅黑" panose="020B0503020204020204" pitchFamily="34" charset="-122"/>
                <a:ea typeface="微软雅黑" panose="020B0503020204020204" pitchFamily="34" charset="-122"/>
              </a:rPr>
              <a:t>相当于</a:t>
            </a:r>
            <a:r>
              <a:rPr lang="en-US" altLang="zh-CN" sz="2400" dirty="0">
                <a:solidFill>
                  <a:srgbClr val="C00000"/>
                </a:solidFill>
                <a:latin typeface="微软雅黑" panose="020B0503020204020204" pitchFamily="34" charset="-122"/>
                <a:ea typeface="微软雅黑" panose="020B0503020204020204" pitchFamily="34" charset="-122"/>
              </a:rPr>
              <a:t>sum = sum + </a:t>
            </a:r>
            <a:r>
              <a:rPr lang="en-US" altLang="zh-CN" sz="2400" dirty="0" err="1">
                <a:solidFill>
                  <a:srgbClr val="C00000"/>
                </a:solidFill>
                <a:latin typeface="微软雅黑" panose="020B0503020204020204" pitchFamily="34" charset="-122"/>
                <a:ea typeface="微软雅黑" panose="020B0503020204020204" pitchFamily="34" charset="-122"/>
              </a:rPr>
              <a:t>i</a:t>
            </a:r>
            <a:r>
              <a:rPr lang="en-US" altLang="zh-CN" sz="2400" dirty="0">
                <a:solidFill>
                  <a:srgbClr val="C00000"/>
                </a:solidFill>
                <a:latin typeface="微软雅黑" panose="020B0503020204020204" pitchFamily="34" charset="-122"/>
                <a:ea typeface="微软雅黑" panose="020B0503020204020204" pitchFamily="34" charset="-122"/>
              </a:rPr>
              <a:t>;</a:t>
            </a:r>
          </a:p>
          <a:p>
            <a:pPr eaLnBrk="1" hangingPunct="1">
              <a:buFont typeface="Wingdings" panose="05000000000000000000" pitchFamily="2" charset="2"/>
              <a:buNone/>
            </a:pPr>
            <a:r>
              <a:rPr lang="en-US" altLang="zh-CN" sz="2400" dirty="0">
                <a:latin typeface="微软雅黑" panose="020B0503020204020204" pitchFamily="34" charset="-122"/>
                <a:ea typeface="微软雅黑" panose="020B0503020204020204" pitchFamily="34" charset="-122"/>
              </a:rPr>
              <a:t>      </a:t>
            </a:r>
            <a:r>
              <a:rPr lang="en-US" altLang="zh-CN" sz="2400" dirty="0" err="1">
                <a:latin typeface="微软雅黑" panose="020B0503020204020204" pitchFamily="34" charset="-122"/>
                <a:ea typeface="微软雅黑" panose="020B0503020204020204" pitchFamily="34" charset="-122"/>
              </a:rPr>
              <a:t>i</a:t>
            </a:r>
            <a:r>
              <a:rPr lang="en-US" altLang="zh-CN" sz="2400" dirty="0">
                <a:latin typeface="微软雅黑" panose="020B0503020204020204" pitchFamily="34" charset="-122"/>
                <a:ea typeface="微软雅黑" panose="020B0503020204020204" pitchFamily="34" charset="-122"/>
              </a:rPr>
              <a:t>++;</a:t>
            </a:r>
          </a:p>
          <a:p>
            <a:pPr eaLnBrk="1" hangingPunct="1">
              <a:buFont typeface="Wingdings" panose="05000000000000000000" pitchFamily="2" charset="2"/>
              <a:buNone/>
            </a:pPr>
            <a:r>
              <a:rPr lang="en-US" altLang="zh-CN" sz="2400" dirty="0">
                <a:latin typeface="微软雅黑" panose="020B0503020204020204" pitchFamily="34" charset="-122"/>
                <a:ea typeface="微软雅黑" panose="020B0503020204020204" pitchFamily="34" charset="-122"/>
              </a:rPr>
              <a:t>  </a:t>
            </a:r>
            <a:r>
              <a:rPr lang="en-US" altLang="zh-CN" sz="2400" dirty="0">
                <a:solidFill>
                  <a:schemeClr val="tx2"/>
                </a:solidFill>
                <a:latin typeface="微软雅黑" panose="020B0503020204020204" pitchFamily="34" charset="-122"/>
                <a:ea typeface="微软雅黑" panose="020B0503020204020204" pitchFamily="34" charset="-122"/>
              </a:rPr>
              <a:t>}</a:t>
            </a:r>
          </a:p>
          <a:p>
            <a:pPr eaLnBrk="1" hangingPunct="1">
              <a:buFont typeface="Wingdings" panose="05000000000000000000" pitchFamily="2" charset="2"/>
              <a:buNone/>
            </a:pPr>
            <a:r>
              <a:rPr lang="en-US" altLang="zh-CN" sz="2400" dirty="0">
                <a:latin typeface="微软雅黑" panose="020B0503020204020204" pitchFamily="34" charset="-122"/>
                <a:ea typeface="微软雅黑" panose="020B0503020204020204" pitchFamily="34" charset="-122"/>
              </a:rPr>
              <a:t>  </a:t>
            </a:r>
            <a:r>
              <a:rPr lang="en-US" altLang="zh-CN" sz="2400" dirty="0" err="1">
                <a:latin typeface="微软雅黑" panose="020B0503020204020204" pitchFamily="34" charset="-122"/>
                <a:ea typeface="微软雅黑" panose="020B0503020204020204" pitchFamily="34" charset="-122"/>
              </a:rPr>
              <a:t>cout</a:t>
            </a:r>
            <a:r>
              <a:rPr lang="en-US" altLang="zh-CN" sz="2400" dirty="0">
                <a:latin typeface="微软雅黑" panose="020B0503020204020204" pitchFamily="34" charset="-122"/>
                <a:ea typeface="微软雅黑" panose="020B0503020204020204" pitchFamily="34" charset="-122"/>
              </a:rPr>
              <a:t> &lt;&lt; "sum = " &lt;&lt; sum &lt;&lt; </a:t>
            </a:r>
            <a:r>
              <a:rPr lang="en-US" altLang="zh-CN" sz="2400" dirty="0" err="1">
                <a:latin typeface="微软雅黑" panose="020B0503020204020204" pitchFamily="34" charset="-122"/>
                <a:ea typeface="微软雅黑" panose="020B0503020204020204" pitchFamily="34" charset="-122"/>
              </a:rPr>
              <a:t>endl</a:t>
            </a:r>
            <a:r>
              <a:rPr lang="en-US" altLang="zh-CN" sz="2400" dirty="0">
                <a:latin typeface="微软雅黑" panose="020B0503020204020204" pitchFamily="34" charset="-122"/>
                <a:ea typeface="微软雅黑" panose="020B0503020204020204" pitchFamily="34" charset="-122"/>
              </a:rPr>
              <a:t>;</a:t>
            </a:r>
          </a:p>
          <a:p>
            <a:pPr eaLnBrk="1" hangingPunct="1">
              <a:buFont typeface="Wingdings" panose="05000000000000000000" pitchFamily="2" charset="2"/>
              <a:buNone/>
            </a:pPr>
            <a:r>
              <a:rPr lang="en-US" altLang="zh-CN" sz="2400" dirty="0">
                <a:latin typeface="微软雅黑" panose="020B0503020204020204" pitchFamily="34" charset="-122"/>
                <a:ea typeface="微软雅黑" panose="020B0503020204020204" pitchFamily="34" charset="-122"/>
              </a:rPr>
              <a:t>	return 0;</a:t>
            </a:r>
          </a:p>
          <a:p>
            <a:pPr eaLnBrk="1" hangingPunct="1">
              <a:buFont typeface="Wingdings" panose="05000000000000000000" pitchFamily="2" charset="2"/>
              <a:buNone/>
            </a:pPr>
            <a:r>
              <a:rPr lang="en-US" altLang="zh-CN" sz="2400" dirty="0">
                <a:latin typeface="微软雅黑" panose="020B0503020204020204" pitchFamily="34" charset="-122"/>
                <a:ea typeface="微软雅黑" panose="020B0503020204020204" pitchFamily="34" charset="-122"/>
              </a:rPr>
              <a:t>}</a:t>
            </a:r>
            <a:endParaRPr lang="zh-CN" altLang="en-US" sz="2400" dirty="0">
              <a:latin typeface="微软雅黑" panose="020B0503020204020204" pitchFamily="34" charset="-122"/>
              <a:ea typeface="微软雅黑" panose="020B0503020204020204" pitchFamily="34" charset="-122"/>
            </a:endParaRPr>
          </a:p>
        </p:txBody>
      </p:sp>
      <p:sp>
        <p:nvSpPr>
          <p:cNvPr id="104454" name="Rectangle 5"/>
          <p:cNvSpPr txBox="1">
            <a:spLocks noChangeArrowheads="1"/>
          </p:cNvSpPr>
          <p:nvPr/>
        </p:nvSpPr>
        <p:spPr bwMode="auto">
          <a:xfrm>
            <a:off x="7626871" y="5301208"/>
            <a:ext cx="2143125" cy="928688"/>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marL="365125" indent="-255588" eaLnBrk="0" hangingPunct="0">
              <a:defRPr kumimoji="1" sz="2400">
                <a:solidFill>
                  <a:schemeClr val="tx1"/>
                </a:solidFill>
                <a:latin typeface="Times New Roman" panose="02020603050405020304" pitchFamily="18" charset="0"/>
                <a:ea typeface="隶书" panose="02010509060101010101" pitchFamily="49" charset="-122"/>
              </a:defRPr>
            </a:lvl1pPr>
            <a:lvl2pPr marL="742950" indent="-285750" eaLnBrk="0" hangingPunct="0">
              <a:defRPr kumimoji="1" sz="2400">
                <a:solidFill>
                  <a:schemeClr val="tx1"/>
                </a:solidFill>
                <a:latin typeface="Times New Roman" panose="02020603050405020304" pitchFamily="18" charset="0"/>
                <a:ea typeface="隶书" panose="02010509060101010101" pitchFamily="49" charset="-122"/>
              </a:defRPr>
            </a:lvl2pPr>
            <a:lvl3pPr marL="1143000" indent="-228600" eaLnBrk="0" hangingPunct="0">
              <a:defRPr kumimoji="1" sz="2400">
                <a:solidFill>
                  <a:schemeClr val="tx1"/>
                </a:solidFill>
                <a:latin typeface="Times New Roman" panose="02020603050405020304" pitchFamily="18" charset="0"/>
                <a:ea typeface="隶书" panose="02010509060101010101" pitchFamily="49" charset="-122"/>
              </a:defRPr>
            </a:lvl3pPr>
            <a:lvl4pPr marL="1600200" indent="-228600" eaLnBrk="0" hangingPunct="0">
              <a:defRPr kumimoji="1" sz="2400">
                <a:solidFill>
                  <a:schemeClr val="tx1"/>
                </a:solidFill>
                <a:latin typeface="Times New Roman" panose="02020603050405020304" pitchFamily="18" charset="0"/>
                <a:ea typeface="隶书" panose="02010509060101010101" pitchFamily="49" charset="-122"/>
              </a:defRPr>
            </a:lvl4pPr>
            <a:lvl5pPr marL="2057400" indent="-228600" eaLnBrk="0" hangingPunct="0">
              <a:defRPr kumimoji="1"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pPr eaLnBrk="1" hangingPunct="1">
              <a:spcBef>
                <a:spcPts val="300"/>
              </a:spcBef>
              <a:buClr>
                <a:srgbClr val="A04DA3"/>
              </a:buClr>
              <a:buFont typeface="Wingdings" panose="05000000000000000000" pitchFamily="2" charset="2"/>
              <a:buNone/>
            </a:pPr>
            <a:r>
              <a:rPr kumimoji="0" lang="zh-CN" altLang="en-US">
                <a:latin typeface="微软雅黑" panose="020B0503020204020204" pitchFamily="34" charset="-122"/>
                <a:ea typeface="微软雅黑" panose="020B0503020204020204" pitchFamily="34" charset="-122"/>
              </a:rPr>
              <a:t>运行结果：</a:t>
            </a:r>
          </a:p>
          <a:p>
            <a:pPr eaLnBrk="1" hangingPunct="1">
              <a:spcBef>
                <a:spcPts val="300"/>
              </a:spcBef>
              <a:buClr>
                <a:srgbClr val="A04DA3"/>
              </a:buClr>
              <a:buFont typeface="Wingdings" panose="05000000000000000000" pitchFamily="2" charset="2"/>
              <a:buNone/>
            </a:pPr>
            <a:r>
              <a:rPr kumimoji="0" lang="en-US" altLang="zh-CN">
                <a:latin typeface="微软雅黑" panose="020B0503020204020204" pitchFamily="34" charset="-122"/>
                <a:ea typeface="微软雅黑" panose="020B0503020204020204" pitchFamily="34" charset="-122"/>
              </a:rPr>
              <a:t>sum = 55</a:t>
            </a:r>
            <a:endParaRPr kumimoji="0" lang="en-US" altLang="zh-CN" sz="2800">
              <a:latin typeface="微软雅黑" panose="020B0503020204020204" pitchFamily="34" charset="-122"/>
              <a:ea typeface="微软雅黑" panose="020B0503020204020204" pitchFamily="34" charset="-122"/>
            </a:endParaRPr>
          </a:p>
        </p:txBody>
      </p:sp>
      <p:sp>
        <p:nvSpPr>
          <p:cNvPr id="7" name="Rectangle 3"/>
          <p:cNvSpPr txBox="1">
            <a:spLocks noChangeArrowheads="1"/>
          </p:cNvSpPr>
          <p:nvPr/>
        </p:nvSpPr>
        <p:spPr bwMode="auto">
          <a:xfrm>
            <a:off x="6457627" y="1781176"/>
            <a:ext cx="4997772" cy="855736"/>
          </a:xfrm>
          <a:prstGeom prst="rect">
            <a:avLst/>
          </a:prstGeom>
          <a:noFill/>
          <a:ln w="3175">
            <a:solidFill>
              <a:schemeClr val="tx1"/>
            </a:solidFill>
            <a:miter lim="800000"/>
            <a:headEnd/>
            <a:tailEnd/>
          </a:ln>
        </p:spPr>
        <p:txBody>
          <a:bodyPr/>
          <a:lstStyle/>
          <a:p>
            <a:pPr marL="109537">
              <a:spcBef>
                <a:spcPts val="300"/>
              </a:spcBef>
              <a:spcAft>
                <a:spcPts val="1200"/>
              </a:spcAft>
              <a:buClr>
                <a:srgbClr val="A04DA3"/>
              </a:buClr>
              <a:defRPr/>
            </a:pPr>
            <a:r>
              <a:rPr lang="zh-CN" altLang="en-US" sz="2000">
                <a:latin typeface="微软雅黑" pitchFamily="34" charset="-122"/>
                <a:ea typeface="微软雅黑" pitchFamily="34" charset="-122"/>
              </a:rPr>
              <a:t>分析</a:t>
            </a:r>
            <a:r>
              <a:rPr lang="zh-CN" altLang="en-US" sz="2000" dirty="0">
                <a:latin typeface="微软雅黑" pitchFamily="34" charset="-122"/>
                <a:ea typeface="微软雅黑" pitchFamily="34" charset="-122"/>
              </a:rPr>
              <a:t>：本题需要用累加算法，累加过程是一个循环过程，可以用</a:t>
            </a:r>
            <a:r>
              <a:rPr lang="en-US" altLang="zh-CN" sz="2000" dirty="0">
                <a:latin typeface="微软雅黑" pitchFamily="34" charset="-122"/>
                <a:ea typeface="微软雅黑" pitchFamily="34" charset="-122"/>
              </a:rPr>
              <a:t>while</a:t>
            </a:r>
            <a:r>
              <a:rPr lang="zh-CN" altLang="en-US" sz="2000" dirty="0">
                <a:latin typeface="微软雅黑" pitchFamily="34" charset="-122"/>
                <a:ea typeface="微软雅黑" pitchFamily="34" charset="-122"/>
              </a:rPr>
              <a:t>语句实现。</a:t>
            </a:r>
          </a:p>
        </p:txBody>
      </p:sp>
    </p:spTree>
    <p:extLst>
      <p:ext uri="{BB962C8B-B14F-4D97-AF65-F5344CB8AC3E}">
        <p14:creationId xmlns:p14="http://schemas.microsoft.com/office/powerpoint/2010/main" val="3126084357"/>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 calcmode="lin" valueType="num">
                                      <p:cBhvr additive="base">
                                        <p:cTn id="7" dur="1000" fill="hold"/>
                                        <p:tgtEl>
                                          <p:spTgt spid="7">
                                            <p:txEl>
                                              <p:pRg st="0" end="0"/>
                                            </p:txEl>
                                          </p:spTgt>
                                        </p:tgtEl>
                                        <p:attrNameLst>
                                          <p:attrName>ppt_x</p:attrName>
                                        </p:attrNameLst>
                                      </p:cBhvr>
                                      <p:tavLst>
                                        <p:tav tm="0">
                                          <p:val>
                                            <p:strVal val="0-#ppt_w/2"/>
                                          </p:val>
                                        </p:tav>
                                        <p:tav tm="100000">
                                          <p:val>
                                            <p:strVal val="#ppt_x"/>
                                          </p:val>
                                        </p:tav>
                                      </p:tavLst>
                                    </p:anim>
                                    <p:anim calcmode="lin" valueType="num">
                                      <p:cBhvr additive="base">
                                        <p:cTn id="8" dur="1000" fill="hold"/>
                                        <p:tgtEl>
                                          <p:spTgt spid="7">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标题 1"/>
          <p:cNvSpPr>
            <a:spLocks noGrp="1"/>
          </p:cNvSpPr>
          <p:nvPr>
            <p:ph type="title"/>
          </p:nvPr>
        </p:nvSpPr>
        <p:spPr>
          <a:xfrm>
            <a:off x="609600" y="1076325"/>
            <a:ext cx="10975975" cy="1066800"/>
          </a:xfrm>
        </p:spPr>
        <p:txBody>
          <a:bodyPr/>
          <a:lstStyle/>
          <a:p>
            <a:pPr eaLnBrk="1" hangingPunct="1">
              <a:defRPr/>
            </a:pPr>
            <a:r>
              <a:rPr lang="en-US" altLang="zh-CN">
                <a:solidFill>
                  <a:schemeClr val="accent5"/>
                </a:solidFill>
                <a:latin typeface="微软雅黑" pitchFamily="34" charset="-122"/>
                <a:ea typeface="微软雅黑" pitchFamily="34" charset="-122"/>
              </a:rPr>
              <a:t>while</a:t>
            </a:r>
            <a:r>
              <a:rPr lang="zh-CN" altLang="en-US">
                <a:solidFill>
                  <a:schemeClr val="accent5"/>
                </a:solidFill>
                <a:latin typeface="微软雅黑" pitchFamily="34" charset="-122"/>
                <a:ea typeface="微软雅黑" pitchFamily="34" charset="-122"/>
              </a:rPr>
              <a:t>语句的语法</a:t>
            </a:r>
            <a:endParaRPr lang="zh-CN" altLang="en-US" dirty="0">
              <a:solidFill>
                <a:schemeClr val="accent5"/>
              </a:solidFill>
              <a:latin typeface="微软雅黑" pitchFamily="34" charset="-122"/>
              <a:ea typeface="微软雅黑" pitchFamily="34" charset="-122"/>
            </a:endParaRPr>
          </a:p>
        </p:txBody>
      </p:sp>
      <p:sp>
        <p:nvSpPr>
          <p:cNvPr id="6" name="Rectangle 3"/>
          <p:cNvSpPr txBox="1">
            <a:spLocks noChangeArrowheads="1"/>
          </p:cNvSpPr>
          <p:nvPr/>
        </p:nvSpPr>
        <p:spPr bwMode="auto">
          <a:xfrm>
            <a:off x="571500" y="2143125"/>
            <a:ext cx="10671175" cy="228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65125" indent="-255588" eaLnBrk="0" hangingPunct="0">
              <a:defRPr kumimoji="1" sz="2400">
                <a:solidFill>
                  <a:schemeClr val="tx1"/>
                </a:solidFill>
                <a:latin typeface="Times New Roman" panose="02020603050405020304" pitchFamily="18" charset="0"/>
                <a:ea typeface="隶书" panose="02010509060101010101" pitchFamily="49" charset="-122"/>
              </a:defRPr>
            </a:lvl1pPr>
            <a:lvl2pPr marL="657225" indent="-246063" eaLnBrk="0" hangingPunct="0">
              <a:defRPr kumimoji="1" sz="2400">
                <a:solidFill>
                  <a:schemeClr val="tx1"/>
                </a:solidFill>
                <a:latin typeface="Times New Roman" panose="02020603050405020304" pitchFamily="18" charset="0"/>
                <a:ea typeface="隶书" panose="02010509060101010101" pitchFamily="49" charset="-122"/>
              </a:defRPr>
            </a:lvl2pPr>
            <a:lvl3pPr marL="1143000" indent="-228600" eaLnBrk="0" hangingPunct="0">
              <a:defRPr kumimoji="1" sz="2400">
                <a:solidFill>
                  <a:schemeClr val="tx1"/>
                </a:solidFill>
                <a:latin typeface="Times New Roman" panose="02020603050405020304" pitchFamily="18" charset="0"/>
                <a:ea typeface="隶书" panose="02010509060101010101" pitchFamily="49" charset="-122"/>
              </a:defRPr>
            </a:lvl3pPr>
            <a:lvl4pPr marL="1600200" indent="-228600" eaLnBrk="0" hangingPunct="0">
              <a:defRPr kumimoji="1" sz="2400">
                <a:solidFill>
                  <a:schemeClr val="tx1"/>
                </a:solidFill>
                <a:latin typeface="Times New Roman" panose="02020603050405020304" pitchFamily="18" charset="0"/>
                <a:ea typeface="隶书" panose="02010509060101010101" pitchFamily="49" charset="-122"/>
              </a:defRPr>
            </a:lvl4pPr>
            <a:lvl5pPr marL="2057400" indent="-228600" eaLnBrk="0" hangingPunct="0">
              <a:defRPr kumimoji="1"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pPr eaLnBrk="1" hangingPunct="1">
              <a:spcBef>
                <a:spcPts val="300"/>
              </a:spcBef>
              <a:buClr>
                <a:srgbClr val="A04DA3"/>
              </a:buClr>
              <a:buFont typeface="Georgia" panose="02040502050405020303" pitchFamily="18" charset="0"/>
              <a:buChar char="•"/>
            </a:pPr>
            <a:r>
              <a:rPr kumimoji="0" lang="zh-CN" altLang="en-US">
                <a:latin typeface="微软雅黑" panose="020B0503020204020204" pitchFamily="34" charset="-122"/>
                <a:ea typeface="微软雅黑" panose="020B0503020204020204" pitchFamily="34" charset="-122"/>
              </a:rPr>
              <a:t>形式</a:t>
            </a:r>
          </a:p>
          <a:p>
            <a:pPr lvl="1" eaLnBrk="1" hangingPunct="1">
              <a:spcBef>
                <a:spcPts val="300"/>
              </a:spcBef>
              <a:buClr>
                <a:schemeClr val="accent2"/>
              </a:buClr>
            </a:pPr>
            <a:r>
              <a:rPr kumimoji="0" lang="en-US" altLang="zh-CN">
                <a:solidFill>
                  <a:schemeClr val="accent1"/>
                </a:solidFill>
                <a:latin typeface="微软雅黑" panose="020B0503020204020204" pitchFamily="34" charset="-122"/>
                <a:ea typeface="微软雅黑" panose="020B0503020204020204" pitchFamily="34" charset="-122"/>
              </a:rPr>
              <a:t>while  (</a:t>
            </a:r>
            <a:r>
              <a:rPr kumimoji="0" lang="zh-CN" altLang="en-US">
                <a:solidFill>
                  <a:schemeClr val="accent1"/>
                </a:solidFill>
                <a:latin typeface="微软雅黑" panose="020B0503020204020204" pitchFamily="34" charset="-122"/>
                <a:ea typeface="微软雅黑" panose="020B0503020204020204" pitchFamily="34" charset="-122"/>
              </a:rPr>
              <a:t>表达式</a:t>
            </a:r>
            <a:r>
              <a:rPr kumimoji="0" lang="en-US" altLang="zh-CN">
                <a:solidFill>
                  <a:schemeClr val="accent1"/>
                </a:solidFill>
                <a:latin typeface="微软雅黑" panose="020B0503020204020204" pitchFamily="34" charset="-122"/>
                <a:ea typeface="微软雅黑" panose="020B0503020204020204" pitchFamily="34" charset="-122"/>
              </a:rPr>
              <a:t>)  </a:t>
            </a:r>
            <a:r>
              <a:rPr kumimoji="0" lang="zh-CN" altLang="en-US">
                <a:solidFill>
                  <a:schemeClr val="accent1"/>
                </a:solidFill>
                <a:latin typeface="微软雅黑" panose="020B0503020204020204" pitchFamily="34" charset="-122"/>
                <a:ea typeface="微软雅黑" panose="020B0503020204020204" pitchFamily="34" charset="-122"/>
              </a:rPr>
              <a:t>语句</a:t>
            </a:r>
            <a:br>
              <a:rPr kumimoji="0" lang="zh-CN" altLang="en-US">
                <a:solidFill>
                  <a:schemeClr val="accent1"/>
                </a:solidFill>
                <a:latin typeface="微软雅黑" panose="020B0503020204020204" pitchFamily="34" charset="-122"/>
                <a:ea typeface="微软雅黑" panose="020B0503020204020204" pitchFamily="34" charset="-122"/>
              </a:rPr>
            </a:br>
            <a:endParaRPr kumimoji="0" lang="zh-CN" altLang="en-US">
              <a:solidFill>
                <a:schemeClr val="accent1"/>
              </a:solidFill>
              <a:latin typeface="微软雅黑" panose="020B0503020204020204" pitchFamily="34" charset="-122"/>
              <a:ea typeface="微软雅黑" panose="020B0503020204020204" pitchFamily="34" charset="-122"/>
            </a:endParaRPr>
          </a:p>
        </p:txBody>
      </p:sp>
      <p:grpSp>
        <p:nvGrpSpPr>
          <p:cNvPr id="105477" name="Group 4"/>
          <p:cNvGrpSpPr>
            <a:grpSpLocks/>
          </p:cNvGrpSpPr>
          <p:nvPr/>
        </p:nvGrpSpPr>
        <p:grpSpPr bwMode="auto">
          <a:xfrm>
            <a:off x="3705016" y="2981326"/>
            <a:ext cx="3904904" cy="822807"/>
            <a:chOff x="3606" y="2058"/>
            <a:chExt cx="2661" cy="430"/>
          </a:xfrm>
        </p:grpSpPr>
        <p:sp>
          <p:nvSpPr>
            <p:cNvPr id="105479" name="Freeform 5"/>
            <p:cNvSpPr>
              <a:spLocks/>
            </p:cNvSpPr>
            <p:nvPr/>
          </p:nvSpPr>
          <p:spPr bwMode="auto">
            <a:xfrm>
              <a:off x="3606" y="2058"/>
              <a:ext cx="158" cy="149"/>
            </a:xfrm>
            <a:custGeom>
              <a:avLst/>
              <a:gdLst>
                <a:gd name="T0" fmla="*/ 0 w 193"/>
                <a:gd name="T1" fmla="*/ 0 h 145"/>
                <a:gd name="T2" fmla="*/ 0 w 193"/>
                <a:gd name="T3" fmla="*/ 216 h 145"/>
                <a:gd name="T4" fmla="*/ 9 w 193"/>
                <a:gd name="T5" fmla="*/ 216 h 145"/>
                <a:gd name="T6" fmla="*/ 0 60000 65536"/>
                <a:gd name="T7" fmla="*/ 0 60000 65536"/>
                <a:gd name="T8" fmla="*/ 0 60000 65536"/>
                <a:gd name="T9" fmla="*/ 0 w 193"/>
                <a:gd name="T10" fmla="*/ 0 h 145"/>
                <a:gd name="T11" fmla="*/ 193 w 193"/>
                <a:gd name="T12" fmla="*/ 145 h 145"/>
              </a:gdLst>
              <a:ahLst/>
              <a:cxnLst>
                <a:cxn ang="T6">
                  <a:pos x="T0" y="T1"/>
                </a:cxn>
                <a:cxn ang="T7">
                  <a:pos x="T2" y="T3"/>
                </a:cxn>
                <a:cxn ang="T8">
                  <a:pos x="T4" y="T5"/>
                </a:cxn>
              </a:cxnLst>
              <a:rect l="T9" t="T10" r="T11" b="T12"/>
              <a:pathLst>
                <a:path w="193" h="145">
                  <a:moveTo>
                    <a:pt x="0" y="0"/>
                  </a:moveTo>
                  <a:lnTo>
                    <a:pt x="0" y="144"/>
                  </a:lnTo>
                  <a:lnTo>
                    <a:pt x="192" y="144"/>
                  </a:lnTo>
                </a:path>
              </a:pathLst>
            </a:custGeom>
            <a:noFill/>
            <a:ln w="12699" cap="rnd">
              <a:solidFill>
                <a:schemeClr val="tx1"/>
              </a:solidFill>
              <a:round/>
              <a:headEnd type="stealth" w="med" len="lg"/>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sz="2800">
                <a:latin typeface="微软雅黑" panose="020B0503020204020204" pitchFamily="34" charset="-122"/>
                <a:ea typeface="微软雅黑" panose="020B0503020204020204" pitchFamily="34" charset="-122"/>
              </a:endParaRPr>
            </a:p>
          </p:txBody>
        </p:sp>
        <p:sp>
          <p:nvSpPr>
            <p:cNvPr id="105480" name="Text Box 6"/>
            <p:cNvSpPr txBox="1">
              <a:spLocks noChangeArrowheads="1"/>
            </p:cNvSpPr>
            <p:nvPr/>
          </p:nvSpPr>
          <p:spPr bwMode="auto">
            <a:xfrm>
              <a:off x="3819" y="2118"/>
              <a:ext cx="2448" cy="370"/>
            </a:xfrm>
            <a:prstGeom prst="rect">
              <a:avLst/>
            </a:prstGeom>
            <a:noFill/>
            <a:ln w="12699">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kumimoji="1" sz="2400">
                  <a:solidFill>
                    <a:schemeClr val="tx1"/>
                  </a:solidFill>
                  <a:latin typeface="Times New Roman" panose="02020603050405020304" pitchFamily="18" charset="0"/>
                  <a:ea typeface="隶书" panose="02010509060101010101" pitchFamily="49" charset="-122"/>
                </a:defRPr>
              </a:lvl1pPr>
              <a:lvl2pPr marL="742950" indent="-285750" eaLnBrk="0" hangingPunct="0">
                <a:defRPr kumimoji="1" sz="2400">
                  <a:solidFill>
                    <a:schemeClr val="tx1"/>
                  </a:solidFill>
                  <a:latin typeface="Times New Roman" panose="02020603050405020304" pitchFamily="18" charset="0"/>
                  <a:ea typeface="隶书" panose="02010509060101010101" pitchFamily="49" charset="-122"/>
                </a:defRPr>
              </a:lvl2pPr>
              <a:lvl3pPr marL="1143000" indent="-228600" eaLnBrk="0" hangingPunct="0">
                <a:defRPr kumimoji="1" sz="2400">
                  <a:solidFill>
                    <a:schemeClr val="tx1"/>
                  </a:solidFill>
                  <a:latin typeface="Times New Roman" panose="02020603050405020304" pitchFamily="18" charset="0"/>
                  <a:ea typeface="隶书" panose="02010509060101010101" pitchFamily="49" charset="-122"/>
                </a:defRPr>
              </a:lvl3pPr>
              <a:lvl4pPr marL="1600200" indent="-228600" eaLnBrk="0" hangingPunct="0">
                <a:defRPr kumimoji="1" sz="2400">
                  <a:solidFill>
                    <a:schemeClr val="tx1"/>
                  </a:solidFill>
                  <a:latin typeface="Times New Roman" panose="02020603050405020304" pitchFamily="18" charset="0"/>
                  <a:ea typeface="隶书" panose="02010509060101010101" pitchFamily="49" charset="-122"/>
                </a:defRPr>
              </a:lvl4pPr>
              <a:lvl5pPr marL="2057400" indent="-228600" eaLnBrk="0" hangingPunct="0">
                <a:defRPr kumimoji="1"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pPr>
                <a:spcBef>
                  <a:spcPct val="50000"/>
                </a:spcBef>
              </a:pPr>
              <a:r>
                <a:rPr lang="zh-CN" altLang="en-US" sz="2000">
                  <a:latin typeface="微软雅黑" panose="020B0503020204020204" pitchFamily="34" charset="-122"/>
                  <a:ea typeface="微软雅黑" panose="020B0503020204020204" pitchFamily="34" charset="-122"/>
                </a:rPr>
                <a:t>可以是复合语句，其中必须含有改变条件表达式值的语句。</a:t>
              </a:r>
            </a:p>
          </p:txBody>
        </p:sp>
      </p:grpSp>
      <p:sp>
        <p:nvSpPr>
          <p:cNvPr id="10" name="Rectangle 7"/>
          <p:cNvSpPr>
            <a:spLocks noChangeArrowheads="1"/>
          </p:cNvSpPr>
          <p:nvPr/>
        </p:nvSpPr>
        <p:spPr bwMode="auto">
          <a:xfrm>
            <a:off x="570011" y="4245745"/>
            <a:ext cx="9655175" cy="144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marL="365125" indent="-255588" eaLnBrk="0" hangingPunct="0">
              <a:defRPr kumimoji="1" sz="2400">
                <a:solidFill>
                  <a:schemeClr val="tx1"/>
                </a:solidFill>
                <a:latin typeface="Times New Roman" panose="02020603050405020304" pitchFamily="18" charset="0"/>
                <a:ea typeface="隶书" panose="02010509060101010101" pitchFamily="49" charset="-122"/>
              </a:defRPr>
            </a:lvl1pPr>
            <a:lvl2pPr marL="742950" indent="-285750" eaLnBrk="0" hangingPunct="0">
              <a:defRPr kumimoji="1" sz="2400">
                <a:solidFill>
                  <a:schemeClr val="tx1"/>
                </a:solidFill>
                <a:latin typeface="Times New Roman" panose="02020603050405020304" pitchFamily="18" charset="0"/>
                <a:ea typeface="隶书" panose="02010509060101010101" pitchFamily="49" charset="-122"/>
              </a:defRPr>
            </a:lvl2pPr>
            <a:lvl3pPr marL="1143000" indent="-228600" eaLnBrk="0" hangingPunct="0">
              <a:defRPr kumimoji="1" sz="2400">
                <a:solidFill>
                  <a:schemeClr val="tx1"/>
                </a:solidFill>
                <a:latin typeface="Times New Roman" panose="02020603050405020304" pitchFamily="18" charset="0"/>
                <a:ea typeface="隶书" panose="02010509060101010101" pitchFamily="49" charset="-122"/>
              </a:defRPr>
            </a:lvl3pPr>
            <a:lvl4pPr marL="1600200" indent="-228600" eaLnBrk="0" hangingPunct="0">
              <a:defRPr kumimoji="1" sz="2400">
                <a:solidFill>
                  <a:schemeClr val="tx1"/>
                </a:solidFill>
                <a:latin typeface="Times New Roman" panose="02020603050405020304" pitchFamily="18" charset="0"/>
                <a:ea typeface="隶书" panose="02010509060101010101" pitchFamily="49" charset="-122"/>
              </a:defRPr>
            </a:lvl4pPr>
            <a:lvl5pPr marL="2057400" indent="-228600" eaLnBrk="0" hangingPunct="0">
              <a:defRPr kumimoji="1"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pPr eaLnBrk="1" hangingPunct="1">
              <a:spcBef>
                <a:spcPts val="300"/>
              </a:spcBef>
              <a:buClr>
                <a:srgbClr val="A04DA3"/>
              </a:buClr>
              <a:buFont typeface="Georgia" panose="02040502050405020303" pitchFamily="18" charset="0"/>
              <a:buChar char="•"/>
            </a:pPr>
            <a:r>
              <a:rPr kumimoji="0" lang="zh-CN" altLang="en-US">
                <a:latin typeface="微软雅黑" panose="020B0503020204020204" pitchFamily="34" charset="-122"/>
                <a:ea typeface="微软雅黑" panose="020B0503020204020204" pitchFamily="34" charset="-122"/>
              </a:rPr>
              <a:t>执行顺序</a:t>
            </a:r>
          </a:p>
          <a:p>
            <a:pPr eaLnBrk="1" hangingPunct="1">
              <a:spcBef>
                <a:spcPts val="300"/>
              </a:spcBef>
              <a:buClr>
                <a:srgbClr val="A04DA3"/>
              </a:buClr>
            </a:pPr>
            <a:r>
              <a:rPr kumimoji="0" lang="zh-CN" altLang="en-US">
                <a:solidFill>
                  <a:schemeClr val="accent1"/>
                </a:solidFill>
                <a:latin typeface="微软雅黑" panose="020B0503020204020204" pitchFamily="34" charset="-122"/>
                <a:ea typeface="微软雅黑" panose="020B0503020204020204" pitchFamily="34" charset="-122"/>
              </a:rPr>
              <a:t>  先判断表达式的值，若为 </a:t>
            </a:r>
            <a:r>
              <a:rPr kumimoji="0" lang="en-US" altLang="zh-CN">
                <a:solidFill>
                  <a:schemeClr val="accent1"/>
                </a:solidFill>
                <a:latin typeface="微软雅黑" panose="020B0503020204020204" pitchFamily="34" charset="-122"/>
                <a:ea typeface="微软雅黑" panose="020B0503020204020204" pitchFamily="34" charset="-122"/>
              </a:rPr>
              <a:t>true </a:t>
            </a:r>
            <a:r>
              <a:rPr kumimoji="0" lang="zh-CN" altLang="en-US">
                <a:solidFill>
                  <a:schemeClr val="accent1"/>
                </a:solidFill>
                <a:latin typeface="微软雅黑" panose="020B0503020204020204" pitchFamily="34" charset="-122"/>
                <a:ea typeface="微软雅黑" panose="020B0503020204020204" pitchFamily="34" charset="-122"/>
              </a:rPr>
              <a:t>时，执行语句。</a:t>
            </a:r>
          </a:p>
        </p:txBody>
      </p:sp>
      <p:sp>
        <p:nvSpPr>
          <p:cNvPr id="2" name="灯片编号占位符 1"/>
          <p:cNvSpPr>
            <a:spLocks noGrp="1"/>
          </p:cNvSpPr>
          <p:nvPr>
            <p:ph type="sldNum" sz="quarter" idx="4"/>
          </p:nvPr>
        </p:nvSpPr>
        <p:spPr/>
        <p:txBody>
          <a:bodyPr/>
          <a:lstStyle/>
          <a:p>
            <a:fld id="{B4B29FD1-946C-40F0-B4AF-B43D585A2146}" type="slidenum">
              <a:rPr lang="zh-CN" altLang="en-US" smtClean="0"/>
              <a:pPr/>
              <a:t>56</a:t>
            </a:fld>
            <a:endParaRPr lang="zh-CN" altLang="en-US"/>
          </a:p>
        </p:txBody>
      </p:sp>
    </p:spTree>
    <p:extLst>
      <p:ext uri="{BB962C8B-B14F-4D97-AF65-F5344CB8AC3E}">
        <p14:creationId xmlns:p14="http://schemas.microsoft.com/office/powerpoint/2010/main" val="877424569"/>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1000" fill="hold"/>
                                        <p:tgtEl>
                                          <p:spTgt spid="6"/>
                                        </p:tgtEl>
                                        <p:attrNameLst>
                                          <p:attrName>ppt_x</p:attrName>
                                        </p:attrNameLst>
                                      </p:cBhvr>
                                      <p:tavLst>
                                        <p:tav tm="0">
                                          <p:val>
                                            <p:strVal val="0-#ppt_w/2"/>
                                          </p:val>
                                        </p:tav>
                                        <p:tav tm="100000">
                                          <p:val>
                                            <p:strVal val="#ppt_x"/>
                                          </p:val>
                                        </p:tav>
                                      </p:tavLst>
                                    </p:anim>
                                    <p:anim calcmode="lin" valueType="num">
                                      <p:cBhvr additive="base">
                                        <p:cTn id="8" dur="1000" fill="hold"/>
                                        <p:tgtEl>
                                          <p:spTgt spid="6"/>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0"/>
                                        </p:tgtEl>
                                        <p:attrNameLst>
                                          <p:attrName>style.visibility</p:attrName>
                                        </p:attrNameLst>
                                      </p:cBhvr>
                                      <p:to>
                                        <p:strVal val="visible"/>
                                      </p:to>
                                    </p:set>
                                    <p:anim calcmode="lin" valueType="num">
                                      <p:cBhvr additive="base">
                                        <p:cTn id="13" dur="1000" fill="hold"/>
                                        <p:tgtEl>
                                          <p:spTgt spid="10"/>
                                        </p:tgtEl>
                                        <p:attrNameLst>
                                          <p:attrName>ppt_x</p:attrName>
                                        </p:attrNameLst>
                                      </p:cBhvr>
                                      <p:tavLst>
                                        <p:tav tm="0">
                                          <p:val>
                                            <p:strVal val="0-#ppt_w/2"/>
                                          </p:val>
                                        </p:tav>
                                        <p:tav tm="100000">
                                          <p:val>
                                            <p:strVal val="#ppt_x"/>
                                          </p:val>
                                        </p:tav>
                                      </p:tavLst>
                                    </p:anim>
                                    <p:anim calcmode="lin" valueType="num">
                                      <p:cBhvr additive="base">
                                        <p:cTn id="14" dur="1000" fill="hold"/>
                                        <p:tgtEl>
                                          <p:spTgt spid="1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10"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标题 1"/>
          <p:cNvSpPr>
            <a:spLocks noGrp="1"/>
          </p:cNvSpPr>
          <p:nvPr>
            <p:ph type="title"/>
          </p:nvPr>
        </p:nvSpPr>
        <p:spPr/>
        <p:txBody>
          <a:bodyPr/>
          <a:lstStyle/>
          <a:p>
            <a:pPr eaLnBrk="1" hangingPunct="1">
              <a:defRPr/>
            </a:pPr>
            <a:r>
              <a:rPr lang="zh-CN" altLang="en-US" sz="3200">
                <a:solidFill>
                  <a:srgbClr val="002060"/>
                </a:solidFill>
                <a:latin typeface="微软雅黑" pitchFamily="34" charset="-122"/>
                <a:ea typeface="微软雅黑" pitchFamily="34" charset="-122"/>
              </a:rPr>
              <a:t>例</a:t>
            </a:r>
            <a:r>
              <a:rPr lang="en-US" altLang="zh-CN" sz="3200">
                <a:solidFill>
                  <a:srgbClr val="002060"/>
                </a:solidFill>
                <a:latin typeface="微软雅黑" pitchFamily="34" charset="-122"/>
                <a:ea typeface="微软雅黑" pitchFamily="34" charset="-122"/>
              </a:rPr>
              <a:t>2_6</a:t>
            </a:r>
            <a:r>
              <a:rPr lang="zh-CN" altLang="en-US" sz="3200">
                <a:solidFill>
                  <a:srgbClr val="002060"/>
                </a:solidFill>
                <a:latin typeface="微软雅黑" pitchFamily="34" charset="-122"/>
                <a:ea typeface="微软雅黑" pitchFamily="34" charset="-122"/>
              </a:rPr>
              <a:t>：输入一个整数，将各位数字翻转后输出</a:t>
            </a:r>
            <a:endParaRPr lang="zh-CN" altLang="en-US" sz="3200" dirty="0">
              <a:solidFill>
                <a:srgbClr val="002060"/>
              </a:solidFill>
              <a:latin typeface="微软雅黑" pitchFamily="34" charset="-122"/>
              <a:ea typeface="微软雅黑" pitchFamily="34" charset="-122"/>
            </a:endParaRPr>
          </a:p>
        </p:txBody>
      </p:sp>
      <p:sp>
        <p:nvSpPr>
          <p:cNvPr id="106501" name="内容占位符 11"/>
          <p:cNvSpPr>
            <a:spLocks noGrp="1"/>
          </p:cNvSpPr>
          <p:nvPr>
            <p:ph idx="1"/>
          </p:nvPr>
        </p:nvSpPr>
        <p:spPr>
          <a:xfrm>
            <a:off x="2425179" y="1196752"/>
            <a:ext cx="9160396" cy="5377086"/>
          </a:xfrm>
        </p:spPr>
        <p:txBody>
          <a:bodyPr/>
          <a:lstStyle/>
          <a:p>
            <a:pPr eaLnBrk="1" hangingPunct="1">
              <a:spcBef>
                <a:spcPct val="0"/>
              </a:spcBef>
              <a:buFont typeface="Wingdings" panose="05000000000000000000" pitchFamily="2" charset="2"/>
              <a:buNone/>
            </a:pPr>
            <a:r>
              <a:rPr lang="en-US" altLang="zh-CN" sz="2200" noProof="1">
                <a:latin typeface="微软雅黑" panose="020B0503020204020204" pitchFamily="34" charset="-122"/>
                <a:ea typeface="微软雅黑" panose="020B0503020204020204" pitchFamily="34" charset="-122"/>
              </a:rPr>
              <a:t>//2_6.cpp</a:t>
            </a:r>
          </a:p>
          <a:p>
            <a:pPr eaLnBrk="1" hangingPunct="1">
              <a:spcBef>
                <a:spcPct val="0"/>
              </a:spcBef>
              <a:buFont typeface="Wingdings" panose="05000000000000000000" pitchFamily="2" charset="2"/>
              <a:buNone/>
            </a:pPr>
            <a:r>
              <a:rPr lang="zh-CN" altLang="en-US" sz="2200" noProof="1">
                <a:latin typeface="微软雅黑" panose="020B0503020204020204" pitchFamily="34" charset="-122"/>
                <a:ea typeface="微软雅黑" panose="020B0503020204020204" pitchFamily="34" charset="-122"/>
              </a:rPr>
              <a:t>#</a:t>
            </a:r>
            <a:r>
              <a:rPr lang="en-US" altLang="zh-CN" sz="2200" noProof="1">
                <a:latin typeface="微软雅黑" panose="020B0503020204020204" pitchFamily="34" charset="-122"/>
                <a:ea typeface="微软雅黑" panose="020B0503020204020204" pitchFamily="34" charset="-122"/>
              </a:rPr>
              <a:t>include &lt;iostream&gt;</a:t>
            </a:r>
            <a:endParaRPr lang="en-US" altLang="zh-CN" sz="2200" dirty="0">
              <a:latin typeface="微软雅黑" panose="020B0503020204020204" pitchFamily="34" charset="-122"/>
              <a:ea typeface="微软雅黑" panose="020B0503020204020204" pitchFamily="34" charset="-122"/>
            </a:endParaRPr>
          </a:p>
          <a:p>
            <a:pPr eaLnBrk="1" hangingPunct="1">
              <a:spcBef>
                <a:spcPct val="0"/>
              </a:spcBef>
              <a:buFont typeface="Wingdings" panose="05000000000000000000" pitchFamily="2" charset="2"/>
              <a:buNone/>
            </a:pPr>
            <a:r>
              <a:rPr lang="en-US" altLang="zh-CN" sz="2200" noProof="1">
                <a:latin typeface="微软雅黑" panose="020B0503020204020204" pitchFamily="34" charset="-122"/>
                <a:ea typeface="微软雅黑" panose="020B0503020204020204" pitchFamily="34" charset="-122"/>
              </a:rPr>
              <a:t>using namespace std;</a:t>
            </a:r>
          </a:p>
          <a:p>
            <a:pPr eaLnBrk="1" hangingPunct="1">
              <a:spcBef>
                <a:spcPct val="0"/>
              </a:spcBef>
              <a:buFont typeface="Wingdings" panose="05000000000000000000" pitchFamily="2" charset="2"/>
              <a:buNone/>
            </a:pPr>
            <a:r>
              <a:rPr lang="en-US" altLang="zh-CN" sz="2200" noProof="1">
                <a:latin typeface="微软雅黑" panose="020B0503020204020204" pitchFamily="34" charset="-122"/>
                <a:ea typeface="微软雅黑" panose="020B0503020204020204" pitchFamily="34" charset="-122"/>
              </a:rPr>
              <a:t>int main()</a:t>
            </a:r>
            <a:r>
              <a:rPr lang="en-US" altLang="zh-CN" sz="2200" dirty="0">
                <a:latin typeface="微软雅黑" panose="020B0503020204020204" pitchFamily="34" charset="-122"/>
                <a:ea typeface="微软雅黑" panose="020B0503020204020204" pitchFamily="34" charset="-122"/>
              </a:rPr>
              <a:t> </a:t>
            </a:r>
            <a:r>
              <a:rPr lang="en-US" altLang="zh-CN" sz="2200" noProof="1">
                <a:latin typeface="微软雅黑" panose="020B0503020204020204" pitchFamily="34" charset="-122"/>
                <a:ea typeface="微软雅黑" panose="020B0503020204020204" pitchFamily="34" charset="-122"/>
              </a:rPr>
              <a:t>{</a:t>
            </a:r>
          </a:p>
          <a:p>
            <a:pPr eaLnBrk="1" hangingPunct="1">
              <a:spcBef>
                <a:spcPct val="0"/>
              </a:spcBef>
              <a:buFont typeface="Wingdings" panose="05000000000000000000" pitchFamily="2" charset="2"/>
              <a:buNone/>
            </a:pPr>
            <a:r>
              <a:rPr lang="en-US" altLang="zh-CN" sz="2200" noProof="1">
                <a:latin typeface="微软雅黑" panose="020B0503020204020204" pitchFamily="34" charset="-122"/>
                <a:ea typeface="微软雅黑" panose="020B0503020204020204" pitchFamily="34" charset="-122"/>
              </a:rPr>
              <a:t>	int n, right_digit; </a:t>
            </a:r>
          </a:p>
          <a:p>
            <a:pPr eaLnBrk="1" hangingPunct="1">
              <a:spcBef>
                <a:spcPct val="0"/>
              </a:spcBef>
              <a:buFont typeface="Wingdings" panose="05000000000000000000" pitchFamily="2" charset="2"/>
              <a:buNone/>
            </a:pPr>
            <a:r>
              <a:rPr lang="en-US" altLang="zh-CN" sz="2200" noProof="1">
                <a:latin typeface="微软雅黑" panose="020B0503020204020204" pitchFamily="34" charset="-122"/>
                <a:ea typeface="微软雅黑" panose="020B0503020204020204" pitchFamily="34" charset="-122"/>
              </a:rPr>
              <a:t>	cout &lt;&lt; "Enter the number: ";</a:t>
            </a:r>
          </a:p>
          <a:p>
            <a:pPr eaLnBrk="1" hangingPunct="1">
              <a:spcBef>
                <a:spcPct val="0"/>
              </a:spcBef>
              <a:buFont typeface="Wingdings" panose="05000000000000000000" pitchFamily="2" charset="2"/>
              <a:buNone/>
            </a:pPr>
            <a:r>
              <a:rPr lang="en-US" altLang="zh-CN" sz="2200" noProof="1">
                <a:latin typeface="微软雅黑" panose="020B0503020204020204" pitchFamily="34" charset="-122"/>
                <a:ea typeface="微软雅黑" panose="020B0503020204020204" pitchFamily="34" charset="-122"/>
              </a:rPr>
              <a:t>	cin &gt;&gt; n;</a:t>
            </a:r>
          </a:p>
          <a:p>
            <a:pPr eaLnBrk="1" hangingPunct="1">
              <a:spcBef>
                <a:spcPct val="0"/>
              </a:spcBef>
              <a:buFont typeface="Wingdings" panose="05000000000000000000" pitchFamily="2" charset="2"/>
              <a:buNone/>
            </a:pPr>
            <a:r>
              <a:rPr lang="en-US" altLang="zh-CN" sz="2200" noProof="1">
                <a:latin typeface="微软雅黑" panose="020B0503020204020204" pitchFamily="34" charset="-122"/>
                <a:ea typeface="微软雅黑" panose="020B0503020204020204" pitchFamily="34" charset="-122"/>
              </a:rPr>
              <a:t>	cout &lt;&lt; "The number in reverse order is  ";</a:t>
            </a:r>
          </a:p>
          <a:p>
            <a:pPr eaLnBrk="1" hangingPunct="1">
              <a:spcBef>
                <a:spcPct val="0"/>
              </a:spcBef>
              <a:buFont typeface="Wingdings" panose="05000000000000000000" pitchFamily="2" charset="2"/>
              <a:buNone/>
            </a:pPr>
            <a:r>
              <a:rPr lang="en-US" altLang="zh-CN" sz="2200" noProof="1">
                <a:latin typeface="微软雅黑" panose="020B0503020204020204" pitchFamily="34" charset="-122"/>
                <a:ea typeface="微软雅黑" panose="020B0503020204020204" pitchFamily="34" charset="-122"/>
              </a:rPr>
              <a:t>	</a:t>
            </a:r>
            <a:r>
              <a:rPr lang="en-US" altLang="zh-CN" sz="2200" noProof="1">
                <a:solidFill>
                  <a:schemeClr val="tx2"/>
                </a:solidFill>
                <a:latin typeface="微软雅黑" panose="020B0503020204020204" pitchFamily="34" charset="-122"/>
                <a:ea typeface="微软雅黑" panose="020B0503020204020204" pitchFamily="34" charset="-122"/>
              </a:rPr>
              <a:t>do</a:t>
            </a:r>
            <a:r>
              <a:rPr lang="en-US" altLang="zh-CN" sz="2200" dirty="0">
                <a:solidFill>
                  <a:schemeClr val="tx2"/>
                </a:solidFill>
                <a:latin typeface="微软雅黑" panose="020B0503020204020204" pitchFamily="34" charset="-122"/>
                <a:ea typeface="微软雅黑" panose="020B0503020204020204" pitchFamily="34" charset="-122"/>
              </a:rPr>
              <a:t> </a:t>
            </a:r>
            <a:r>
              <a:rPr lang="en-US" altLang="zh-CN" sz="2200" noProof="1">
                <a:solidFill>
                  <a:schemeClr val="tx2"/>
                </a:solidFill>
                <a:latin typeface="微软雅黑" panose="020B0503020204020204" pitchFamily="34" charset="-122"/>
                <a:ea typeface="微软雅黑" panose="020B0503020204020204" pitchFamily="34" charset="-122"/>
              </a:rPr>
              <a:t>{</a:t>
            </a:r>
          </a:p>
          <a:p>
            <a:pPr eaLnBrk="1" hangingPunct="1">
              <a:spcBef>
                <a:spcPct val="0"/>
              </a:spcBef>
              <a:buFont typeface="Wingdings" panose="05000000000000000000" pitchFamily="2" charset="2"/>
              <a:buNone/>
            </a:pPr>
            <a:r>
              <a:rPr lang="en-US" altLang="zh-CN" sz="2200" noProof="1">
                <a:latin typeface="微软雅黑" panose="020B0503020204020204" pitchFamily="34" charset="-122"/>
                <a:ea typeface="微软雅黑" panose="020B0503020204020204" pitchFamily="34" charset="-122"/>
              </a:rPr>
              <a:t>		right_digit = n % 10;</a:t>
            </a:r>
          </a:p>
          <a:p>
            <a:pPr eaLnBrk="1" hangingPunct="1">
              <a:spcBef>
                <a:spcPct val="0"/>
              </a:spcBef>
              <a:buFont typeface="Wingdings" panose="05000000000000000000" pitchFamily="2" charset="2"/>
              <a:buNone/>
            </a:pPr>
            <a:r>
              <a:rPr lang="en-US" altLang="zh-CN" sz="2200" noProof="1">
                <a:latin typeface="微软雅黑" panose="020B0503020204020204" pitchFamily="34" charset="-122"/>
                <a:ea typeface="微软雅黑" panose="020B0503020204020204" pitchFamily="34" charset="-122"/>
              </a:rPr>
              <a:t>		cout &lt;&lt; right_digit;</a:t>
            </a:r>
          </a:p>
          <a:p>
            <a:pPr eaLnBrk="1" hangingPunct="1">
              <a:spcBef>
                <a:spcPct val="0"/>
              </a:spcBef>
              <a:buFont typeface="Wingdings" panose="05000000000000000000" pitchFamily="2" charset="2"/>
              <a:buNone/>
            </a:pPr>
            <a:r>
              <a:rPr lang="en-US" altLang="zh-CN" sz="2200" noProof="1">
                <a:latin typeface="微软雅黑" panose="020B0503020204020204" pitchFamily="34" charset="-122"/>
                <a:ea typeface="微软雅黑" panose="020B0503020204020204" pitchFamily="34" charset="-122"/>
              </a:rPr>
              <a:t>		n /= 10;</a:t>
            </a:r>
            <a:r>
              <a:rPr lang="en-US" altLang="zh-CN" sz="2200" dirty="0">
                <a:latin typeface="微软雅黑" panose="020B0503020204020204" pitchFamily="34" charset="-122"/>
                <a:ea typeface="微软雅黑" panose="020B0503020204020204" pitchFamily="34" charset="-122"/>
              </a:rPr>
              <a:t>  </a:t>
            </a:r>
            <a:r>
              <a:rPr lang="en-US" altLang="zh-CN" sz="2200" dirty="0">
                <a:solidFill>
                  <a:srgbClr val="C00000"/>
                </a:solidFill>
                <a:latin typeface="微软雅黑" panose="020B0503020204020204" pitchFamily="34" charset="-122"/>
                <a:ea typeface="微软雅黑" panose="020B0503020204020204" pitchFamily="34" charset="-122"/>
              </a:rPr>
              <a:t>//</a:t>
            </a:r>
            <a:r>
              <a:rPr lang="zh-CN" altLang="en-US" sz="2200" dirty="0">
                <a:solidFill>
                  <a:srgbClr val="C00000"/>
                </a:solidFill>
                <a:latin typeface="微软雅黑" panose="020B0503020204020204" pitchFamily="34" charset="-122"/>
                <a:ea typeface="微软雅黑" panose="020B0503020204020204" pitchFamily="34" charset="-122"/>
              </a:rPr>
              <a:t>相当于</a:t>
            </a:r>
            <a:r>
              <a:rPr lang="en-US" altLang="zh-CN" sz="2200" dirty="0">
                <a:solidFill>
                  <a:srgbClr val="C00000"/>
                </a:solidFill>
                <a:latin typeface="微软雅黑" panose="020B0503020204020204" pitchFamily="34" charset="-122"/>
                <a:ea typeface="微软雅黑" panose="020B0503020204020204" pitchFamily="34" charset="-122"/>
              </a:rPr>
              <a:t>n=n/10</a:t>
            </a:r>
            <a:endParaRPr lang="en-US" altLang="zh-CN" sz="2200" noProof="1">
              <a:solidFill>
                <a:srgbClr val="C00000"/>
              </a:solidFill>
              <a:latin typeface="微软雅黑" panose="020B0503020204020204" pitchFamily="34" charset="-122"/>
              <a:ea typeface="微软雅黑" panose="020B0503020204020204" pitchFamily="34" charset="-122"/>
            </a:endParaRPr>
          </a:p>
          <a:p>
            <a:pPr eaLnBrk="1" hangingPunct="1">
              <a:spcBef>
                <a:spcPct val="0"/>
              </a:spcBef>
              <a:buFont typeface="Wingdings" panose="05000000000000000000" pitchFamily="2" charset="2"/>
              <a:buNone/>
            </a:pPr>
            <a:r>
              <a:rPr lang="en-US" altLang="zh-CN" sz="2200" noProof="1">
                <a:latin typeface="微软雅黑" panose="020B0503020204020204" pitchFamily="34" charset="-122"/>
                <a:ea typeface="微软雅黑" panose="020B0503020204020204" pitchFamily="34" charset="-122"/>
              </a:rPr>
              <a:t>	</a:t>
            </a:r>
            <a:r>
              <a:rPr lang="en-US" altLang="zh-CN" sz="2200" noProof="1">
                <a:solidFill>
                  <a:schemeClr val="tx2"/>
                </a:solidFill>
                <a:latin typeface="微软雅黑" panose="020B0503020204020204" pitchFamily="34" charset="-122"/>
                <a:ea typeface="微软雅黑" panose="020B0503020204020204" pitchFamily="34" charset="-122"/>
              </a:rPr>
              <a:t>} while (n != 0)</a:t>
            </a:r>
            <a:r>
              <a:rPr lang="en-US" altLang="zh-CN" sz="2200" noProof="1">
                <a:latin typeface="微软雅黑" panose="020B0503020204020204" pitchFamily="34" charset="-122"/>
                <a:ea typeface="微软雅黑" panose="020B0503020204020204" pitchFamily="34" charset="-122"/>
              </a:rPr>
              <a:t>;</a:t>
            </a:r>
          </a:p>
          <a:p>
            <a:pPr eaLnBrk="1" hangingPunct="1">
              <a:spcBef>
                <a:spcPct val="0"/>
              </a:spcBef>
              <a:buFont typeface="Wingdings" panose="05000000000000000000" pitchFamily="2" charset="2"/>
              <a:buNone/>
            </a:pPr>
            <a:r>
              <a:rPr lang="en-US" altLang="zh-CN" sz="2200" dirty="0">
                <a:latin typeface="微软雅黑" panose="020B0503020204020204" pitchFamily="34" charset="-122"/>
                <a:ea typeface="微软雅黑" panose="020B0503020204020204" pitchFamily="34" charset="-122"/>
              </a:rPr>
              <a:t>          </a:t>
            </a:r>
            <a:r>
              <a:rPr lang="en-US" altLang="zh-CN" sz="2200" dirty="0" err="1">
                <a:latin typeface="微软雅黑" panose="020B0503020204020204" pitchFamily="34" charset="-122"/>
                <a:ea typeface="微软雅黑" panose="020B0503020204020204" pitchFamily="34" charset="-122"/>
              </a:rPr>
              <a:t>cout</a:t>
            </a:r>
            <a:r>
              <a:rPr lang="en-US" altLang="zh-CN" sz="2200" dirty="0">
                <a:latin typeface="微软雅黑" panose="020B0503020204020204" pitchFamily="34" charset="-122"/>
                <a:ea typeface="微软雅黑" panose="020B0503020204020204" pitchFamily="34" charset="-122"/>
              </a:rPr>
              <a:t> &lt;&lt; </a:t>
            </a:r>
            <a:r>
              <a:rPr lang="en-US" altLang="zh-CN" sz="2200" dirty="0" err="1">
                <a:latin typeface="微软雅黑" panose="020B0503020204020204" pitchFamily="34" charset="-122"/>
                <a:ea typeface="微软雅黑" panose="020B0503020204020204" pitchFamily="34" charset="-122"/>
              </a:rPr>
              <a:t>endl</a:t>
            </a:r>
            <a:r>
              <a:rPr lang="en-US" altLang="zh-CN" sz="2200" dirty="0">
                <a:latin typeface="微软雅黑" panose="020B0503020204020204" pitchFamily="34" charset="-122"/>
                <a:ea typeface="微软雅黑" panose="020B0503020204020204" pitchFamily="34" charset="-122"/>
              </a:rPr>
              <a:t>;</a:t>
            </a:r>
          </a:p>
          <a:p>
            <a:pPr eaLnBrk="1" hangingPunct="1">
              <a:spcBef>
                <a:spcPct val="0"/>
              </a:spcBef>
              <a:buFont typeface="Wingdings" panose="05000000000000000000" pitchFamily="2" charset="2"/>
              <a:buNone/>
            </a:pPr>
            <a:r>
              <a:rPr lang="en-US" altLang="zh-CN" sz="2200" dirty="0">
                <a:latin typeface="微软雅黑" panose="020B0503020204020204" pitchFamily="34" charset="-122"/>
                <a:ea typeface="微软雅黑" panose="020B0503020204020204" pitchFamily="34" charset="-122"/>
              </a:rPr>
              <a:t>	return 0;</a:t>
            </a:r>
            <a:endParaRPr lang="en-US" altLang="zh-CN" sz="2200" noProof="1">
              <a:latin typeface="微软雅黑" panose="020B0503020204020204" pitchFamily="34" charset="-122"/>
              <a:ea typeface="微软雅黑" panose="020B0503020204020204" pitchFamily="34" charset="-122"/>
            </a:endParaRPr>
          </a:p>
          <a:p>
            <a:pPr eaLnBrk="1" hangingPunct="1">
              <a:spcBef>
                <a:spcPct val="0"/>
              </a:spcBef>
              <a:buFont typeface="Wingdings" panose="05000000000000000000" pitchFamily="2" charset="2"/>
              <a:buNone/>
            </a:pPr>
            <a:r>
              <a:rPr lang="en-US" altLang="zh-CN" sz="2200" noProof="1">
                <a:latin typeface="微软雅黑" panose="020B0503020204020204" pitchFamily="34" charset="-122"/>
                <a:ea typeface="微软雅黑" panose="020B0503020204020204" pitchFamily="34" charset="-122"/>
              </a:rPr>
              <a:t>}</a:t>
            </a:r>
            <a:endParaRPr lang="en-US" altLang="zh-CN" sz="2200" dirty="0">
              <a:latin typeface="微软雅黑" panose="020B0503020204020204" pitchFamily="34" charset="-122"/>
              <a:ea typeface="微软雅黑" panose="020B0503020204020204" pitchFamily="34" charset="-122"/>
            </a:endParaRPr>
          </a:p>
        </p:txBody>
      </p:sp>
      <p:sp>
        <p:nvSpPr>
          <p:cNvPr id="9" name="内容占位符 6"/>
          <p:cNvSpPr txBox="1">
            <a:spLocks/>
          </p:cNvSpPr>
          <p:nvPr/>
        </p:nvSpPr>
        <p:spPr bwMode="auto">
          <a:xfrm>
            <a:off x="6940493" y="5430268"/>
            <a:ext cx="4824536" cy="1143570"/>
          </a:xfrm>
          <a:prstGeom prst="rect">
            <a:avLst/>
          </a:prstGeom>
          <a:solidFill>
            <a:schemeClr val="bg1"/>
          </a:solidFill>
          <a:ln w="9525">
            <a:solidFill>
              <a:srgbClr val="000000"/>
            </a:solidFill>
            <a:miter lim="800000"/>
            <a:headEnd/>
            <a:tailEnd/>
          </a:ln>
        </p:spPr>
        <p:txBody>
          <a:bodyPr vert="horz" wrap="square" lIns="91440" tIns="45720" rIns="91440" bIns="45720" numCol="1" anchor="t" anchorCtr="0" compatLnSpc="1">
            <a:prstTxWarp prst="textNoShape">
              <a:avLst/>
            </a:prstTxWarp>
            <a:noAutofit/>
          </a:bodyPr>
          <a:lstStyle>
            <a:lvl1pPr marL="365125" indent="-255588" algn="l" rtl="0" eaLnBrk="0" fontAlgn="base" hangingPunct="0">
              <a:spcBef>
                <a:spcPts val="300"/>
              </a:spcBef>
              <a:spcAft>
                <a:spcPct val="0"/>
              </a:spcAft>
              <a:buClr>
                <a:srgbClr val="A04DA3"/>
              </a:buClr>
              <a:buFont typeface="Georgia" panose="02040502050405020303" pitchFamily="18" charset="0"/>
              <a:buChar char="•"/>
              <a:defRPr sz="2800" kern="1200">
                <a:solidFill>
                  <a:schemeClr val="tx1"/>
                </a:solidFill>
                <a:latin typeface="+mn-lt"/>
                <a:ea typeface="+mn-ea"/>
                <a:cs typeface="+mn-cs"/>
              </a:defRPr>
            </a:lvl1pPr>
            <a:lvl2pPr marL="657225" indent="-246063" algn="l" rtl="0" eaLnBrk="0" fontAlgn="base" hangingPunct="0">
              <a:spcBef>
                <a:spcPts val="300"/>
              </a:spcBef>
              <a:spcAft>
                <a:spcPct val="0"/>
              </a:spcAft>
              <a:buClr>
                <a:schemeClr val="accent2"/>
              </a:buClr>
              <a:buFont typeface="Georgia" panose="02040502050405020303" pitchFamily="18" charset="0"/>
              <a:buChar char="▫"/>
              <a:defRPr sz="2600" kern="1200">
                <a:solidFill>
                  <a:schemeClr val="accent1"/>
                </a:solidFill>
                <a:latin typeface="+mn-lt"/>
                <a:ea typeface="+mn-ea"/>
                <a:cs typeface="+mn-cs"/>
              </a:defRPr>
            </a:lvl2pPr>
            <a:lvl3pPr marL="922338" indent="-219075" algn="l" rtl="0" eaLnBrk="0" fontAlgn="base" hangingPunct="0">
              <a:spcBef>
                <a:spcPts val="300"/>
              </a:spcBef>
              <a:spcAft>
                <a:spcPct val="0"/>
              </a:spcAft>
              <a:buClr>
                <a:schemeClr val="accent1"/>
              </a:buClr>
              <a:buFont typeface="Wingdings 2" panose="05020102010507070707" pitchFamily="18" charset="2"/>
              <a:buChar char=""/>
              <a:defRPr sz="2400" kern="1200">
                <a:solidFill>
                  <a:schemeClr val="accent1"/>
                </a:solidFill>
                <a:latin typeface="+mn-lt"/>
                <a:ea typeface="+mn-ea"/>
                <a:cs typeface="+mn-cs"/>
              </a:defRPr>
            </a:lvl3pPr>
            <a:lvl4pPr marL="1179513" indent="-200025" algn="l" rtl="0" eaLnBrk="0" fontAlgn="base" hangingPunct="0">
              <a:spcBef>
                <a:spcPts val="300"/>
              </a:spcBef>
              <a:spcAft>
                <a:spcPct val="0"/>
              </a:spcAft>
              <a:buClr>
                <a:schemeClr val="accent1"/>
              </a:buClr>
              <a:buFont typeface="Wingdings 2" panose="05020102010507070707" pitchFamily="18" charset="2"/>
              <a:buChar char=""/>
              <a:defRPr sz="2200" kern="1200">
                <a:solidFill>
                  <a:schemeClr val="accent1"/>
                </a:solidFill>
                <a:latin typeface="+mn-lt"/>
                <a:ea typeface="+mn-ea"/>
                <a:cs typeface="+mn-cs"/>
              </a:defRPr>
            </a:lvl4pPr>
            <a:lvl5pPr marL="1389063" indent="-182563" algn="l" rtl="0" eaLnBrk="0" fontAlgn="base" hangingPunct="0">
              <a:spcBef>
                <a:spcPts val="300"/>
              </a:spcBef>
              <a:spcAft>
                <a:spcPct val="0"/>
              </a:spcAft>
              <a:buClr>
                <a:srgbClr val="A04DA3"/>
              </a:buClr>
              <a:buFont typeface="Georgia" panose="02040502050405020303" pitchFamily="18" charset="0"/>
              <a:buChar char="▫"/>
              <a:defRPr sz="2000" kern="1200">
                <a:solidFill>
                  <a:srgbClr val="A04DA3"/>
                </a:solidFill>
                <a:latin typeface="+mn-lt"/>
                <a:ea typeface="+mn-ea"/>
                <a:cs typeface="+mn-cs"/>
              </a:defRPr>
            </a:lvl5pPr>
            <a:lvl6pPr marL="1609344" indent="-182880" algn="l" rtl="0" eaLnBrk="1" latinLnBrk="0" hangingPunct="1">
              <a:spcBef>
                <a:spcPts val="300"/>
              </a:spcBef>
              <a:buClr>
                <a:schemeClr val="accent3"/>
              </a:buClr>
              <a:buFont typeface="Georgia"/>
              <a:buChar char="▫"/>
              <a:defRPr kumimoji="0" sz="1800" kern="1200">
                <a:solidFill>
                  <a:schemeClr val="accent3"/>
                </a:solidFill>
                <a:latin typeface="+mn-lt"/>
                <a:ea typeface="+mn-ea"/>
                <a:cs typeface="+mn-cs"/>
              </a:defRPr>
            </a:lvl6pPr>
            <a:lvl7pPr marL="1828800" indent="-182880" algn="l" rtl="0" eaLnBrk="1" latinLnBrk="0" hangingPunct="1">
              <a:spcBef>
                <a:spcPts val="300"/>
              </a:spcBef>
              <a:buClr>
                <a:schemeClr val="accent3"/>
              </a:buClr>
              <a:buFont typeface="Georgia"/>
              <a:buChar char="▫"/>
              <a:defRPr kumimoji="0" sz="1600" kern="1200">
                <a:solidFill>
                  <a:schemeClr val="accent3"/>
                </a:solidFill>
                <a:latin typeface="+mn-lt"/>
                <a:ea typeface="+mn-ea"/>
                <a:cs typeface="+mn-cs"/>
              </a:defRPr>
            </a:lvl7pPr>
            <a:lvl8pPr marL="2029968" indent="-182880" algn="l" rtl="0" eaLnBrk="1" latinLnBrk="0" hangingPunct="1">
              <a:spcBef>
                <a:spcPts val="300"/>
              </a:spcBef>
              <a:buClr>
                <a:schemeClr val="accent3"/>
              </a:buClr>
              <a:buFont typeface="Georgia"/>
              <a:buChar char="◦"/>
              <a:defRPr kumimoji="0" sz="1500" kern="1200">
                <a:solidFill>
                  <a:schemeClr val="accent3"/>
                </a:solidFill>
                <a:latin typeface="+mn-lt"/>
                <a:ea typeface="+mn-ea"/>
                <a:cs typeface="+mn-cs"/>
              </a:defRPr>
            </a:lvl8pPr>
            <a:lvl9pPr marL="2240280" indent="-182880" algn="l" rtl="0" eaLnBrk="1" latinLnBrk="0" hangingPunct="1">
              <a:spcBef>
                <a:spcPts val="300"/>
              </a:spcBef>
              <a:buClr>
                <a:schemeClr val="accent3"/>
              </a:buClr>
              <a:buFont typeface="Georgia"/>
              <a:buChar char="◦"/>
              <a:defRPr kumimoji="0" sz="1400" kern="1200" baseline="0">
                <a:solidFill>
                  <a:schemeClr val="accent3"/>
                </a:solidFill>
                <a:latin typeface="+mn-lt"/>
                <a:ea typeface="+mn-ea"/>
                <a:cs typeface="+mn-cs"/>
              </a:defRPr>
            </a:lvl9pPr>
          </a:lstStyle>
          <a:p>
            <a:pPr marL="365760" indent="-256032" eaLnBrk="1" fontAlgn="auto" hangingPunct="1">
              <a:spcAft>
                <a:spcPts val="0"/>
              </a:spcAft>
              <a:buClr>
                <a:schemeClr val="accent3"/>
              </a:buClr>
              <a:buFont typeface="Georgia"/>
              <a:buNone/>
              <a:defRPr/>
            </a:pPr>
            <a:r>
              <a:rPr kumimoji="0" lang="zh-CN" altLang="en-US" sz="2000" b="1">
                <a:solidFill>
                  <a:schemeClr val="tx2"/>
                </a:solidFill>
                <a:latin typeface="微软雅黑" pitchFamily="34" charset="-122"/>
                <a:ea typeface="微软雅黑" pitchFamily="34" charset="-122"/>
              </a:rPr>
              <a:t>运行结果：</a:t>
            </a:r>
            <a:endParaRPr kumimoji="0" lang="en-US" altLang="zh-CN" sz="2000" b="1">
              <a:solidFill>
                <a:schemeClr val="tx2"/>
              </a:solidFill>
              <a:latin typeface="微软雅黑" pitchFamily="34" charset="-122"/>
              <a:ea typeface="微软雅黑" pitchFamily="34" charset="-122"/>
            </a:endParaRPr>
          </a:p>
          <a:p>
            <a:pPr eaLnBrk="1" hangingPunct="1">
              <a:buFont typeface="Wingdings" pitchFamily="2" charset="2"/>
              <a:buNone/>
              <a:defRPr/>
            </a:pPr>
            <a:r>
              <a:rPr kumimoji="0" lang="en-US" altLang="zh-CN" sz="2000" noProof="1">
                <a:latin typeface="微软雅黑" pitchFamily="34" charset="-122"/>
                <a:ea typeface="微软雅黑" pitchFamily="34" charset="-122"/>
              </a:rPr>
              <a:t>Enter the number: 365</a:t>
            </a:r>
          </a:p>
          <a:p>
            <a:pPr eaLnBrk="1" hangingPunct="1">
              <a:buFont typeface="Wingdings" pitchFamily="2" charset="2"/>
              <a:buNone/>
              <a:defRPr/>
            </a:pPr>
            <a:r>
              <a:rPr kumimoji="0" lang="en-US" altLang="zh-CN" sz="2000" noProof="1">
                <a:latin typeface="微软雅黑" pitchFamily="34" charset="-122"/>
                <a:ea typeface="微软雅黑" pitchFamily="34" charset="-122"/>
              </a:rPr>
              <a:t>The number in reverse order is  563</a:t>
            </a:r>
          </a:p>
        </p:txBody>
      </p:sp>
    </p:spTree>
    <p:extLst>
      <p:ext uri="{BB962C8B-B14F-4D97-AF65-F5344CB8AC3E}">
        <p14:creationId xmlns:p14="http://schemas.microsoft.com/office/powerpoint/2010/main" val="695919417"/>
      </p:ext>
    </p:extLst>
  </p:cSld>
  <p:clrMapOvr>
    <a:masterClrMapping/>
  </p:clrMapOvr>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标题 1"/>
          <p:cNvSpPr>
            <a:spLocks noGrp="1"/>
          </p:cNvSpPr>
          <p:nvPr>
            <p:ph type="title"/>
          </p:nvPr>
        </p:nvSpPr>
        <p:spPr>
          <a:xfrm>
            <a:off x="609600" y="1076325"/>
            <a:ext cx="10975975" cy="1066800"/>
          </a:xfrm>
        </p:spPr>
        <p:txBody>
          <a:bodyPr/>
          <a:lstStyle/>
          <a:p>
            <a:pPr eaLnBrk="1" hangingPunct="1">
              <a:defRPr/>
            </a:pPr>
            <a:r>
              <a:rPr lang="en-US" altLang="zh-CN">
                <a:solidFill>
                  <a:schemeClr val="accent5"/>
                </a:solidFill>
                <a:latin typeface="微软雅黑" pitchFamily="34" charset="-122"/>
                <a:ea typeface="微软雅黑" pitchFamily="34" charset="-122"/>
              </a:rPr>
              <a:t>do-while </a:t>
            </a:r>
            <a:r>
              <a:rPr lang="zh-CN" altLang="en-US">
                <a:solidFill>
                  <a:schemeClr val="accent5"/>
                </a:solidFill>
                <a:latin typeface="微软雅黑" pitchFamily="34" charset="-122"/>
                <a:ea typeface="微软雅黑" pitchFamily="34" charset="-122"/>
              </a:rPr>
              <a:t>语句的语法形式</a:t>
            </a:r>
            <a:endParaRPr lang="zh-CN" altLang="en-US" dirty="0">
              <a:solidFill>
                <a:schemeClr val="accent5"/>
              </a:solidFill>
              <a:latin typeface="微软雅黑" pitchFamily="34" charset="-122"/>
              <a:ea typeface="微软雅黑" pitchFamily="34" charset="-122"/>
            </a:endParaRPr>
          </a:p>
        </p:txBody>
      </p:sp>
      <p:sp>
        <p:nvSpPr>
          <p:cNvPr id="6" name="Rectangle 3"/>
          <p:cNvSpPr txBox="1">
            <a:spLocks noChangeArrowheads="1"/>
          </p:cNvSpPr>
          <p:nvPr/>
        </p:nvSpPr>
        <p:spPr bwMode="auto">
          <a:xfrm>
            <a:off x="668338" y="2000250"/>
            <a:ext cx="10163175" cy="182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65125" indent="-255588" eaLnBrk="0" hangingPunct="0">
              <a:defRPr kumimoji="1" sz="2400">
                <a:solidFill>
                  <a:schemeClr val="tx1"/>
                </a:solidFill>
                <a:latin typeface="Times New Roman" panose="02020603050405020304" pitchFamily="18" charset="0"/>
                <a:ea typeface="隶书" panose="02010509060101010101" pitchFamily="49" charset="-122"/>
              </a:defRPr>
            </a:lvl1pPr>
            <a:lvl2pPr marL="657225" indent="-246063" eaLnBrk="0" hangingPunct="0">
              <a:defRPr kumimoji="1" sz="2400">
                <a:solidFill>
                  <a:schemeClr val="tx1"/>
                </a:solidFill>
                <a:latin typeface="Times New Roman" panose="02020603050405020304" pitchFamily="18" charset="0"/>
                <a:ea typeface="隶书" panose="02010509060101010101" pitchFamily="49" charset="-122"/>
              </a:defRPr>
            </a:lvl2pPr>
            <a:lvl3pPr marL="1143000" indent="-228600" eaLnBrk="0" hangingPunct="0">
              <a:defRPr kumimoji="1" sz="2400">
                <a:solidFill>
                  <a:schemeClr val="tx1"/>
                </a:solidFill>
                <a:latin typeface="Times New Roman" panose="02020603050405020304" pitchFamily="18" charset="0"/>
                <a:ea typeface="隶书" panose="02010509060101010101" pitchFamily="49" charset="-122"/>
              </a:defRPr>
            </a:lvl3pPr>
            <a:lvl4pPr marL="1600200" indent="-228600" eaLnBrk="0" hangingPunct="0">
              <a:defRPr kumimoji="1" sz="2400">
                <a:solidFill>
                  <a:schemeClr val="tx1"/>
                </a:solidFill>
                <a:latin typeface="Times New Roman" panose="02020603050405020304" pitchFamily="18" charset="0"/>
                <a:ea typeface="隶书" panose="02010509060101010101" pitchFamily="49" charset="-122"/>
              </a:defRPr>
            </a:lvl4pPr>
            <a:lvl5pPr marL="2057400" indent="-228600" eaLnBrk="0" hangingPunct="0">
              <a:defRPr kumimoji="1"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pPr eaLnBrk="1" hangingPunct="1">
              <a:spcBef>
                <a:spcPts val="300"/>
              </a:spcBef>
              <a:buClr>
                <a:srgbClr val="A04DA3"/>
              </a:buClr>
              <a:buFont typeface="Georgia" panose="02040502050405020303" pitchFamily="18" charset="0"/>
              <a:buChar char="•"/>
            </a:pPr>
            <a:r>
              <a:rPr kumimoji="0" lang="zh-CN" altLang="en-US">
                <a:latin typeface="微软雅黑" panose="020B0503020204020204" pitchFamily="34" charset="-122"/>
                <a:ea typeface="微软雅黑" panose="020B0503020204020204" pitchFamily="34" charset="-122"/>
              </a:rPr>
              <a:t>一般形式</a:t>
            </a:r>
          </a:p>
          <a:p>
            <a:pPr lvl="1" eaLnBrk="1" hangingPunct="1">
              <a:spcBef>
                <a:spcPts val="300"/>
              </a:spcBef>
              <a:buClr>
                <a:schemeClr val="accent2"/>
              </a:buClr>
            </a:pPr>
            <a:r>
              <a:rPr kumimoji="0" lang="en-US" altLang="zh-CN">
                <a:solidFill>
                  <a:schemeClr val="accent1"/>
                </a:solidFill>
                <a:latin typeface="微软雅黑" panose="020B0503020204020204" pitchFamily="34" charset="-122"/>
                <a:ea typeface="微软雅黑" panose="020B0503020204020204" pitchFamily="34" charset="-122"/>
              </a:rPr>
              <a:t>do   </a:t>
            </a:r>
            <a:r>
              <a:rPr kumimoji="0" lang="zh-CN" altLang="en-US">
                <a:solidFill>
                  <a:schemeClr val="accent1"/>
                </a:solidFill>
                <a:latin typeface="微软雅黑" panose="020B0503020204020204" pitchFamily="34" charset="-122"/>
                <a:ea typeface="微软雅黑" panose="020B0503020204020204" pitchFamily="34" charset="-122"/>
              </a:rPr>
              <a:t>语句</a:t>
            </a:r>
          </a:p>
          <a:p>
            <a:pPr lvl="1" eaLnBrk="1" hangingPunct="1">
              <a:spcBef>
                <a:spcPts val="300"/>
              </a:spcBef>
              <a:buClr>
                <a:schemeClr val="accent2"/>
              </a:buClr>
            </a:pPr>
            <a:r>
              <a:rPr kumimoji="0" lang="en-US" altLang="zh-CN">
                <a:solidFill>
                  <a:schemeClr val="accent1"/>
                </a:solidFill>
                <a:latin typeface="微软雅黑" panose="020B0503020204020204" pitchFamily="34" charset="-122"/>
                <a:ea typeface="微软雅黑" panose="020B0503020204020204" pitchFamily="34" charset="-122"/>
              </a:rPr>
              <a:t>while (</a:t>
            </a:r>
            <a:r>
              <a:rPr kumimoji="0" lang="zh-CN" altLang="en-US">
                <a:solidFill>
                  <a:schemeClr val="accent1"/>
                </a:solidFill>
                <a:latin typeface="微软雅黑" panose="020B0503020204020204" pitchFamily="34" charset="-122"/>
                <a:ea typeface="微软雅黑" panose="020B0503020204020204" pitchFamily="34" charset="-122"/>
              </a:rPr>
              <a:t>表达式</a:t>
            </a:r>
            <a:r>
              <a:rPr kumimoji="0" lang="en-US" altLang="zh-CN">
                <a:solidFill>
                  <a:schemeClr val="accent1"/>
                </a:solidFill>
                <a:latin typeface="微软雅黑" panose="020B0503020204020204" pitchFamily="34" charset="-122"/>
                <a:ea typeface="微软雅黑" panose="020B0503020204020204" pitchFamily="34" charset="-122"/>
              </a:rPr>
              <a:t>)</a:t>
            </a:r>
            <a:endParaRPr kumimoji="0" lang="en-US" altLang="zh-CN">
              <a:solidFill>
                <a:srgbClr val="C0FEF9"/>
              </a:solidFill>
              <a:latin typeface="微软雅黑" panose="020B0503020204020204" pitchFamily="34" charset="-122"/>
              <a:ea typeface="微软雅黑" panose="020B0503020204020204" pitchFamily="34" charset="-122"/>
            </a:endParaRPr>
          </a:p>
        </p:txBody>
      </p:sp>
      <p:grpSp>
        <p:nvGrpSpPr>
          <p:cNvPr id="108549" name="Group 4"/>
          <p:cNvGrpSpPr>
            <a:grpSpLocks/>
          </p:cNvGrpSpPr>
          <p:nvPr/>
        </p:nvGrpSpPr>
        <p:grpSpPr bwMode="auto">
          <a:xfrm>
            <a:off x="2497138" y="2349500"/>
            <a:ext cx="4429125" cy="523875"/>
            <a:chOff x="2112" y="1727"/>
            <a:chExt cx="2876" cy="199"/>
          </a:xfrm>
        </p:grpSpPr>
        <p:sp>
          <p:nvSpPr>
            <p:cNvPr id="108551" name="Line 5"/>
            <p:cNvSpPr>
              <a:spLocks noChangeShapeType="1"/>
            </p:cNvSpPr>
            <p:nvPr/>
          </p:nvSpPr>
          <p:spPr bwMode="auto">
            <a:xfrm>
              <a:off x="2112" y="1817"/>
              <a:ext cx="576" cy="0"/>
            </a:xfrm>
            <a:prstGeom prst="line">
              <a:avLst/>
            </a:prstGeom>
            <a:noFill/>
            <a:ln w="12699">
              <a:solidFill>
                <a:schemeClr val="accent1"/>
              </a:solidFill>
              <a:round/>
              <a:headEnd type="stealth" w="med" len="lg"/>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8552" name="Text Box 6"/>
            <p:cNvSpPr txBox="1">
              <a:spLocks noChangeArrowheads="1"/>
            </p:cNvSpPr>
            <p:nvPr/>
          </p:nvSpPr>
          <p:spPr bwMode="auto">
            <a:xfrm>
              <a:off x="2640" y="1727"/>
              <a:ext cx="2348" cy="199"/>
            </a:xfrm>
            <a:prstGeom prst="rect">
              <a:avLst/>
            </a:prstGeom>
            <a:noFill/>
            <a:ln w="12699">
              <a:solidFill>
                <a:schemeClr val="accent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kumimoji="1" sz="2400">
                  <a:solidFill>
                    <a:schemeClr val="tx1"/>
                  </a:solidFill>
                  <a:latin typeface="Times New Roman" panose="02020603050405020304" pitchFamily="18" charset="0"/>
                  <a:ea typeface="隶书" panose="02010509060101010101" pitchFamily="49" charset="-122"/>
                </a:defRPr>
              </a:lvl1pPr>
              <a:lvl2pPr marL="742950" indent="-285750" eaLnBrk="0" hangingPunct="0">
                <a:defRPr kumimoji="1" sz="2400">
                  <a:solidFill>
                    <a:schemeClr val="tx1"/>
                  </a:solidFill>
                  <a:latin typeface="Times New Roman" panose="02020603050405020304" pitchFamily="18" charset="0"/>
                  <a:ea typeface="隶书" panose="02010509060101010101" pitchFamily="49" charset="-122"/>
                </a:defRPr>
              </a:lvl2pPr>
              <a:lvl3pPr marL="1143000" indent="-228600" eaLnBrk="0" hangingPunct="0">
                <a:defRPr kumimoji="1" sz="2400">
                  <a:solidFill>
                    <a:schemeClr val="tx1"/>
                  </a:solidFill>
                  <a:latin typeface="Times New Roman" panose="02020603050405020304" pitchFamily="18" charset="0"/>
                  <a:ea typeface="隶书" panose="02010509060101010101" pitchFamily="49" charset="-122"/>
                </a:defRPr>
              </a:lvl3pPr>
              <a:lvl4pPr marL="1600200" indent="-228600" eaLnBrk="0" hangingPunct="0">
                <a:defRPr kumimoji="1" sz="2400">
                  <a:solidFill>
                    <a:schemeClr val="tx1"/>
                  </a:solidFill>
                  <a:latin typeface="Times New Roman" panose="02020603050405020304" pitchFamily="18" charset="0"/>
                  <a:ea typeface="隶书" panose="02010509060101010101" pitchFamily="49" charset="-122"/>
                </a:defRPr>
              </a:lvl4pPr>
              <a:lvl5pPr marL="2057400" indent="-228600" eaLnBrk="0" hangingPunct="0">
                <a:defRPr kumimoji="1"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r>
                <a:rPr lang="zh-CN" altLang="en-US" sz="1400">
                  <a:solidFill>
                    <a:srgbClr val="009999"/>
                  </a:solidFill>
                  <a:latin typeface="微软雅黑" panose="020B0503020204020204" pitchFamily="34" charset="-122"/>
                  <a:ea typeface="微软雅黑" panose="020B0503020204020204" pitchFamily="34" charset="-122"/>
                </a:rPr>
                <a:t>可以是复合语句，其中必须含有改变条件表达式值的语句。</a:t>
              </a:r>
            </a:p>
          </p:txBody>
        </p:sp>
      </p:grpSp>
      <p:sp>
        <p:nvSpPr>
          <p:cNvPr id="10" name="Rectangle 7"/>
          <p:cNvSpPr>
            <a:spLocks noChangeArrowheads="1"/>
          </p:cNvSpPr>
          <p:nvPr/>
        </p:nvSpPr>
        <p:spPr bwMode="auto">
          <a:xfrm>
            <a:off x="668338" y="3886200"/>
            <a:ext cx="10715625" cy="2711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marL="365125" indent="-255588" eaLnBrk="0" hangingPunct="0">
              <a:defRPr kumimoji="1" sz="2400">
                <a:solidFill>
                  <a:schemeClr val="tx1"/>
                </a:solidFill>
                <a:latin typeface="Times New Roman" panose="02020603050405020304" pitchFamily="18" charset="0"/>
                <a:ea typeface="隶书" panose="02010509060101010101" pitchFamily="49" charset="-122"/>
              </a:defRPr>
            </a:lvl1pPr>
            <a:lvl2pPr marL="557213" indent="23813" eaLnBrk="0" hangingPunct="0">
              <a:defRPr kumimoji="1" sz="2400">
                <a:solidFill>
                  <a:schemeClr val="tx1"/>
                </a:solidFill>
                <a:latin typeface="Times New Roman" panose="02020603050405020304" pitchFamily="18" charset="0"/>
                <a:ea typeface="隶书" panose="02010509060101010101" pitchFamily="49" charset="-122"/>
              </a:defRPr>
            </a:lvl2pPr>
            <a:lvl3pPr marL="1143000" indent="-228600" eaLnBrk="0" hangingPunct="0">
              <a:defRPr kumimoji="1" sz="2400">
                <a:solidFill>
                  <a:schemeClr val="tx1"/>
                </a:solidFill>
                <a:latin typeface="Times New Roman" panose="02020603050405020304" pitchFamily="18" charset="0"/>
                <a:ea typeface="隶书" panose="02010509060101010101" pitchFamily="49" charset="-122"/>
              </a:defRPr>
            </a:lvl3pPr>
            <a:lvl4pPr marL="1600200" indent="-228600" eaLnBrk="0" hangingPunct="0">
              <a:defRPr kumimoji="1" sz="2400">
                <a:solidFill>
                  <a:schemeClr val="tx1"/>
                </a:solidFill>
                <a:latin typeface="Times New Roman" panose="02020603050405020304" pitchFamily="18" charset="0"/>
                <a:ea typeface="隶书" panose="02010509060101010101" pitchFamily="49" charset="-122"/>
              </a:defRPr>
            </a:lvl4pPr>
            <a:lvl5pPr marL="2057400" indent="-228600" eaLnBrk="0" hangingPunct="0">
              <a:defRPr kumimoji="1"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pPr eaLnBrk="1" hangingPunct="1">
              <a:spcBef>
                <a:spcPts val="300"/>
              </a:spcBef>
              <a:buClr>
                <a:srgbClr val="A04DA3"/>
              </a:buClr>
              <a:buFont typeface="Georgia" panose="02040502050405020303" pitchFamily="18" charset="0"/>
              <a:buChar char="•"/>
            </a:pPr>
            <a:r>
              <a:rPr kumimoji="0" lang="zh-CN" altLang="en-US">
                <a:latin typeface="微软雅黑" panose="020B0503020204020204" pitchFamily="34" charset="-122"/>
                <a:ea typeface="微软雅黑" panose="020B0503020204020204" pitchFamily="34" charset="-122"/>
              </a:rPr>
              <a:t>执行顺序</a:t>
            </a:r>
          </a:p>
          <a:p>
            <a:pPr lvl="1" eaLnBrk="1" hangingPunct="1">
              <a:spcBef>
                <a:spcPct val="20000"/>
              </a:spcBef>
              <a:buClr>
                <a:schemeClr val="tx1"/>
              </a:buClr>
            </a:pPr>
            <a:r>
              <a:rPr lang="zh-CN" altLang="en-US">
                <a:solidFill>
                  <a:srgbClr val="009999"/>
                </a:solidFill>
                <a:latin typeface="微软雅黑" panose="020B0503020204020204" pitchFamily="34" charset="-122"/>
                <a:ea typeface="微软雅黑" panose="020B0503020204020204" pitchFamily="34" charset="-122"/>
              </a:rPr>
              <a:t>先执行循环体语句，后判断条件。</a:t>
            </a:r>
            <a:br>
              <a:rPr lang="zh-CN" altLang="en-US">
                <a:solidFill>
                  <a:srgbClr val="009999"/>
                </a:solidFill>
                <a:latin typeface="微软雅黑" panose="020B0503020204020204" pitchFamily="34" charset="-122"/>
                <a:ea typeface="微软雅黑" panose="020B0503020204020204" pitchFamily="34" charset="-122"/>
              </a:rPr>
            </a:br>
            <a:r>
              <a:rPr lang="zh-CN" altLang="en-US">
                <a:solidFill>
                  <a:srgbClr val="009999"/>
                </a:solidFill>
                <a:latin typeface="微软雅黑" panose="020B0503020204020204" pitchFamily="34" charset="-122"/>
                <a:ea typeface="微软雅黑" panose="020B0503020204020204" pitchFamily="34" charset="-122"/>
              </a:rPr>
              <a:t>表达式为 </a:t>
            </a:r>
            <a:r>
              <a:rPr lang="en-US" altLang="zh-CN">
                <a:solidFill>
                  <a:srgbClr val="009999"/>
                </a:solidFill>
                <a:latin typeface="微软雅黑" panose="020B0503020204020204" pitchFamily="34" charset="-122"/>
                <a:ea typeface="微软雅黑" panose="020B0503020204020204" pitchFamily="34" charset="-122"/>
              </a:rPr>
              <a:t>true </a:t>
            </a:r>
            <a:r>
              <a:rPr lang="zh-CN" altLang="en-US">
                <a:solidFill>
                  <a:srgbClr val="009999"/>
                </a:solidFill>
                <a:latin typeface="微软雅黑" panose="020B0503020204020204" pitchFamily="34" charset="-122"/>
                <a:ea typeface="微软雅黑" panose="020B0503020204020204" pitchFamily="34" charset="-122"/>
              </a:rPr>
              <a:t>时，继续执行循环体</a:t>
            </a:r>
          </a:p>
          <a:p>
            <a:pPr eaLnBrk="1" hangingPunct="1">
              <a:spcBef>
                <a:spcPts val="300"/>
              </a:spcBef>
              <a:buClr>
                <a:srgbClr val="A04DA3"/>
              </a:buClr>
              <a:buFont typeface="Georgia" panose="02040502050405020303" pitchFamily="18" charset="0"/>
              <a:buChar char="•"/>
            </a:pPr>
            <a:r>
              <a:rPr kumimoji="0" lang="zh-CN" altLang="en-US">
                <a:latin typeface="微软雅黑" panose="020B0503020204020204" pitchFamily="34" charset="-122"/>
                <a:ea typeface="微软雅黑" panose="020B0503020204020204" pitchFamily="34" charset="-122"/>
              </a:rPr>
              <a:t>与</a:t>
            </a:r>
            <a:r>
              <a:rPr kumimoji="0" lang="en-US" altLang="zh-CN">
                <a:latin typeface="微软雅黑" panose="020B0503020204020204" pitchFamily="34" charset="-122"/>
                <a:ea typeface="微软雅黑" panose="020B0503020204020204" pitchFamily="34" charset="-122"/>
              </a:rPr>
              <a:t>while</a:t>
            </a:r>
            <a:r>
              <a:rPr kumimoji="0" lang="zh-CN" altLang="en-US">
                <a:latin typeface="微软雅黑" panose="020B0503020204020204" pitchFamily="34" charset="-122"/>
                <a:ea typeface="微软雅黑" panose="020B0503020204020204" pitchFamily="34" charset="-122"/>
              </a:rPr>
              <a:t>语句的比较：</a:t>
            </a:r>
          </a:p>
          <a:p>
            <a:pPr lvl="1" eaLnBrk="1" hangingPunct="1">
              <a:spcBef>
                <a:spcPct val="20000"/>
              </a:spcBef>
              <a:buClr>
                <a:srgbClr val="C0FEF9"/>
              </a:buClr>
            </a:pPr>
            <a:r>
              <a:rPr lang="en-US" altLang="zh-CN">
                <a:solidFill>
                  <a:srgbClr val="009999"/>
                </a:solidFill>
                <a:latin typeface="微软雅黑" panose="020B0503020204020204" pitchFamily="34" charset="-122"/>
                <a:ea typeface="微软雅黑" panose="020B0503020204020204" pitchFamily="34" charset="-122"/>
              </a:rPr>
              <a:t>while </a:t>
            </a:r>
            <a:r>
              <a:rPr lang="zh-CN" altLang="en-US">
                <a:solidFill>
                  <a:srgbClr val="009999"/>
                </a:solidFill>
                <a:latin typeface="微软雅黑" panose="020B0503020204020204" pitchFamily="34" charset="-122"/>
                <a:ea typeface="微软雅黑" panose="020B0503020204020204" pitchFamily="34" charset="-122"/>
              </a:rPr>
              <a:t>语句执行顺序</a:t>
            </a:r>
            <a:br>
              <a:rPr lang="zh-CN" altLang="en-US">
                <a:solidFill>
                  <a:srgbClr val="009999"/>
                </a:solidFill>
                <a:latin typeface="微软雅黑" panose="020B0503020204020204" pitchFamily="34" charset="-122"/>
                <a:ea typeface="微软雅黑" panose="020B0503020204020204" pitchFamily="34" charset="-122"/>
              </a:rPr>
            </a:br>
            <a:r>
              <a:rPr lang="zh-CN" altLang="en-US">
                <a:solidFill>
                  <a:srgbClr val="009999"/>
                </a:solidFill>
                <a:latin typeface="微软雅黑" panose="020B0503020204020204" pitchFamily="34" charset="-122"/>
                <a:ea typeface="微软雅黑" panose="020B0503020204020204" pitchFamily="34" charset="-122"/>
              </a:rPr>
              <a:t> 先判断表达式的值，为</a:t>
            </a:r>
            <a:r>
              <a:rPr lang="en-US" altLang="zh-CN">
                <a:solidFill>
                  <a:srgbClr val="009999"/>
                </a:solidFill>
                <a:latin typeface="微软雅黑" panose="020B0503020204020204" pitchFamily="34" charset="-122"/>
                <a:ea typeface="微软雅黑" panose="020B0503020204020204" pitchFamily="34" charset="-122"/>
              </a:rPr>
              <a:t>true</a:t>
            </a:r>
            <a:r>
              <a:rPr lang="zh-CN" altLang="en-US">
                <a:solidFill>
                  <a:srgbClr val="009999"/>
                </a:solidFill>
                <a:latin typeface="微软雅黑" panose="020B0503020204020204" pitchFamily="34" charset="-122"/>
                <a:ea typeface="微软雅黑" panose="020B0503020204020204" pitchFamily="34" charset="-122"/>
              </a:rPr>
              <a:t>时，再执行语句</a:t>
            </a:r>
          </a:p>
        </p:txBody>
      </p:sp>
      <p:sp>
        <p:nvSpPr>
          <p:cNvPr id="2" name="灯片编号占位符 1"/>
          <p:cNvSpPr>
            <a:spLocks noGrp="1"/>
          </p:cNvSpPr>
          <p:nvPr>
            <p:ph type="sldNum" sz="quarter" idx="4"/>
          </p:nvPr>
        </p:nvSpPr>
        <p:spPr/>
        <p:txBody>
          <a:bodyPr/>
          <a:lstStyle/>
          <a:p>
            <a:fld id="{B4B29FD1-946C-40F0-B4AF-B43D585A2146}" type="slidenum">
              <a:rPr lang="zh-CN" altLang="en-US" smtClean="0"/>
              <a:pPr/>
              <a:t>58</a:t>
            </a:fld>
            <a:endParaRPr lang="zh-CN" altLang="en-US"/>
          </a:p>
        </p:txBody>
      </p:sp>
    </p:spTree>
    <p:extLst>
      <p:ext uri="{BB962C8B-B14F-4D97-AF65-F5344CB8AC3E}">
        <p14:creationId xmlns:p14="http://schemas.microsoft.com/office/powerpoint/2010/main" val="2988782045"/>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 calcmode="lin" valueType="num">
                                      <p:cBhvr additive="base">
                                        <p:cTn id="7" dur="1000" fill="hold"/>
                                        <p:tgtEl>
                                          <p:spTgt spid="6">
                                            <p:txEl>
                                              <p:pRg st="0" end="0"/>
                                            </p:txEl>
                                          </p:spTgt>
                                        </p:tgtEl>
                                        <p:attrNameLst>
                                          <p:attrName>ppt_x</p:attrName>
                                        </p:attrNameLst>
                                      </p:cBhvr>
                                      <p:tavLst>
                                        <p:tav tm="0">
                                          <p:val>
                                            <p:strVal val="0-#ppt_w/2"/>
                                          </p:val>
                                        </p:tav>
                                        <p:tav tm="100000">
                                          <p:val>
                                            <p:strVal val="#ppt_x"/>
                                          </p:val>
                                        </p:tav>
                                      </p:tavLst>
                                    </p:anim>
                                    <p:anim calcmode="lin" valueType="num">
                                      <p:cBhvr additive="base">
                                        <p:cTn id="8" dur="1000" fill="hold"/>
                                        <p:tgtEl>
                                          <p:spTgt spid="6">
                                            <p:txEl>
                                              <p:pRg st="0" end="0"/>
                                            </p:txEl>
                                          </p:spTgt>
                                        </p:tgtEl>
                                        <p:attrNameLst>
                                          <p:attrName>ppt_y</p:attrName>
                                        </p:attrNameLst>
                                      </p:cBhvr>
                                      <p:tavLst>
                                        <p:tav tm="0">
                                          <p:val>
                                            <p:strVal val="#ppt_y"/>
                                          </p:val>
                                        </p:tav>
                                        <p:tav tm="100000">
                                          <p:val>
                                            <p:strVal val="#ppt_y"/>
                                          </p:val>
                                        </p:tav>
                                      </p:tavLst>
                                    </p:anim>
                                  </p:childTnLst>
                                </p:cTn>
                              </p:par>
                              <p:par>
                                <p:cTn id="9" presetID="2" presetClass="entr" presetSubtype="8" fill="hold" nodeType="with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anim calcmode="lin" valueType="num">
                                      <p:cBhvr additive="base">
                                        <p:cTn id="11" dur="1000" fill="hold"/>
                                        <p:tgtEl>
                                          <p:spTgt spid="6">
                                            <p:txEl>
                                              <p:pRg st="1" end="1"/>
                                            </p:txEl>
                                          </p:spTgt>
                                        </p:tgtEl>
                                        <p:attrNameLst>
                                          <p:attrName>ppt_x</p:attrName>
                                        </p:attrNameLst>
                                      </p:cBhvr>
                                      <p:tavLst>
                                        <p:tav tm="0">
                                          <p:val>
                                            <p:strVal val="0-#ppt_w/2"/>
                                          </p:val>
                                        </p:tav>
                                        <p:tav tm="100000">
                                          <p:val>
                                            <p:strVal val="#ppt_x"/>
                                          </p:val>
                                        </p:tav>
                                      </p:tavLst>
                                    </p:anim>
                                    <p:anim calcmode="lin" valueType="num">
                                      <p:cBhvr additive="base">
                                        <p:cTn id="12" dur="1000" fill="hold"/>
                                        <p:tgtEl>
                                          <p:spTgt spid="6">
                                            <p:txEl>
                                              <p:pRg st="1" end="1"/>
                                            </p:txEl>
                                          </p:spTgt>
                                        </p:tgtEl>
                                        <p:attrNameLst>
                                          <p:attrName>ppt_y</p:attrName>
                                        </p:attrNameLst>
                                      </p:cBhvr>
                                      <p:tavLst>
                                        <p:tav tm="0">
                                          <p:val>
                                            <p:strVal val="#ppt_y"/>
                                          </p:val>
                                        </p:tav>
                                        <p:tav tm="100000">
                                          <p:val>
                                            <p:strVal val="#ppt_y"/>
                                          </p:val>
                                        </p:tav>
                                      </p:tavLst>
                                    </p:anim>
                                  </p:childTnLst>
                                </p:cTn>
                              </p:par>
                              <p:par>
                                <p:cTn id="13" presetID="2" presetClass="entr" presetSubtype="8" fill="hold" nodeType="with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anim calcmode="lin" valueType="num">
                                      <p:cBhvr additive="base">
                                        <p:cTn id="15" dur="1000" fill="hold"/>
                                        <p:tgtEl>
                                          <p:spTgt spid="6">
                                            <p:txEl>
                                              <p:pRg st="2" end="2"/>
                                            </p:txEl>
                                          </p:spTgt>
                                        </p:tgtEl>
                                        <p:attrNameLst>
                                          <p:attrName>ppt_x</p:attrName>
                                        </p:attrNameLst>
                                      </p:cBhvr>
                                      <p:tavLst>
                                        <p:tav tm="0">
                                          <p:val>
                                            <p:strVal val="0-#ppt_w/2"/>
                                          </p:val>
                                        </p:tav>
                                        <p:tav tm="100000">
                                          <p:val>
                                            <p:strVal val="#ppt_x"/>
                                          </p:val>
                                        </p:tav>
                                      </p:tavLst>
                                    </p:anim>
                                    <p:anim calcmode="lin" valueType="num">
                                      <p:cBhvr additive="base">
                                        <p:cTn id="16" dur="1000" fill="hold"/>
                                        <p:tgtEl>
                                          <p:spTgt spid="6">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2" presetClass="entr" presetSubtype="8" fill="hold" nodeType="clickEffect">
                                  <p:stCondLst>
                                    <p:cond delay="0"/>
                                  </p:stCondLst>
                                  <p:childTnLst>
                                    <p:set>
                                      <p:cBhvr>
                                        <p:cTn id="20" dur="1" fill="hold">
                                          <p:stCondLst>
                                            <p:cond delay="0"/>
                                          </p:stCondLst>
                                        </p:cTn>
                                        <p:tgtEl>
                                          <p:spTgt spid="10">
                                            <p:txEl>
                                              <p:pRg st="0" end="0"/>
                                            </p:txEl>
                                          </p:spTgt>
                                        </p:tgtEl>
                                        <p:attrNameLst>
                                          <p:attrName>style.visibility</p:attrName>
                                        </p:attrNameLst>
                                      </p:cBhvr>
                                      <p:to>
                                        <p:strVal val="visible"/>
                                      </p:to>
                                    </p:set>
                                    <p:anim calcmode="lin" valueType="num">
                                      <p:cBhvr additive="base">
                                        <p:cTn id="21" dur="1000" fill="hold"/>
                                        <p:tgtEl>
                                          <p:spTgt spid="10">
                                            <p:txEl>
                                              <p:pRg st="0" end="0"/>
                                            </p:txEl>
                                          </p:spTgt>
                                        </p:tgtEl>
                                        <p:attrNameLst>
                                          <p:attrName>ppt_x</p:attrName>
                                        </p:attrNameLst>
                                      </p:cBhvr>
                                      <p:tavLst>
                                        <p:tav tm="0">
                                          <p:val>
                                            <p:strVal val="0-#ppt_w/2"/>
                                          </p:val>
                                        </p:tav>
                                        <p:tav tm="100000">
                                          <p:val>
                                            <p:strVal val="#ppt_x"/>
                                          </p:val>
                                        </p:tav>
                                      </p:tavLst>
                                    </p:anim>
                                    <p:anim calcmode="lin" valueType="num">
                                      <p:cBhvr additive="base">
                                        <p:cTn id="22" dur="1000" fill="hold"/>
                                        <p:tgtEl>
                                          <p:spTgt spid="10">
                                            <p:txEl>
                                              <p:pRg st="0" end="0"/>
                                            </p:txEl>
                                          </p:spTgt>
                                        </p:tgtEl>
                                        <p:attrNameLst>
                                          <p:attrName>ppt_y</p:attrName>
                                        </p:attrNameLst>
                                      </p:cBhvr>
                                      <p:tavLst>
                                        <p:tav tm="0">
                                          <p:val>
                                            <p:strVal val="#ppt_y"/>
                                          </p:val>
                                        </p:tav>
                                        <p:tav tm="100000">
                                          <p:val>
                                            <p:strVal val="#ppt_y"/>
                                          </p:val>
                                        </p:tav>
                                      </p:tavLst>
                                    </p:anim>
                                  </p:childTnLst>
                                </p:cTn>
                              </p:par>
                              <p:par>
                                <p:cTn id="23" presetID="2" presetClass="entr" presetSubtype="8" fill="hold" nodeType="withEffect">
                                  <p:stCondLst>
                                    <p:cond delay="0"/>
                                  </p:stCondLst>
                                  <p:childTnLst>
                                    <p:set>
                                      <p:cBhvr>
                                        <p:cTn id="24" dur="1" fill="hold">
                                          <p:stCondLst>
                                            <p:cond delay="0"/>
                                          </p:stCondLst>
                                        </p:cTn>
                                        <p:tgtEl>
                                          <p:spTgt spid="10">
                                            <p:txEl>
                                              <p:pRg st="1" end="1"/>
                                            </p:txEl>
                                          </p:spTgt>
                                        </p:tgtEl>
                                        <p:attrNameLst>
                                          <p:attrName>style.visibility</p:attrName>
                                        </p:attrNameLst>
                                      </p:cBhvr>
                                      <p:to>
                                        <p:strVal val="visible"/>
                                      </p:to>
                                    </p:set>
                                    <p:anim calcmode="lin" valueType="num">
                                      <p:cBhvr additive="base">
                                        <p:cTn id="25" dur="1000" fill="hold"/>
                                        <p:tgtEl>
                                          <p:spTgt spid="10">
                                            <p:txEl>
                                              <p:pRg st="1" end="1"/>
                                            </p:txEl>
                                          </p:spTgt>
                                        </p:tgtEl>
                                        <p:attrNameLst>
                                          <p:attrName>ppt_x</p:attrName>
                                        </p:attrNameLst>
                                      </p:cBhvr>
                                      <p:tavLst>
                                        <p:tav tm="0">
                                          <p:val>
                                            <p:strVal val="0-#ppt_w/2"/>
                                          </p:val>
                                        </p:tav>
                                        <p:tav tm="100000">
                                          <p:val>
                                            <p:strVal val="#ppt_x"/>
                                          </p:val>
                                        </p:tav>
                                      </p:tavLst>
                                    </p:anim>
                                    <p:anim calcmode="lin" valueType="num">
                                      <p:cBhvr additive="base">
                                        <p:cTn id="26" dur="1000" fill="hold"/>
                                        <p:tgtEl>
                                          <p:spTgt spid="10">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nodeType="clickEffect">
                                  <p:stCondLst>
                                    <p:cond delay="0"/>
                                  </p:stCondLst>
                                  <p:childTnLst>
                                    <p:set>
                                      <p:cBhvr>
                                        <p:cTn id="30" dur="1" fill="hold">
                                          <p:stCondLst>
                                            <p:cond delay="0"/>
                                          </p:stCondLst>
                                        </p:cTn>
                                        <p:tgtEl>
                                          <p:spTgt spid="10">
                                            <p:txEl>
                                              <p:pRg st="2" end="2"/>
                                            </p:txEl>
                                          </p:spTgt>
                                        </p:tgtEl>
                                        <p:attrNameLst>
                                          <p:attrName>style.visibility</p:attrName>
                                        </p:attrNameLst>
                                      </p:cBhvr>
                                      <p:to>
                                        <p:strVal val="visible"/>
                                      </p:to>
                                    </p:set>
                                    <p:anim calcmode="lin" valueType="num">
                                      <p:cBhvr additive="base">
                                        <p:cTn id="31" dur="1000" fill="hold"/>
                                        <p:tgtEl>
                                          <p:spTgt spid="10">
                                            <p:txEl>
                                              <p:pRg st="2" end="2"/>
                                            </p:txEl>
                                          </p:spTgt>
                                        </p:tgtEl>
                                        <p:attrNameLst>
                                          <p:attrName>ppt_x</p:attrName>
                                        </p:attrNameLst>
                                      </p:cBhvr>
                                      <p:tavLst>
                                        <p:tav tm="0">
                                          <p:val>
                                            <p:strVal val="0-#ppt_w/2"/>
                                          </p:val>
                                        </p:tav>
                                        <p:tav tm="100000">
                                          <p:val>
                                            <p:strVal val="#ppt_x"/>
                                          </p:val>
                                        </p:tav>
                                      </p:tavLst>
                                    </p:anim>
                                    <p:anim calcmode="lin" valueType="num">
                                      <p:cBhvr additive="base">
                                        <p:cTn id="32" dur="1000" fill="hold"/>
                                        <p:tgtEl>
                                          <p:spTgt spid="10">
                                            <p:txEl>
                                              <p:pRg st="2" end="2"/>
                                            </p:txEl>
                                          </p:spTgt>
                                        </p:tgtEl>
                                        <p:attrNameLst>
                                          <p:attrName>ppt_y</p:attrName>
                                        </p:attrNameLst>
                                      </p:cBhvr>
                                      <p:tavLst>
                                        <p:tav tm="0">
                                          <p:val>
                                            <p:strVal val="#ppt_y"/>
                                          </p:val>
                                        </p:tav>
                                        <p:tav tm="100000">
                                          <p:val>
                                            <p:strVal val="#ppt_y"/>
                                          </p:val>
                                        </p:tav>
                                      </p:tavLst>
                                    </p:anim>
                                  </p:childTnLst>
                                </p:cTn>
                              </p:par>
                              <p:par>
                                <p:cTn id="33" presetID="2" presetClass="entr" presetSubtype="8" fill="hold" nodeType="withEffect">
                                  <p:stCondLst>
                                    <p:cond delay="0"/>
                                  </p:stCondLst>
                                  <p:childTnLst>
                                    <p:set>
                                      <p:cBhvr>
                                        <p:cTn id="34" dur="1" fill="hold">
                                          <p:stCondLst>
                                            <p:cond delay="0"/>
                                          </p:stCondLst>
                                        </p:cTn>
                                        <p:tgtEl>
                                          <p:spTgt spid="10">
                                            <p:txEl>
                                              <p:pRg st="3" end="3"/>
                                            </p:txEl>
                                          </p:spTgt>
                                        </p:tgtEl>
                                        <p:attrNameLst>
                                          <p:attrName>style.visibility</p:attrName>
                                        </p:attrNameLst>
                                      </p:cBhvr>
                                      <p:to>
                                        <p:strVal val="visible"/>
                                      </p:to>
                                    </p:set>
                                    <p:anim calcmode="lin" valueType="num">
                                      <p:cBhvr additive="base">
                                        <p:cTn id="35" dur="1000" fill="hold"/>
                                        <p:tgtEl>
                                          <p:spTgt spid="10">
                                            <p:txEl>
                                              <p:pRg st="3" end="3"/>
                                            </p:txEl>
                                          </p:spTgt>
                                        </p:tgtEl>
                                        <p:attrNameLst>
                                          <p:attrName>ppt_x</p:attrName>
                                        </p:attrNameLst>
                                      </p:cBhvr>
                                      <p:tavLst>
                                        <p:tav tm="0">
                                          <p:val>
                                            <p:strVal val="0-#ppt_w/2"/>
                                          </p:val>
                                        </p:tav>
                                        <p:tav tm="100000">
                                          <p:val>
                                            <p:strVal val="#ppt_x"/>
                                          </p:val>
                                        </p:tav>
                                      </p:tavLst>
                                    </p:anim>
                                    <p:anim calcmode="lin" valueType="num">
                                      <p:cBhvr additive="base">
                                        <p:cTn id="36" dur="1000" fill="hold"/>
                                        <p:tgtEl>
                                          <p:spTgt spid="10">
                                            <p:txEl>
                                              <p:pRg st="3" end="3"/>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标题 1"/>
          <p:cNvSpPr>
            <a:spLocks noGrp="1"/>
          </p:cNvSpPr>
          <p:nvPr>
            <p:ph type="title"/>
          </p:nvPr>
        </p:nvSpPr>
        <p:spPr/>
        <p:txBody>
          <a:bodyPr/>
          <a:lstStyle/>
          <a:p>
            <a:pPr>
              <a:defRPr/>
            </a:pPr>
            <a:r>
              <a:rPr lang="zh-CN" altLang="en-US" sz="3600">
                <a:solidFill>
                  <a:srgbClr val="002060"/>
                </a:solidFill>
                <a:latin typeface="微软雅黑" pitchFamily="34" charset="-122"/>
                <a:ea typeface="微软雅黑" pitchFamily="34" charset="-122"/>
              </a:rPr>
              <a:t>例</a:t>
            </a:r>
            <a:r>
              <a:rPr lang="en-US" altLang="zh-CN" sz="3600">
                <a:solidFill>
                  <a:srgbClr val="002060"/>
                </a:solidFill>
                <a:latin typeface="微软雅黑" pitchFamily="34" charset="-122"/>
                <a:ea typeface="微软雅黑" pitchFamily="34" charset="-122"/>
              </a:rPr>
              <a:t>2_7</a:t>
            </a:r>
            <a:r>
              <a:rPr lang="zh-CN" altLang="en-US" sz="3600">
                <a:solidFill>
                  <a:srgbClr val="002060"/>
                </a:solidFill>
                <a:latin typeface="微软雅黑" pitchFamily="34" charset="-122"/>
                <a:ea typeface="微软雅黑" pitchFamily="34" charset="-122"/>
              </a:rPr>
              <a:t>：</a:t>
            </a:r>
            <a:r>
              <a:rPr lang="zh-CN" altLang="en-US" sz="2800">
                <a:solidFill>
                  <a:srgbClr val="002060"/>
                </a:solidFill>
                <a:latin typeface="微软雅黑" pitchFamily="34" charset="-122"/>
                <a:ea typeface="微软雅黑" pitchFamily="34" charset="-122"/>
              </a:rPr>
              <a:t>用</a:t>
            </a:r>
            <a:r>
              <a:rPr lang="en-US" altLang="zh-CN" sz="2800">
                <a:solidFill>
                  <a:srgbClr val="002060"/>
                </a:solidFill>
                <a:latin typeface="微软雅黑" pitchFamily="34" charset="-122"/>
                <a:ea typeface="微软雅黑" pitchFamily="34" charset="-122"/>
              </a:rPr>
              <a:t>do-while</a:t>
            </a:r>
            <a:r>
              <a:rPr lang="zh-CN" altLang="en-US" sz="2800">
                <a:solidFill>
                  <a:srgbClr val="002060"/>
                </a:solidFill>
                <a:latin typeface="微软雅黑" pitchFamily="34" charset="-122"/>
                <a:ea typeface="微软雅黑" pitchFamily="34" charset="-122"/>
              </a:rPr>
              <a:t>语句，</a:t>
            </a:r>
            <a:r>
              <a:rPr lang="zh-CN" altLang="en-US" sz="2800" dirty="0">
                <a:solidFill>
                  <a:srgbClr val="002060"/>
                </a:solidFill>
                <a:latin typeface="微软雅黑" pitchFamily="34" charset="-122"/>
                <a:ea typeface="微软雅黑" pitchFamily="34" charset="-122"/>
              </a:rPr>
              <a:t>求自然数</a:t>
            </a:r>
            <a:r>
              <a:rPr lang="en-US" altLang="zh-CN" sz="2800" dirty="0">
                <a:solidFill>
                  <a:srgbClr val="002060"/>
                </a:solidFill>
                <a:latin typeface="微软雅黑" pitchFamily="34" charset="-122"/>
                <a:ea typeface="微软雅黑" pitchFamily="34" charset="-122"/>
              </a:rPr>
              <a:t>1~10</a:t>
            </a:r>
            <a:r>
              <a:rPr lang="zh-CN" altLang="en-US" sz="2800" dirty="0">
                <a:solidFill>
                  <a:srgbClr val="002060"/>
                </a:solidFill>
                <a:latin typeface="微软雅黑" pitchFamily="34" charset="-122"/>
                <a:ea typeface="微软雅黑" pitchFamily="34" charset="-122"/>
              </a:rPr>
              <a:t>之和</a:t>
            </a:r>
          </a:p>
        </p:txBody>
      </p:sp>
      <p:sp>
        <p:nvSpPr>
          <p:cNvPr id="109572" name="内容占位符 2"/>
          <p:cNvSpPr>
            <a:spLocks noGrp="1"/>
          </p:cNvSpPr>
          <p:nvPr>
            <p:ph idx="1"/>
          </p:nvPr>
        </p:nvSpPr>
        <p:spPr/>
        <p:txBody>
          <a:bodyPr/>
          <a:lstStyle/>
          <a:p>
            <a:pPr>
              <a:buFont typeface="Georgia" panose="02040502050405020303" pitchFamily="18" charset="0"/>
              <a:buNone/>
            </a:pPr>
            <a:r>
              <a:rPr lang="en-US" altLang="zh-CN" sz="2400">
                <a:latin typeface="微软雅黑" panose="020B0503020204020204" pitchFamily="34" charset="-122"/>
                <a:ea typeface="微软雅黑" panose="020B0503020204020204" pitchFamily="34" charset="-122"/>
              </a:rPr>
              <a:t>//2_7.cpp</a:t>
            </a:r>
          </a:p>
          <a:p>
            <a:pPr>
              <a:buFont typeface="Georgia" panose="02040502050405020303" pitchFamily="18" charset="0"/>
              <a:buNone/>
            </a:pPr>
            <a:r>
              <a:rPr lang="en-US" altLang="zh-CN" sz="2400">
                <a:latin typeface="微软雅黑" panose="020B0503020204020204" pitchFamily="34" charset="-122"/>
                <a:ea typeface="微软雅黑" panose="020B0503020204020204" pitchFamily="34" charset="-122"/>
              </a:rPr>
              <a:t>#include &lt;iostream&gt;</a:t>
            </a:r>
          </a:p>
          <a:p>
            <a:pPr>
              <a:buFont typeface="Georgia" panose="02040502050405020303" pitchFamily="18" charset="0"/>
              <a:buNone/>
            </a:pPr>
            <a:r>
              <a:rPr lang="en-US" altLang="zh-CN" sz="2400">
                <a:latin typeface="微软雅黑" panose="020B0503020204020204" pitchFamily="34" charset="-122"/>
                <a:ea typeface="微软雅黑" panose="020B0503020204020204" pitchFamily="34" charset="-122"/>
              </a:rPr>
              <a:t>using namespace std;</a:t>
            </a:r>
          </a:p>
          <a:p>
            <a:pPr>
              <a:buFont typeface="Georgia" panose="02040502050405020303" pitchFamily="18" charset="0"/>
              <a:buNone/>
            </a:pPr>
            <a:r>
              <a:rPr lang="en-US" altLang="zh-CN" sz="2400">
                <a:latin typeface="微软雅黑" panose="020B0503020204020204" pitchFamily="34" charset="-122"/>
                <a:ea typeface="微软雅黑" panose="020B0503020204020204" pitchFamily="34" charset="-122"/>
              </a:rPr>
              <a:t>int main() {</a:t>
            </a:r>
          </a:p>
          <a:p>
            <a:pPr>
              <a:buFont typeface="Georgia" panose="02040502050405020303" pitchFamily="18" charset="0"/>
              <a:buNone/>
            </a:pPr>
            <a:r>
              <a:rPr lang="en-US" altLang="zh-CN" sz="2400">
                <a:latin typeface="微软雅黑" panose="020B0503020204020204" pitchFamily="34" charset="-122"/>
                <a:ea typeface="微软雅黑" panose="020B0503020204020204" pitchFamily="34" charset="-122"/>
              </a:rPr>
              <a:t>	int i = 1, sum = 0;</a:t>
            </a:r>
          </a:p>
          <a:p>
            <a:pPr>
              <a:buFont typeface="Georgia" panose="02040502050405020303" pitchFamily="18" charset="0"/>
              <a:buNone/>
            </a:pPr>
            <a:r>
              <a:rPr lang="en-US" altLang="zh-CN" sz="2400">
                <a:latin typeface="微软雅黑" panose="020B0503020204020204" pitchFamily="34" charset="-122"/>
                <a:ea typeface="微软雅黑" panose="020B0503020204020204" pitchFamily="34" charset="-122"/>
              </a:rPr>
              <a:t>	do {</a:t>
            </a:r>
          </a:p>
          <a:p>
            <a:pPr>
              <a:buFont typeface="Georgia" panose="02040502050405020303" pitchFamily="18" charset="0"/>
              <a:buNone/>
            </a:pPr>
            <a:r>
              <a:rPr lang="en-US" altLang="zh-CN" sz="2400">
                <a:latin typeface="微软雅黑" panose="020B0503020204020204" pitchFamily="34" charset="-122"/>
                <a:ea typeface="微软雅黑" panose="020B0503020204020204" pitchFamily="34" charset="-122"/>
              </a:rPr>
              <a:t>		sum += i;</a:t>
            </a:r>
          </a:p>
          <a:p>
            <a:pPr>
              <a:buFont typeface="Georgia" panose="02040502050405020303" pitchFamily="18" charset="0"/>
              <a:buNone/>
            </a:pPr>
            <a:r>
              <a:rPr lang="en-US" altLang="zh-CN" sz="2400">
                <a:latin typeface="微软雅黑" panose="020B0503020204020204" pitchFamily="34" charset="-122"/>
                <a:ea typeface="微软雅黑" panose="020B0503020204020204" pitchFamily="34" charset="-122"/>
              </a:rPr>
              <a:t>		i++;</a:t>
            </a:r>
          </a:p>
          <a:p>
            <a:pPr>
              <a:buFont typeface="Georgia" panose="02040502050405020303" pitchFamily="18" charset="0"/>
              <a:buNone/>
            </a:pPr>
            <a:r>
              <a:rPr lang="en-US" altLang="zh-CN" sz="2400">
                <a:latin typeface="微软雅黑" panose="020B0503020204020204" pitchFamily="34" charset="-122"/>
                <a:ea typeface="微软雅黑" panose="020B0503020204020204" pitchFamily="34" charset="-122"/>
              </a:rPr>
              <a:t>	} while (i &lt;= 10);</a:t>
            </a:r>
          </a:p>
          <a:p>
            <a:pPr>
              <a:buFont typeface="Georgia" panose="02040502050405020303" pitchFamily="18" charset="0"/>
              <a:buNone/>
            </a:pPr>
            <a:r>
              <a:rPr lang="en-US" altLang="zh-CN" sz="2400">
                <a:latin typeface="微软雅黑" panose="020B0503020204020204" pitchFamily="34" charset="-122"/>
                <a:ea typeface="微软雅黑" panose="020B0503020204020204" pitchFamily="34" charset="-122"/>
              </a:rPr>
              <a:t>	cout &lt;&lt; "sum = " &lt;&lt; sum &lt;&lt; endl;</a:t>
            </a:r>
          </a:p>
          <a:p>
            <a:pPr>
              <a:buFont typeface="Georgia" panose="02040502050405020303" pitchFamily="18" charset="0"/>
              <a:buNone/>
            </a:pPr>
            <a:r>
              <a:rPr lang="en-US" altLang="zh-CN" sz="2400">
                <a:latin typeface="微软雅黑" panose="020B0503020204020204" pitchFamily="34" charset="-122"/>
                <a:ea typeface="微软雅黑" panose="020B0503020204020204" pitchFamily="34" charset="-122"/>
              </a:rPr>
              <a:t>	return 0;</a:t>
            </a:r>
          </a:p>
          <a:p>
            <a:pPr>
              <a:buFont typeface="Georgia" panose="02040502050405020303" pitchFamily="18" charset="0"/>
              <a:buNone/>
            </a:pPr>
            <a:r>
              <a:rPr lang="en-US" altLang="zh-CN" sz="2400">
                <a:latin typeface="微软雅黑" panose="020B0503020204020204" pitchFamily="34" charset="-122"/>
                <a:ea typeface="微软雅黑" panose="020B0503020204020204" pitchFamily="34" charset="-122"/>
              </a:rPr>
              <a:t>}</a:t>
            </a:r>
          </a:p>
        </p:txBody>
      </p:sp>
    </p:spTree>
    <p:extLst>
      <p:ext uri="{BB962C8B-B14F-4D97-AF65-F5344CB8AC3E}">
        <p14:creationId xmlns:p14="http://schemas.microsoft.com/office/powerpoint/2010/main" val="1219064088"/>
      </p:ext>
    </p:extLst>
  </p:cSld>
  <p:clrMapOvr>
    <a:masterClrMapping/>
  </p:clrMapOvr>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标题 1"/>
          <p:cNvSpPr>
            <a:spLocks noGrp="1"/>
          </p:cNvSpPr>
          <p:nvPr>
            <p:ph type="title"/>
          </p:nvPr>
        </p:nvSpPr>
        <p:spPr/>
        <p:txBody>
          <a:bodyPr/>
          <a:lstStyle/>
          <a:p>
            <a:pPr eaLnBrk="1" hangingPunct="1">
              <a:defRPr/>
            </a:pPr>
            <a:r>
              <a:rPr lang="zh-CN" altLang="en-US" sz="3600" dirty="0">
                <a:latin typeface="微软雅黑" pitchFamily="34" charset="-122"/>
                <a:ea typeface="微软雅黑" pitchFamily="34" charset="-122"/>
              </a:rPr>
              <a:t>对比下面的程序</a:t>
            </a:r>
          </a:p>
        </p:txBody>
      </p:sp>
      <p:sp>
        <p:nvSpPr>
          <p:cNvPr id="9" name="Rectangle 3">
            <a:extLst>
              <a:ext uri="{FF2B5EF4-FFF2-40B4-BE49-F238E27FC236}">
                <a16:creationId xmlns:a16="http://schemas.microsoft.com/office/drawing/2014/main" id="{C1F8ADEE-9FC5-4C88-9720-BF8A1DD26947}"/>
              </a:ext>
            </a:extLst>
          </p:cNvPr>
          <p:cNvSpPr txBox="1">
            <a:spLocks noChangeArrowheads="1"/>
          </p:cNvSpPr>
          <p:nvPr/>
        </p:nvSpPr>
        <p:spPr bwMode="auto">
          <a:xfrm>
            <a:off x="958850" y="1197769"/>
            <a:ext cx="4994275" cy="450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隶书" panose="02010509060101010101" pitchFamily="49" charset="-122"/>
              </a:defRPr>
            </a:lvl1pPr>
            <a:lvl2pPr marL="742950" indent="-285750" eaLnBrk="0" hangingPunct="0">
              <a:defRPr kumimoji="1" sz="2400">
                <a:solidFill>
                  <a:schemeClr val="tx1"/>
                </a:solidFill>
                <a:latin typeface="Times New Roman" panose="02020603050405020304" pitchFamily="18" charset="0"/>
                <a:ea typeface="隶书" panose="02010509060101010101" pitchFamily="49" charset="-122"/>
              </a:defRPr>
            </a:lvl2pPr>
            <a:lvl3pPr marL="1143000" indent="-228600" eaLnBrk="0" hangingPunct="0">
              <a:defRPr kumimoji="1" sz="2400">
                <a:solidFill>
                  <a:schemeClr val="tx1"/>
                </a:solidFill>
                <a:latin typeface="Times New Roman" panose="02020603050405020304" pitchFamily="18" charset="0"/>
                <a:ea typeface="隶书" panose="02010509060101010101" pitchFamily="49" charset="-122"/>
              </a:defRPr>
            </a:lvl3pPr>
            <a:lvl4pPr marL="1600200" indent="-228600" eaLnBrk="0" hangingPunct="0">
              <a:defRPr kumimoji="1" sz="2400">
                <a:solidFill>
                  <a:schemeClr val="tx1"/>
                </a:solidFill>
                <a:latin typeface="Times New Roman" panose="02020603050405020304" pitchFamily="18" charset="0"/>
                <a:ea typeface="隶书" panose="02010509060101010101" pitchFamily="49" charset="-122"/>
              </a:defRPr>
            </a:lvl4pPr>
            <a:lvl5pPr marL="2057400" indent="-228600" eaLnBrk="0" hangingPunct="0">
              <a:defRPr kumimoji="1"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pPr eaLnBrk="1" hangingPunct="1">
              <a:lnSpc>
                <a:spcPct val="80000"/>
              </a:lnSpc>
              <a:spcBef>
                <a:spcPts val="300"/>
              </a:spcBef>
              <a:buClr>
                <a:srgbClr val="A04DA3"/>
              </a:buClr>
              <a:buFont typeface="Wingdings" panose="05000000000000000000" pitchFamily="2" charset="2"/>
              <a:buNone/>
            </a:pPr>
            <a:r>
              <a:rPr kumimoji="0" lang="zh-CN" altLang="en-US" dirty="0">
                <a:latin typeface="微软雅黑" panose="020B0503020204020204" pitchFamily="34" charset="-122"/>
                <a:ea typeface="微软雅黑" panose="020B0503020204020204" pitchFamily="34" charset="-122"/>
              </a:rPr>
              <a:t>程序</a:t>
            </a:r>
            <a:r>
              <a:rPr kumimoji="0" lang="en-US" altLang="zh-CN" dirty="0">
                <a:latin typeface="微软雅黑" panose="020B0503020204020204" pitchFamily="34" charset="-122"/>
                <a:ea typeface="微软雅黑" panose="020B0503020204020204" pitchFamily="34" charset="-122"/>
              </a:rPr>
              <a:t>1</a:t>
            </a:r>
            <a:r>
              <a:rPr kumimoji="0" lang="zh-CN" altLang="en-US" dirty="0">
                <a:latin typeface="微软雅黑" panose="020B0503020204020204" pitchFamily="34" charset="-122"/>
                <a:ea typeface="微软雅黑" panose="020B0503020204020204" pitchFamily="34" charset="-122"/>
              </a:rPr>
              <a:t>：</a:t>
            </a:r>
          </a:p>
          <a:p>
            <a:pPr eaLnBrk="1" hangingPunct="1">
              <a:lnSpc>
                <a:spcPct val="80000"/>
              </a:lnSpc>
              <a:spcBef>
                <a:spcPts val="300"/>
              </a:spcBef>
              <a:buClr>
                <a:srgbClr val="A04DA3"/>
              </a:buClr>
              <a:buFont typeface="Wingdings" panose="05000000000000000000" pitchFamily="2" charset="2"/>
              <a:buNone/>
            </a:pPr>
            <a:r>
              <a:rPr kumimoji="0" lang="en-US" altLang="zh-CN" dirty="0">
                <a:latin typeface="微软雅黑" panose="020B0503020204020204" pitchFamily="34" charset="-122"/>
                <a:ea typeface="微软雅黑" panose="020B0503020204020204" pitchFamily="34" charset="-122"/>
              </a:rPr>
              <a:t>#include &lt;iostream&gt;</a:t>
            </a:r>
          </a:p>
          <a:p>
            <a:pPr eaLnBrk="1" hangingPunct="1">
              <a:lnSpc>
                <a:spcPct val="80000"/>
              </a:lnSpc>
              <a:spcBef>
                <a:spcPts val="300"/>
              </a:spcBef>
              <a:buClr>
                <a:srgbClr val="A04DA3"/>
              </a:buClr>
              <a:buFont typeface="Wingdings" panose="05000000000000000000" pitchFamily="2" charset="2"/>
              <a:buNone/>
            </a:pPr>
            <a:r>
              <a:rPr kumimoji="0" lang="en-US" altLang="zh-CN" dirty="0">
                <a:latin typeface="微软雅黑" panose="020B0503020204020204" pitchFamily="34" charset="-122"/>
                <a:ea typeface="微软雅黑" panose="020B0503020204020204" pitchFamily="34" charset="-122"/>
              </a:rPr>
              <a:t>using namespace std;</a:t>
            </a:r>
          </a:p>
          <a:p>
            <a:pPr eaLnBrk="1" hangingPunct="1">
              <a:lnSpc>
                <a:spcPct val="80000"/>
              </a:lnSpc>
              <a:spcBef>
                <a:spcPts val="300"/>
              </a:spcBef>
              <a:buClr>
                <a:srgbClr val="A04DA3"/>
              </a:buClr>
              <a:buFont typeface="Wingdings" panose="05000000000000000000" pitchFamily="2" charset="2"/>
              <a:buNone/>
            </a:pPr>
            <a:r>
              <a:rPr kumimoji="0" lang="en-US" altLang="zh-CN" dirty="0">
                <a:latin typeface="微软雅黑" panose="020B0503020204020204" pitchFamily="34" charset="-122"/>
                <a:ea typeface="微软雅黑" panose="020B0503020204020204" pitchFamily="34" charset="-122"/>
              </a:rPr>
              <a:t>int main() {</a:t>
            </a:r>
          </a:p>
          <a:p>
            <a:pPr eaLnBrk="1" hangingPunct="1">
              <a:lnSpc>
                <a:spcPct val="80000"/>
              </a:lnSpc>
              <a:spcBef>
                <a:spcPts val="300"/>
              </a:spcBef>
              <a:buClr>
                <a:srgbClr val="A04DA3"/>
              </a:buClr>
              <a:buFont typeface="Wingdings" panose="05000000000000000000" pitchFamily="2" charset="2"/>
              <a:buNone/>
            </a:pPr>
            <a:r>
              <a:rPr kumimoji="0" lang="en-US" altLang="zh-CN" dirty="0">
                <a:latin typeface="微软雅黑" panose="020B0503020204020204" pitchFamily="34" charset="-122"/>
                <a:ea typeface="微软雅黑" panose="020B0503020204020204" pitchFamily="34" charset="-122"/>
              </a:rPr>
              <a:t>  int </a:t>
            </a:r>
            <a:r>
              <a:rPr kumimoji="0" lang="en-US" altLang="zh-CN" dirty="0" err="1">
                <a:latin typeface="微软雅黑" panose="020B0503020204020204" pitchFamily="34" charset="-122"/>
                <a:ea typeface="微软雅黑" panose="020B0503020204020204" pitchFamily="34" charset="-122"/>
              </a:rPr>
              <a:t>i</a:t>
            </a:r>
            <a:r>
              <a:rPr kumimoji="0" lang="en-US" altLang="zh-CN" dirty="0">
                <a:latin typeface="微软雅黑" panose="020B0503020204020204" pitchFamily="34" charset="-122"/>
                <a:ea typeface="微软雅黑" panose="020B0503020204020204" pitchFamily="34" charset="-122"/>
              </a:rPr>
              <a:t>, sum = 0;</a:t>
            </a:r>
          </a:p>
          <a:p>
            <a:pPr eaLnBrk="1" hangingPunct="1">
              <a:lnSpc>
                <a:spcPct val="80000"/>
              </a:lnSpc>
              <a:spcBef>
                <a:spcPts val="300"/>
              </a:spcBef>
              <a:buClr>
                <a:srgbClr val="A04DA3"/>
              </a:buClr>
              <a:buFont typeface="Wingdings" panose="05000000000000000000" pitchFamily="2" charset="2"/>
              <a:buNone/>
            </a:pPr>
            <a:r>
              <a:rPr kumimoji="0" lang="en-US" altLang="zh-CN" dirty="0">
                <a:latin typeface="微软雅黑" panose="020B0503020204020204" pitchFamily="34" charset="-122"/>
                <a:ea typeface="微软雅黑" panose="020B0503020204020204" pitchFamily="34" charset="-122"/>
              </a:rPr>
              <a:t>  </a:t>
            </a:r>
            <a:r>
              <a:rPr kumimoji="0" lang="en-US" altLang="zh-CN" dirty="0" err="1">
                <a:latin typeface="微软雅黑" panose="020B0503020204020204" pitchFamily="34" charset="-122"/>
                <a:ea typeface="微软雅黑" panose="020B0503020204020204" pitchFamily="34" charset="-122"/>
              </a:rPr>
              <a:t>cin</a:t>
            </a:r>
            <a:r>
              <a:rPr kumimoji="0" lang="en-US" altLang="zh-CN" dirty="0">
                <a:latin typeface="微软雅黑" panose="020B0503020204020204" pitchFamily="34" charset="-122"/>
                <a:ea typeface="微软雅黑" panose="020B0503020204020204" pitchFamily="34" charset="-122"/>
              </a:rPr>
              <a:t> &gt;&gt; </a:t>
            </a:r>
            <a:r>
              <a:rPr kumimoji="0" lang="en-US" altLang="zh-CN" dirty="0" err="1">
                <a:latin typeface="微软雅黑" panose="020B0503020204020204" pitchFamily="34" charset="-122"/>
                <a:ea typeface="微软雅黑" panose="020B0503020204020204" pitchFamily="34" charset="-122"/>
              </a:rPr>
              <a:t>i</a:t>
            </a:r>
            <a:r>
              <a:rPr kumimoji="0" lang="en-US" altLang="zh-CN" dirty="0">
                <a:latin typeface="微软雅黑" panose="020B0503020204020204" pitchFamily="34" charset="-122"/>
                <a:ea typeface="微软雅黑" panose="020B0503020204020204" pitchFamily="34" charset="-122"/>
              </a:rPr>
              <a:t>;</a:t>
            </a:r>
          </a:p>
          <a:p>
            <a:pPr eaLnBrk="1" hangingPunct="1">
              <a:lnSpc>
                <a:spcPct val="80000"/>
              </a:lnSpc>
              <a:spcBef>
                <a:spcPts val="300"/>
              </a:spcBef>
              <a:buClr>
                <a:srgbClr val="A04DA3"/>
              </a:buClr>
              <a:buFont typeface="Wingdings" panose="05000000000000000000" pitchFamily="2" charset="2"/>
              <a:buNone/>
            </a:pPr>
            <a:r>
              <a:rPr kumimoji="0" lang="en-US" altLang="zh-CN" dirty="0">
                <a:latin typeface="微软雅黑" panose="020B0503020204020204" pitchFamily="34" charset="-122"/>
                <a:ea typeface="微软雅黑" panose="020B0503020204020204" pitchFamily="34" charset="-122"/>
              </a:rPr>
              <a:t>  while (</a:t>
            </a:r>
            <a:r>
              <a:rPr kumimoji="0" lang="en-US" altLang="zh-CN" dirty="0" err="1">
                <a:latin typeface="微软雅黑" panose="020B0503020204020204" pitchFamily="34" charset="-122"/>
                <a:ea typeface="微软雅黑" panose="020B0503020204020204" pitchFamily="34" charset="-122"/>
              </a:rPr>
              <a:t>i</a:t>
            </a:r>
            <a:r>
              <a:rPr kumimoji="0" lang="en-US" altLang="zh-CN" dirty="0">
                <a:latin typeface="微软雅黑" panose="020B0503020204020204" pitchFamily="34" charset="-122"/>
                <a:ea typeface="微软雅黑" panose="020B0503020204020204" pitchFamily="34" charset="-122"/>
              </a:rPr>
              <a:t> &lt;= 10) {</a:t>
            </a:r>
          </a:p>
          <a:p>
            <a:pPr eaLnBrk="1" hangingPunct="1">
              <a:lnSpc>
                <a:spcPct val="80000"/>
              </a:lnSpc>
              <a:spcBef>
                <a:spcPts val="300"/>
              </a:spcBef>
              <a:buClr>
                <a:srgbClr val="A04DA3"/>
              </a:buClr>
              <a:buFont typeface="Wingdings" panose="05000000000000000000" pitchFamily="2" charset="2"/>
              <a:buNone/>
            </a:pPr>
            <a:r>
              <a:rPr kumimoji="0" lang="en-US" altLang="zh-CN" dirty="0">
                <a:latin typeface="微软雅黑" panose="020B0503020204020204" pitchFamily="34" charset="-122"/>
                <a:ea typeface="微软雅黑" panose="020B0503020204020204" pitchFamily="34" charset="-122"/>
              </a:rPr>
              <a:t>    sum += </a:t>
            </a:r>
            <a:r>
              <a:rPr kumimoji="0" lang="en-US" altLang="zh-CN" dirty="0" err="1">
                <a:latin typeface="微软雅黑" panose="020B0503020204020204" pitchFamily="34" charset="-122"/>
                <a:ea typeface="微软雅黑" panose="020B0503020204020204" pitchFamily="34" charset="-122"/>
              </a:rPr>
              <a:t>i</a:t>
            </a:r>
            <a:r>
              <a:rPr kumimoji="0" lang="en-US" altLang="zh-CN" dirty="0">
                <a:latin typeface="微软雅黑" panose="020B0503020204020204" pitchFamily="34" charset="-122"/>
                <a:ea typeface="微软雅黑" panose="020B0503020204020204" pitchFamily="34" charset="-122"/>
              </a:rPr>
              <a:t>;</a:t>
            </a:r>
          </a:p>
          <a:p>
            <a:pPr eaLnBrk="1" hangingPunct="1">
              <a:lnSpc>
                <a:spcPct val="80000"/>
              </a:lnSpc>
              <a:spcBef>
                <a:spcPts val="300"/>
              </a:spcBef>
              <a:buClr>
                <a:srgbClr val="A04DA3"/>
              </a:buClr>
              <a:buFont typeface="Wingdings" panose="05000000000000000000" pitchFamily="2" charset="2"/>
              <a:buNone/>
            </a:pPr>
            <a:r>
              <a:rPr kumimoji="0" lang="en-US" altLang="zh-CN" dirty="0">
                <a:latin typeface="微软雅黑" panose="020B0503020204020204" pitchFamily="34" charset="-122"/>
                <a:ea typeface="微软雅黑" panose="020B0503020204020204" pitchFamily="34" charset="-122"/>
              </a:rPr>
              <a:t>    </a:t>
            </a:r>
            <a:r>
              <a:rPr kumimoji="0" lang="en-US" altLang="zh-CN" dirty="0" err="1">
                <a:latin typeface="微软雅黑" panose="020B0503020204020204" pitchFamily="34" charset="-122"/>
                <a:ea typeface="微软雅黑" panose="020B0503020204020204" pitchFamily="34" charset="-122"/>
              </a:rPr>
              <a:t>i</a:t>
            </a:r>
            <a:r>
              <a:rPr kumimoji="0" lang="en-US" altLang="zh-CN" dirty="0">
                <a:latin typeface="微软雅黑" panose="020B0503020204020204" pitchFamily="34" charset="-122"/>
                <a:ea typeface="微软雅黑" panose="020B0503020204020204" pitchFamily="34" charset="-122"/>
              </a:rPr>
              <a:t>++;</a:t>
            </a:r>
          </a:p>
          <a:p>
            <a:pPr eaLnBrk="1" hangingPunct="1">
              <a:lnSpc>
                <a:spcPct val="80000"/>
              </a:lnSpc>
              <a:spcBef>
                <a:spcPts val="300"/>
              </a:spcBef>
              <a:buClr>
                <a:srgbClr val="A04DA3"/>
              </a:buClr>
              <a:buFont typeface="Wingdings" panose="05000000000000000000" pitchFamily="2" charset="2"/>
              <a:buNone/>
            </a:pPr>
            <a:r>
              <a:rPr kumimoji="0" lang="en-US" altLang="zh-CN" dirty="0">
                <a:latin typeface="微软雅黑" panose="020B0503020204020204" pitchFamily="34" charset="-122"/>
                <a:ea typeface="微软雅黑" panose="020B0503020204020204" pitchFamily="34" charset="-122"/>
              </a:rPr>
              <a:t>  }</a:t>
            </a:r>
          </a:p>
          <a:p>
            <a:pPr eaLnBrk="1" hangingPunct="1">
              <a:lnSpc>
                <a:spcPct val="80000"/>
              </a:lnSpc>
              <a:spcBef>
                <a:spcPts val="300"/>
              </a:spcBef>
              <a:buClr>
                <a:srgbClr val="A04DA3"/>
              </a:buClr>
              <a:buFont typeface="Wingdings" panose="05000000000000000000" pitchFamily="2" charset="2"/>
              <a:buNone/>
            </a:pPr>
            <a:r>
              <a:rPr kumimoji="0" lang="en-US" altLang="zh-CN" dirty="0">
                <a:latin typeface="微软雅黑" panose="020B0503020204020204" pitchFamily="34" charset="-122"/>
                <a:ea typeface="微软雅黑" panose="020B0503020204020204" pitchFamily="34" charset="-122"/>
              </a:rPr>
              <a:t>  </a:t>
            </a:r>
            <a:r>
              <a:rPr kumimoji="0" lang="en-US" altLang="zh-CN" dirty="0" err="1">
                <a:latin typeface="微软雅黑" panose="020B0503020204020204" pitchFamily="34" charset="-122"/>
                <a:ea typeface="微软雅黑" panose="020B0503020204020204" pitchFamily="34" charset="-122"/>
              </a:rPr>
              <a:t>cout</a:t>
            </a:r>
            <a:r>
              <a:rPr kumimoji="0" lang="en-US" altLang="zh-CN" dirty="0">
                <a:latin typeface="微软雅黑" panose="020B0503020204020204" pitchFamily="34" charset="-122"/>
                <a:ea typeface="微软雅黑" panose="020B0503020204020204" pitchFamily="34" charset="-122"/>
              </a:rPr>
              <a:t>&lt;&lt; "sum= " &lt;&lt; sum</a:t>
            </a:r>
          </a:p>
          <a:p>
            <a:pPr eaLnBrk="1" hangingPunct="1">
              <a:lnSpc>
                <a:spcPct val="80000"/>
              </a:lnSpc>
              <a:spcBef>
                <a:spcPts val="300"/>
              </a:spcBef>
              <a:buClr>
                <a:srgbClr val="A04DA3"/>
              </a:buClr>
              <a:buFont typeface="Wingdings" panose="05000000000000000000" pitchFamily="2" charset="2"/>
              <a:buNone/>
            </a:pPr>
            <a:r>
              <a:rPr kumimoji="0" lang="en-US" altLang="zh-CN" dirty="0">
                <a:latin typeface="微软雅黑" panose="020B0503020204020204" pitchFamily="34" charset="-122"/>
                <a:ea typeface="微软雅黑" panose="020B0503020204020204" pitchFamily="34" charset="-122"/>
              </a:rPr>
              <a:t>       &lt;&lt; </a:t>
            </a:r>
            <a:r>
              <a:rPr kumimoji="0" lang="en-US" altLang="zh-CN" dirty="0" err="1">
                <a:latin typeface="微软雅黑" panose="020B0503020204020204" pitchFamily="34" charset="-122"/>
                <a:ea typeface="微软雅黑" panose="020B0503020204020204" pitchFamily="34" charset="-122"/>
              </a:rPr>
              <a:t>endl</a:t>
            </a:r>
            <a:r>
              <a:rPr kumimoji="0" lang="en-US" altLang="zh-CN" dirty="0">
                <a:latin typeface="微软雅黑" panose="020B0503020204020204" pitchFamily="34" charset="-122"/>
                <a:ea typeface="微软雅黑" panose="020B0503020204020204" pitchFamily="34" charset="-122"/>
              </a:rPr>
              <a:t>;</a:t>
            </a:r>
          </a:p>
          <a:p>
            <a:pPr eaLnBrk="1" hangingPunct="1">
              <a:lnSpc>
                <a:spcPct val="80000"/>
              </a:lnSpc>
              <a:spcBef>
                <a:spcPts val="300"/>
              </a:spcBef>
              <a:buClr>
                <a:srgbClr val="A04DA3"/>
              </a:buClr>
              <a:buFont typeface="Wingdings" panose="05000000000000000000" pitchFamily="2" charset="2"/>
              <a:buNone/>
            </a:pPr>
            <a:r>
              <a:rPr kumimoji="0" lang="en-US" altLang="zh-CN" dirty="0">
                <a:latin typeface="微软雅黑" panose="020B0503020204020204" pitchFamily="34" charset="-122"/>
                <a:ea typeface="微软雅黑" panose="020B0503020204020204" pitchFamily="34" charset="-122"/>
              </a:rPr>
              <a:t>  return 0;</a:t>
            </a:r>
          </a:p>
          <a:p>
            <a:pPr eaLnBrk="1" hangingPunct="1">
              <a:lnSpc>
                <a:spcPct val="80000"/>
              </a:lnSpc>
              <a:spcBef>
                <a:spcPts val="300"/>
              </a:spcBef>
              <a:buClr>
                <a:srgbClr val="A04DA3"/>
              </a:buClr>
              <a:buFont typeface="Wingdings" panose="05000000000000000000" pitchFamily="2" charset="2"/>
              <a:buNone/>
            </a:pPr>
            <a:r>
              <a:rPr kumimoji="0" lang="en-US" altLang="zh-CN" dirty="0">
                <a:latin typeface="微软雅黑" panose="020B0503020204020204" pitchFamily="34" charset="-122"/>
                <a:ea typeface="微软雅黑" panose="020B0503020204020204" pitchFamily="34" charset="-122"/>
              </a:rPr>
              <a:t>}</a:t>
            </a:r>
          </a:p>
        </p:txBody>
      </p:sp>
      <p:sp>
        <p:nvSpPr>
          <p:cNvPr id="10" name="Rectangle 5">
            <a:extLst>
              <a:ext uri="{FF2B5EF4-FFF2-40B4-BE49-F238E27FC236}">
                <a16:creationId xmlns:a16="http://schemas.microsoft.com/office/drawing/2014/main" id="{E0D5B153-2D96-482C-A41D-957ED095AA60}"/>
              </a:ext>
            </a:extLst>
          </p:cNvPr>
          <p:cNvSpPr txBox="1">
            <a:spLocks noChangeArrowheads="1"/>
          </p:cNvSpPr>
          <p:nvPr/>
        </p:nvSpPr>
        <p:spPr bwMode="auto">
          <a:xfrm>
            <a:off x="6294438" y="1124744"/>
            <a:ext cx="5589587" cy="4681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隶书" panose="02010509060101010101" pitchFamily="49" charset="-122"/>
              </a:defRPr>
            </a:lvl1pPr>
            <a:lvl2pPr marL="742950" indent="-285750" eaLnBrk="0" hangingPunct="0">
              <a:defRPr kumimoji="1" sz="2400">
                <a:solidFill>
                  <a:schemeClr val="tx1"/>
                </a:solidFill>
                <a:latin typeface="Times New Roman" panose="02020603050405020304" pitchFamily="18" charset="0"/>
                <a:ea typeface="隶书" panose="02010509060101010101" pitchFamily="49" charset="-122"/>
              </a:defRPr>
            </a:lvl2pPr>
            <a:lvl3pPr marL="1143000" indent="-228600" eaLnBrk="0" hangingPunct="0">
              <a:defRPr kumimoji="1" sz="2400">
                <a:solidFill>
                  <a:schemeClr val="tx1"/>
                </a:solidFill>
                <a:latin typeface="Times New Roman" panose="02020603050405020304" pitchFamily="18" charset="0"/>
                <a:ea typeface="隶书" panose="02010509060101010101" pitchFamily="49" charset="-122"/>
              </a:defRPr>
            </a:lvl3pPr>
            <a:lvl4pPr marL="1600200" indent="-228600" eaLnBrk="0" hangingPunct="0">
              <a:defRPr kumimoji="1" sz="2400">
                <a:solidFill>
                  <a:schemeClr val="tx1"/>
                </a:solidFill>
                <a:latin typeface="Times New Roman" panose="02020603050405020304" pitchFamily="18" charset="0"/>
                <a:ea typeface="隶书" panose="02010509060101010101" pitchFamily="49" charset="-122"/>
              </a:defRPr>
            </a:lvl4pPr>
            <a:lvl5pPr marL="2057400" indent="-228600" eaLnBrk="0" hangingPunct="0">
              <a:defRPr kumimoji="1"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pPr eaLnBrk="1" hangingPunct="1">
              <a:lnSpc>
                <a:spcPct val="80000"/>
              </a:lnSpc>
              <a:spcBef>
                <a:spcPts val="300"/>
              </a:spcBef>
              <a:buClr>
                <a:srgbClr val="A04DA3"/>
              </a:buClr>
              <a:buFont typeface="Wingdings" panose="05000000000000000000" pitchFamily="2" charset="2"/>
              <a:buNone/>
            </a:pPr>
            <a:r>
              <a:rPr kumimoji="0" lang="zh-CN" altLang="en-US">
                <a:latin typeface="微软雅黑" panose="020B0503020204020204" pitchFamily="34" charset="-122"/>
                <a:ea typeface="微软雅黑" panose="020B0503020204020204" pitchFamily="34" charset="-122"/>
              </a:rPr>
              <a:t>程序</a:t>
            </a:r>
            <a:r>
              <a:rPr kumimoji="0" lang="en-US" altLang="zh-CN">
                <a:latin typeface="微软雅黑" panose="020B0503020204020204" pitchFamily="34" charset="-122"/>
                <a:ea typeface="微软雅黑" panose="020B0503020204020204" pitchFamily="34" charset="-122"/>
              </a:rPr>
              <a:t>2</a:t>
            </a:r>
            <a:r>
              <a:rPr kumimoji="0" lang="zh-CN" altLang="en-US">
                <a:latin typeface="微软雅黑" panose="020B0503020204020204" pitchFamily="34" charset="-122"/>
                <a:ea typeface="微软雅黑" panose="020B0503020204020204" pitchFamily="34" charset="-122"/>
              </a:rPr>
              <a:t>：</a:t>
            </a:r>
          </a:p>
          <a:p>
            <a:pPr eaLnBrk="1" hangingPunct="1">
              <a:lnSpc>
                <a:spcPct val="80000"/>
              </a:lnSpc>
              <a:spcBef>
                <a:spcPts val="300"/>
              </a:spcBef>
              <a:buClr>
                <a:srgbClr val="A04DA3"/>
              </a:buClr>
              <a:buFont typeface="Wingdings" panose="05000000000000000000" pitchFamily="2" charset="2"/>
              <a:buNone/>
            </a:pPr>
            <a:r>
              <a:rPr kumimoji="0" lang="en-US" altLang="zh-CN">
                <a:latin typeface="微软雅黑" panose="020B0503020204020204" pitchFamily="34" charset="-122"/>
                <a:ea typeface="微软雅黑" panose="020B0503020204020204" pitchFamily="34" charset="-122"/>
              </a:rPr>
              <a:t>#include &lt;iostream&gt;</a:t>
            </a:r>
          </a:p>
          <a:p>
            <a:pPr eaLnBrk="1" hangingPunct="1">
              <a:lnSpc>
                <a:spcPct val="80000"/>
              </a:lnSpc>
              <a:spcBef>
                <a:spcPts val="300"/>
              </a:spcBef>
              <a:buClr>
                <a:srgbClr val="A04DA3"/>
              </a:buClr>
              <a:buFont typeface="Wingdings" panose="05000000000000000000" pitchFamily="2" charset="2"/>
              <a:buNone/>
            </a:pPr>
            <a:r>
              <a:rPr kumimoji="0" lang="en-US" altLang="zh-CN">
                <a:latin typeface="微软雅黑" panose="020B0503020204020204" pitchFamily="34" charset="-122"/>
                <a:ea typeface="微软雅黑" panose="020B0503020204020204" pitchFamily="34" charset="-122"/>
              </a:rPr>
              <a:t>using namespace std;</a:t>
            </a:r>
          </a:p>
          <a:p>
            <a:pPr eaLnBrk="1" hangingPunct="1">
              <a:lnSpc>
                <a:spcPct val="80000"/>
              </a:lnSpc>
              <a:spcBef>
                <a:spcPts val="300"/>
              </a:spcBef>
              <a:buClr>
                <a:srgbClr val="A04DA3"/>
              </a:buClr>
              <a:buFont typeface="Wingdings" panose="05000000000000000000" pitchFamily="2" charset="2"/>
              <a:buNone/>
            </a:pPr>
            <a:r>
              <a:rPr kumimoji="0" lang="en-US" altLang="zh-CN">
                <a:latin typeface="微软雅黑" panose="020B0503020204020204" pitchFamily="34" charset="-122"/>
                <a:ea typeface="微软雅黑" panose="020B0503020204020204" pitchFamily="34" charset="-122"/>
              </a:rPr>
              <a:t>int main() {</a:t>
            </a:r>
          </a:p>
          <a:p>
            <a:pPr eaLnBrk="1" hangingPunct="1">
              <a:lnSpc>
                <a:spcPct val="80000"/>
              </a:lnSpc>
              <a:spcBef>
                <a:spcPts val="300"/>
              </a:spcBef>
              <a:buClr>
                <a:srgbClr val="A04DA3"/>
              </a:buClr>
              <a:buFont typeface="Wingdings" panose="05000000000000000000" pitchFamily="2" charset="2"/>
              <a:buNone/>
            </a:pPr>
            <a:r>
              <a:rPr kumimoji="0" lang="en-US" altLang="zh-CN">
                <a:latin typeface="微软雅黑" panose="020B0503020204020204" pitchFamily="34" charset="-122"/>
                <a:ea typeface="微软雅黑" panose="020B0503020204020204" pitchFamily="34" charset="-122"/>
              </a:rPr>
              <a:t>  int i, sum = 0;</a:t>
            </a:r>
          </a:p>
          <a:p>
            <a:pPr eaLnBrk="1" hangingPunct="1">
              <a:lnSpc>
                <a:spcPct val="80000"/>
              </a:lnSpc>
              <a:spcBef>
                <a:spcPts val="300"/>
              </a:spcBef>
              <a:buClr>
                <a:srgbClr val="A04DA3"/>
              </a:buClr>
              <a:buFont typeface="Wingdings" panose="05000000000000000000" pitchFamily="2" charset="2"/>
              <a:buNone/>
            </a:pPr>
            <a:r>
              <a:rPr kumimoji="0" lang="en-US" altLang="zh-CN">
                <a:latin typeface="微软雅黑" panose="020B0503020204020204" pitchFamily="34" charset="-122"/>
                <a:ea typeface="微软雅黑" panose="020B0503020204020204" pitchFamily="34" charset="-122"/>
              </a:rPr>
              <a:t>  cin &gt;&gt; i;</a:t>
            </a:r>
          </a:p>
          <a:p>
            <a:pPr eaLnBrk="1" hangingPunct="1">
              <a:lnSpc>
                <a:spcPct val="80000"/>
              </a:lnSpc>
              <a:spcBef>
                <a:spcPts val="300"/>
              </a:spcBef>
              <a:buClr>
                <a:srgbClr val="A04DA3"/>
              </a:buClr>
              <a:buFont typeface="Wingdings" panose="05000000000000000000" pitchFamily="2" charset="2"/>
              <a:buNone/>
            </a:pPr>
            <a:r>
              <a:rPr kumimoji="0" lang="en-US" altLang="zh-CN">
                <a:latin typeface="微软雅黑" panose="020B0503020204020204" pitchFamily="34" charset="-122"/>
                <a:ea typeface="微软雅黑" panose="020B0503020204020204" pitchFamily="34" charset="-122"/>
              </a:rPr>
              <a:t>  do {</a:t>
            </a:r>
          </a:p>
          <a:p>
            <a:pPr eaLnBrk="1" hangingPunct="1">
              <a:lnSpc>
                <a:spcPct val="80000"/>
              </a:lnSpc>
              <a:spcBef>
                <a:spcPts val="300"/>
              </a:spcBef>
              <a:buClr>
                <a:srgbClr val="A04DA3"/>
              </a:buClr>
              <a:buFont typeface="Wingdings" panose="05000000000000000000" pitchFamily="2" charset="2"/>
              <a:buNone/>
            </a:pPr>
            <a:r>
              <a:rPr kumimoji="0" lang="en-US" altLang="zh-CN">
                <a:latin typeface="微软雅黑" panose="020B0503020204020204" pitchFamily="34" charset="-122"/>
                <a:ea typeface="微软雅黑" panose="020B0503020204020204" pitchFamily="34" charset="-122"/>
              </a:rPr>
              <a:t>    sum += i;</a:t>
            </a:r>
          </a:p>
          <a:p>
            <a:pPr eaLnBrk="1" hangingPunct="1">
              <a:lnSpc>
                <a:spcPct val="80000"/>
              </a:lnSpc>
              <a:spcBef>
                <a:spcPts val="300"/>
              </a:spcBef>
              <a:buClr>
                <a:srgbClr val="A04DA3"/>
              </a:buClr>
              <a:buFont typeface="Wingdings" panose="05000000000000000000" pitchFamily="2" charset="2"/>
              <a:buNone/>
            </a:pPr>
            <a:r>
              <a:rPr kumimoji="0" lang="en-US" altLang="zh-CN">
                <a:latin typeface="微软雅黑" panose="020B0503020204020204" pitchFamily="34" charset="-122"/>
                <a:ea typeface="微软雅黑" panose="020B0503020204020204" pitchFamily="34" charset="-122"/>
              </a:rPr>
              <a:t>    i++;</a:t>
            </a:r>
          </a:p>
          <a:p>
            <a:pPr eaLnBrk="1" hangingPunct="1">
              <a:lnSpc>
                <a:spcPct val="80000"/>
              </a:lnSpc>
              <a:spcBef>
                <a:spcPts val="300"/>
              </a:spcBef>
              <a:buClr>
                <a:srgbClr val="A04DA3"/>
              </a:buClr>
              <a:buFont typeface="Wingdings" panose="05000000000000000000" pitchFamily="2" charset="2"/>
              <a:buNone/>
            </a:pPr>
            <a:r>
              <a:rPr kumimoji="0" lang="en-US" altLang="zh-CN">
                <a:latin typeface="微软雅黑" panose="020B0503020204020204" pitchFamily="34" charset="-122"/>
                <a:ea typeface="微软雅黑" panose="020B0503020204020204" pitchFamily="34" charset="-122"/>
              </a:rPr>
              <a:t>  } while (i &lt;= 10)</a:t>
            </a:r>
            <a:r>
              <a:rPr kumimoji="0" lang="zh-CN" altLang="en-US">
                <a:latin typeface="微软雅黑" panose="020B0503020204020204" pitchFamily="34" charset="-122"/>
                <a:ea typeface="微软雅黑" panose="020B0503020204020204" pitchFamily="34" charset="-122"/>
              </a:rPr>
              <a:t>；</a:t>
            </a:r>
          </a:p>
          <a:p>
            <a:pPr eaLnBrk="1" hangingPunct="1">
              <a:lnSpc>
                <a:spcPct val="80000"/>
              </a:lnSpc>
              <a:spcBef>
                <a:spcPts val="300"/>
              </a:spcBef>
              <a:buClr>
                <a:srgbClr val="A04DA3"/>
              </a:buClr>
              <a:buFont typeface="Wingdings" panose="05000000000000000000" pitchFamily="2" charset="2"/>
              <a:buNone/>
            </a:pPr>
            <a:r>
              <a:rPr kumimoji="0" lang="zh-CN" altLang="en-US">
                <a:latin typeface="微软雅黑" panose="020B0503020204020204" pitchFamily="34" charset="-122"/>
                <a:ea typeface="微软雅黑" panose="020B0503020204020204" pitchFamily="34" charset="-122"/>
              </a:rPr>
              <a:t>  </a:t>
            </a:r>
            <a:r>
              <a:rPr kumimoji="0" lang="en-US" altLang="zh-CN">
                <a:latin typeface="微软雅黑" panose="020B0503020204020204" pitchFamily="34" charset="-122"/>
                <a:ea typeface="微软雅黑" panose="020B0503020204020204" pitchFamily="34" charset="-122"/>
              </a:rPr>
              <a:t>cout &lt;&lt; "sum=" &lt;&lt; sum</a:t>
            </a:r>
          </a:p>
          <a:p>
            <a:pPr eaLnBrk="1" hangingPunct="1">
              <a:lnSpc>
                <a:spcPct val="80000"/>
              </a:lnSpc>
              <a:spcBef>
                <a:spcPts val="300"/>
              </a:spcBef>
              <a:buClr>
                <a:srgbClr val="A04DA3"/>
              </a:buClr>
              <a:buFont typeface="Wingdings" panose="05000000000000000000" pitchFamily="2" charset="2"/>
              <a:buNone/>
            </a:pPr>
            <a:r>
              <a:rPr kumimoji="0" lang="en-US" altLang="zh-CN">
                <a:latin typeface="微软雅黑" panose="020B0503020204020204" pitchFamily="34" charset="-122"/>
                <a:ea typeface="微软雅黑" panose="020B0503020204020204" pitchFamily="34" charset="-122"/>
              </a:rPr>
              <a:t>       &lt;&lt; endl;</a:t>
            </a:r>
          </a:p>
          <a:p>
            <a:pPr eaLnBrk="1" hangingPunct="1">
              <a:lnSpc>
                <a:spcPct val="80000"/>
              </a:lnSpc>
              <a:spcBef>
                <a:spcPts val="300"/>
              </a:spcBef>
              <a:buClr>
                <a:srgbClr val="A04DA3"/>
              </a:buClr>
              <a:buFont typeface="Wingdings" panose="05000000000000000000" pitchFamily="2" charset="2"/>
              <a:buNone/>
            </a:pPr>
            <a:r>
              <a:rPr kumimoji="0" lang="en-US" altLang="zh-CN">
                <a:latin typeface="微软雅黑" panose="020B0503020204020204" pitchFamily="34" charset="-122"/>
                <a:ea typeface="微软雅黑" panose="020B0503020204020204" pitchFamily="34" charset="-122"/>
              </a:rPr>
              <a:t>  return 0;</a:t>
            </a:r>
          </a:p>
          <a:p>
            <a:pPr eaLnBrk="1" hangingPunct="1">
              <a:lnSpc>
                <a:spcPct val="80000"/>
              </a:lnSpc>
              <a:spcBef>
                <a:spcPts val="300"/>
              </a:spcBef>
              <a:buClr>
                <a:srgbClr val="A04DA3"/>
              </a:buClr>
              <a:buFont typeface="Wingdings" panose="05000000000000000000" pitchFamily="2" charset="2"/>
              <a:buNone/>
            </a:pPr>
            <a:r>
              <a:rPr kumimoji="0" lang="en-US" altLang="zh-CN">
                <a:latin typeface="微软雅黑" panose="020B0503020204020204" pitchFamily="34" charset="-122"/>
                <a:ea typeface="微软雅黑" panose="020B0503020204020204" pitchFamily="34" charset="-122"/>
              </a:rPr>
              <a:t>}</a:t>
            </a:r>
          </a:p>
        </p:txBody>
      </p:sp>
      <p:sp>
        <p:nvSpPr>
          <p:cNvPr id="11" name="Line 6">
            <a:extLst>
              <a:ext uri="{FF2B5EF4-FFF2-40B4-BE49-F238E27FC236}">
                <a16:creationId xmlns:a16="http://schemas.microsoft.com/office/drawing/2014/main" id="{57582BF9-675E-4CE8-9752-066B1FD243F2}"/>
              </a:ext>
            </a:extLst>
          </p:cNvPr>
          <p:cNvSpPr>
            <a:spLocks noChangeShapeType="1"/>
          </p:cNvSpPr>
          <p:nvPr/>
        </p:nvSpPr>
        <p:spPr bwMode="auto">
          <a:xfrm flipV="1">
            <a:off x="6046788" y="1281113"/>
            <a:ext cx="0" cy="5181600"/>
          </a:xfrm>
          <a:prstGeom prst="line">
            <a:avLst/>
          </a:prstGeom>
          <a:noFill/>
          <a:ln w="12700">
            <a:solidFill>
              <a:schemeClr val="tx1"/>
            </a:solidFill>
            <a:prstDash val="dash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Tree>
    <p:extLst>
      <p:ext uri="{BB962C8B-B14F-4D97-AF65-F5344CB8AC3E}">
        <p14:creationId xmlns:p14="http://schemas.microsoft.com/office/powerpoint/2010/main" val="3447832929"/>
      </p:ext>
    </p:extLst>
  </p:cSld>
  <p:clrMapOvr>
    <a:masterClrMapping/>
  </p:clrMapOvr>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标题 1"/>
          <p:cNvSpPr>
            <a:spLocks noGrp="1"/>
          </p:cNvSpPr>
          <p:nvPr>
            <p:ph type="title"/>
          </p:nvPr>
        </p:nvSpPr>
        <p:spPr/>
        <p:txBody>
          <a:bodyPr/>
          <a:lstStyle/>
          <a:p>
            <a:pPr eaLnBrk="1" hangingPunct="1">
              <a:defRPr/>
            </a:pPr>
            <a:r>
              <a:rPr lang="zh-CN" altLang="en-US" sz="3600">
                <a:solidFill>
                  <a:srgbClr val="002060"/>
                </a:solidFill>
                <a:latin typeface="微软雅黑" pitchFamily="34" charset="-122"/>
                <a:ea typeface="微软雅黑" pitchFamily="34" charset="-122"/>
              </a:rPr>
              <a:t>例</a:t>
            </a:r>
            <a:r>
              <a:rPr lang="en-US" altLang="zh-CN" sz="3600">
                <a:solidFill>
                  <a:srgbClr val="002060"/>
                </a:solidFill>
                <a:latin typeface="微软雅黑" pitchFamily="34" charset="-122"/>
                <a:ea typeface="微软雅黑" pitchFamily="34" charset="-122"/>
              </a:rPr>
              <a:t>2_8</a:t>
            </a:r>
            <a:r>
              <a:rPr lang="zh-CN" altLang="en-US" sz="3600">
                <a:solidFill>
                  <a:srgbClr val="002060"/>
                </a:solidFill>
                <a:latin typeface="微软雅黑" pitchFamily="34" charset="-122"/>
                <a:ea typeface="微软雅黑" pitchFamily="34" charset="-122"/>
              </a:rPr>
              <a:t>：输入一个整数，求出它的所有因子</a:t>
            </a:r>
            <a:endParaRPr lang="zh-CN" altLang="en-US" sz="3600" dirty="0">
              <a:solidFill>
                <a:srgbClr val="002060"/>
              </a:solidFill>
              <a:latin typeface="微软雅黑" pitchFamily="34" charset="-122"/>
              <a:ea typeface="微软雅黑" pitchFamily="34" charset="-122"/>
            </a:endParaRPr>
          </a:p>
        </p:txBody>
      </p:sp>
      <p:sp>
        <p:nvSpPr>
          <p:cNvPr id="6" name="内容占位符 11"/>
          <p:cNvSpPr>
            <a:spLocks noGrp="1"/>
          </p:cNvSpPr>
          <p:nvPr>
            <p:ph idx="1"/>
          </p:nvPr>
        </p:nvSpPr>
        <p:spPr>
          <a:xfrm>
            <a:off x="2209155" y="1268760"/>
            <a:ext cx="9376420" cy="5305078"/>
          </a:xfrm>
        </p:spPr>
        <p:txBody>
          <a:bodyPr>
            <a:noAutofit/>
          </a:bodyPr>
          <a:lstStyle/>
          <a:p>
            <a:pPr eaLnBrk="1" hangingPunct="1">
              <a:lnSpc>
                <a:spcPct val="90000"/>
              </a:lnSpc>
              <a:buFont typeface="Wingdings" pitchFamily="2" charset="2"/>
              <a:buNone/>
              <a:defRPr/>
            </a:pPr>
            <a:r>
              <a:rPr lang="en-US" altLang="zh-CN" sz="2400" noProof="1">
                <a:latin typeface="微软雅黑" pitchFamily="34" charset="-122"/>
                <a:ea typeface="微软雅黑" pitchFamily="34" charset="-122"/>
              </a:rPr>
              <a:t>//2_8.cpp</a:t>
            </a:r>
          </a:p>
          <a:p>
            <a:pPr eaLnBrk="1" hangingPunct="1">
              <a:lnSpc>
                <a:spcPct val="90000"/>
              </a:lnSpc>
              <a:buFont typeface="Wingdings" pitchFamily="2" charset="2"/>
              <a:buNone/>
              <a:defRPr/>
            </a:pPr>
            <a:r>
              <a:rPr lang="zh-CN" altLang="en-US" sz="2400" noProof="1">
                <a:latin typeface="微软雅黑" pitchFamily="34" charset="-122"/>
                <a:ea typeface="微软雅黑" pitchFamily="34" charset="-122"/>
              </a:rPr>
              <a:t>#</a:t>
            </a:r>
            <a:r>
              <a:rPr lang="en-US" altLang="zh-CN" sz="2400" noProof="1">
                <a:latin typeface="微软雅黑" pitchFamily="34" charset="-122"/>
                <a:ea typeface="微软雅黑" pitchFamily="34" charset="-122"/>
              </a:rPr>
              <a:t>include &lt;iostream&gt;</a:t>
            </a:r>
            <a:endParaRPr lang="en-US" altLang="zh-CN" sz="2400" dirty="0">
              <a:latin typeface="微软雅黑" pitchFamily="34" charset="-122"/>
              <a:ea typeface="微软雅黑" pitchFamily="34" charset="-122"/>
            </a:endParaRPr>
          </a:p>
          <a:p>
            <a:pPr eaLnBrk="1" hangingPunct="1">
              <a:lnSpc>
                <a:spcPct val="90000"/>
              </a:lnSpc>
              <a:buFont typeface="Wingdings" pitchFamily="2" charset="2"/>
              <a:buNone/>
              <a:defRPr/>
            </a:pPr>
            <a:r>
              <a:rPr lang="en-US" altLang="zh-CN" sz="2400" noProof="1">
                <a:latin typeface="微软雅黑" pitchFamily="34" charset="-122"/>
                <a:ea typeface="微软雅黑" pitchFamily="34" charset="-122"/>
              </a:rPr>
              <a:t>using namespace std;</a:t>
            </a:r>
          </a:p>
          <a:p>
            <a:pPr eaLnBrk="1" hangingPunct="1">
              <a:lnSpc>
                <a:spcPct val="90000"/>
              </a:lnSpc>
              <a:buFont typeface="Wingdings" pitchFamily="2" charset="2"/>
              <a:buNone/>
              <a:defRPr/>
            </a:pPr>
            <a:r>
              <a:rPr lang="en-US" altLang="zh-CN" sz="2400" noProof="1">
                <a:latin typeface="微软雅黑" pitchFamily="34" charset="-122"/>
                <a:ea typeface="微软雅黑" pitchFamily="34" charset="-122"/>
              </a:rPr>
              <a:t>int main()</a:t>
            </a:r>
            <a:r>
              <a:rPr lang="en-US" altLang="zh-CN" sz="2400" dirty="0">
                <a:latin typeface="微软雅黑" pitchFamily="34" charset="-122"/>
                <a:ea typeface="微软雅黑" pitchFamily="34" charset="-122"/>
              </a:rPr>
              <a:t> </a:t>
            </a:r>
            <a:r>
              <a:rPr lang="en-US" altLang="zh-CN" sz="2400" noProof="1">
                <a:latin typeface="微软雅黑" pitchFamily="34" charset="-122"/>
                <a:ea typeface="微软雅黑" pitchFamily="34" charset="-122"/>
              </a:rPr>
              <a:t>{ </a:t>
            </a:r>
          </a:p>
          <a:p>
            <a:pPr eaLnBrk="1" hangingPunct="1">
              <a:lnSpc>
                <a:spcPct val="90000"/>
              </a:lnSpc>
              <a:buFont typeface="Wingdings" pitchFamily="2" charset="2"/>
              <a:buNone/>
              <a:defRPr/>
            </a:pPr>
            <a:r>
              <a:rPr lang="en-US" altLang="zh-CN" sz="2400" noProof="1">
                <a:latin typeface="微软雅黑" pitchFamily="34" charset="-122"/>
                <a:ea typeface="微软雅黑" pitchFamily="34" charset="-122"/>
              </a:rPr>
              <a:t>	int n;</a:t>
            </a:r>
          </a:p>
          <a:p>
            <a:pPr eaLnBrk="1" hangingPunct="1">
              <a:lnSpc>
                <a:spcPct val="90000"/>
              </a:lnSpc>
              <a:buFont typeface="Wingdings" pitchFamily="2" charset="2"/>
              <a:buNone/>
              <a:defRPr/>
            </a:pPr>
            <a:r>
              <a:rPr lang="en-US" altLang="zh-CN" sz="2400" noProof="1">
                <a:latin typeface="微软雅黑" pitchFamily="34" charset="-122"/>
                <a:ea typeface="微软雅黑" pitchFamily="34" charset="-122"/>
              </a:rPr>
              <a:t>	cout &lt;&lt; "Enter a positive integer: ";</a:t>
            </a:r>
          </a:p>
          <a:p>
            <a:pPr eaLnBrk="1" hangingPunct="1">
              <a:lnSpc>
                <a:spcPct val="90000"/>
              </a:lnSpc>
              <a:buFont typeface="Wingdings" pitchFamily="2" charset="2"/>
              <a:buNone/>
              <a:defRPr/>
            </a:pPr>
            <a:r>
              <a:rPr lang="en-US" altLang="zh-CN" sz="2400" noProof="1">
                <a:latin typeface="微软雅黑" pitchFamily="34" charset="-122"/>
                <a:ea typeface="微软雅黑" pitchFamily="34" charset="-122"/>
              </a:rPr>
              <a:t>	cin &gt;&gt; n;</a:t>
            </a:r>
          </a:p>
          <a:p>
            <a:pPr eaLnBrk="1" hangingPunct="1">
              <a:lnSpc>
                <a:spcPct val="90000"/>
              </a:lnSpc>
              <a:buFont typeface="Wingdings" pitchFamily="2" charset="2"/>
              <a:buNone/>
              <a:defRPr/>
            </a:pPr>
            <a:r>
              <a:rPr lang="en-US" altLang="zh-CN" sz="2400" noProof="1">
                <a:latin typeface="微软雅黑" pitchFamily="34" charset="-122"/>
                <a:ea typeface="微软雅黑" pitchFamily="34" charset="-122"/>
              </a:rPr>
              <a:t>	cout &lt;&lt; "Number  " &lt;&lt; n &lt;&lt; "   Factors  ";</a:t>
            </a:r>
          </a:p>
          <a:p>
            <a:pPr eaLnBrk="1" hangingPunct="1">
              <a:lnSpc>
                <a:spcPct val="90000"/>
              </a:lnSpc>
              <a:buFont typeface="Wingdings" pitchFamily="2" charset="2"/>
              <a:buNone/>
              <a:defRPr/>
            </a:pPr>
            <a:r>
              <a:rPr lang="en-US" altLang="zh-CN" sz="2400" noProof="1">
                <a:latin typeface="微软雅黑" pitchFamily="34" charset="-122"/>
                <a:ea typeface="微软雅黑" pitchFamily="34" charset="-122"/>
              </a:rPr>
              <a:t>	for (</a:t>
            </a:r>
            <a:r>
              <a:rPr lang="en-US" altLang="zh-CN" sz="2400" dirty="0" err="1">
                <a:latin typeface="微软雅黑" pitchFamily="34" charset="-122"/>
                <a:ea typeface="微软雅黑" pitchFamily="34" charset="-122"/>
              </a:rPr>
              <a:t>int</a:t>
            </a:r>
            <a:r>
              <a:rPr lang="en-US" altLang="zh-CN" sz="2400" dirty="0">
                <a:latin typeface="微软雅黑" pitchFamily="34" charset="-122"/>
                <a:ea typeface="微软雅黑" pitchFamily="34" charset="-122"/>
              </a:rPr>
              <a:t> </a:t>
            </a:r>
            <a:r>
              <a:rPr lang="en-US" altLang="zh-CN" sz="2400" noProof="1">
                <a:latin typeface="微软雅黑" pitchFamily="34" charset="-122"/>
                <a:ea typeface="微软雅黑" pitchFamily="34" charset="-122"/>
              </a:rPr>
              <a:t>k</a:t>
            </a:r>
            <a:r>
              <a:rPr lang="en-US" altLang="zh-CN" sz="2400" dirty="0">
                <a:latin typeface="微软雅黑" pitchFamily="34" charset="-122"/>
                <a:ea typeface="微软雅黑" pitchFamily="34" charset="-122"/>
              </a:rPr>
              <a:t> </a:t>
            </a:r>
            <a:r>
              <a:rPr lang="en-US" altLang="zh-CN" sz="2400" noProof="1">
                <a:latin typeface="微软雅黑" pitchFamily="34" charset="-122"/>
                <a:ea typeface="微软雅黑" pitchFamily="34" charset="-122"/>
              </a:rPr>
              <a:t>=</a:t>
            </a:r>
            <a:r>
              <a:rPr lang="en-US" altLang="zh-CN" sz="2400" dirty="0">
                <a:latin typeface="微软雅黑" pitchFamily="34" charset="-122"/>
                <a:ea typeface="微软雅黑" pitchFamily="34" charset="-122"/>
              </a:rPr>
              <a:t> </a:t>
            </a:r>
            <a:r>
              <a:rPr lang="en-US" altLang="zh-CN" sz="2400" noProof="1">
                <a:latin typeface="微软雅黑" pitchFamily="34" charset="-122"/>
                <a:ea typeface="微软雅黑" pitchFamily="34" charset="-122"/>
              </a:rPr>
              <a:t>1; k &lt;= n; k++)  </a:t>
            </a:r>
          </a:p>
          <a:p>
            <a:pPr eaLnBrk="1" hangingPunct="1">
              <a:lnSpc>
                <a:spcPct val="90000"/>
              </a:lnSpc>
              <a:buFont typeface="Wingdings" pitchFamily="2" charset="2"/>
              <a:buNone/>
              <a:defRPr/>
            </a:pPr>
            <a:r>
              <a:rPr lang="en-US" altLang="zh-CN" sz="2400" noProof="1">
                <a:latin typeface="微软雅黑" pitchFamily="34" charset="-122"/>
                <a:ea typeface="微软雅黑" pitchFamily="34" charset="-122"/>
              </a:rPr>
              <a:t>	</a:t>
            </a:r>
            <a:r>
              <a:rPr lang="en-US" altLang="zh-CN" sz="2400" dirty="0">
                <a:latin typeface="微软雅黑" pitchFamily="34" charset="-122"/>
                <a:ea typeface="微软雅黑" pitchFamily="34" charset="-122"/>
              </a:rPr>
              <a:t>  </a:t>
            </a:r>
            <a:r>
              <a:rPr lang="en-US" altLang="zh-CN" sz="2400" noProof="1">
                <a:latin typeface="微软雅黑" pitchFamily="34" charset="-122"/>
                <a:ea typeface="微软雅黑" pitchFamily="34" charset="-122"/>
              </a:rPr>
              <a:t>if (n % k == 0)</a:t>
            </a:r>
          </a:p>
          <a:p>
            <a:pPr eaLnBrk="1" hangingPunct="1">
              <a:lnSpc>
                <a:spcPct val="90000"/>
              </a:lnSpc>
              <a:buFont typeface="Wingdings" pitchFamily="2" charset="2"/>
              <a:buNone/>
              <a:defRPr/>
            </a:pPr>
            <a:r>
              <a:rPr lang="en-US" altLang="zh-CN" sz="2400" noProof="1">
                <a:latin typeface="微软雅黑" pitchFamily="34" charset="-122"/>
                <a:ea typeface="微软雅黑" pitchFamily="34" charset="-122"/>
              </a:rPr>
              <a:t>	</a:t>
            </a:r>
            <a:r>
              <a:rPr lang="en-US" altLang="zh-CN" sz="2400" dirty="0">
                <a:latin typeface="微软雅黑" pitchFamily="34" charset="-122"/>
                <a:ea typeface="微软雅黑" pitchFamily="34" charset="-122"/>
              </a:rPr>
              <a:t>    </a:t>
            </a:r>
            <a:r>
              <a:rPr lang="en-US" altLang="zh-CN" sz="2400" noProof="1">
                <a:latin typeface="微软雅黑" pitchFamily="34" charset="-122"/>
                <a:ea typeface="微软雅黑" pitchFamily="34" charset="-122"/>
              </a:rPr>
              <a:t>cout &lt;&lt; k &lt;&lt; "  ";</a:t>
            </a:r>
          </a:p>
          <a:p>
            <a:pPr eaLnBrk="1" hangingPunct="1">
              <a:lnSpc>
                <a:spcPct val="90000"/>
              </a:lnSpc>
              <a:buFont typeface="Wingdings" pitchFamily="2" charset="2"/>
              <a:buNone/>
              <a:defRPr/>
            </a:pPr>
            <a:r>
              <a:rPr lang="en-US" altLang="zh-CN" sz="2400" noProof="1">
                <a:latin typeface="微软雅黑" pitchFamily="34" charset="-122"/>
                <a:ea typeface="微软雅黑" pitchFamily="34" charset="-122"/>
              </a:rPr>
              <a:t>  cout &lt;&lt; endl;</a:t>
            </a:r>
            <a:endParaRPr lang="en-US" altLang="zh-CN" sz="2400" dirty="0">
              <a:latin typeface="微软雅黑" pitchFamily="34" charset="-122"/>
              <a:ea typeface="微软雅黑" pitchFamily="34" charset="-122"/>
            </a:endParaRPr>
          </a:p>
          <a:p>
            <a:pPr eaLnBrk="1" hangingPunct="1">
              <a:lnSpc>
                <a:spcPct val="90000"/>
              </a:lnSpc>
              <a:buFont typeface="Wingdings" pitchFamily="2" charset="2"/>
              <a:buNone/>
              <a:defRPr/>
            </a:pPr>
            <a:r>
              <a:rPr lang="en-US" altLang="zh-CN" sz="2400" dirty="0">
                <a:latin typeface="微软雅黑" pitchFamily="34" charset="-122"/>
                <a:ea typeface="微软雅黑" pitchFamily="34" charset="-122"/>
              </a:rPr>
              <a:t>  return 0;</a:t>
            </a:r>
            <a:endParaRPr lang="en-US" altLang="zh-CN" sz="2400" noProof="1">
              <a:latin typeface="微软雅黑" pitchFamily="34" charset="-122"/>
              <a:ea typeface="微软雅黑" pitchFamily="34" charset="-122"/>
            </a:endParaRPr>
          </a:p>
          <a:p>
            <a:pPr eaLnBrk="1" hangingPunct="1">
              <a:lnSpc>
                <a:spcPct val="90000"/>
              </a:lnSpc>
              <a:buFont typeface="Wingdings" pitchFamily="2" charset="2"/>
              <a:buNone/>
              <a:defRPr/>
            </a:pPr>
            <a:r>
              <a:rPr lang="en-US" altLang="zh-CN" sz="2400" noProof="1">
                <a:latin typeface="微软雅黑" pitchFamily="34" charset="-122"/>
                <a:ea typeface="微软雅黑" pitchFamily="34" charset="-122"/>
              </a:rPr>
              <a:t>}</a:t>
            </a:r>
            <a:endParaRPr lang="en-US" altLang="zh-CN" sz="2400" dirty="0">
              <a:latin typeface="微软雅黑" pitchFamily="34" charset="-122"/>
              <a:ea typeface="微软雅黑" pitchFamily="34" charset="-122"/>
            </a:endParaRPr>
          </a:p>
          <a:p>
            <a:pPr marL="365760" indent="-256032" eaLnBrk="1" fontAlgn="auto" hangingPunct="1">
              <a:spcAft>
                <a:spcPts val="0"/>
              </a:spcAft>
              <a:buClr>
                <a:schemeClr val="accent3"/>
              </a:buClr>
              <a:buFont typeface="Georgia"/>
              <a:buNone/>
              <a:defRPr/>
            </a:pPr>
            <a:endParaRPr lang="zh-CN" altLang="en-US" sz="2400" dirty="0">
              <a:latin typeface="微软雅黑" pitchFamily="34" charset="-122"/>
              <a:ea typeface="微软雅黑" pitchFamily="34" charset="-122"/>
            </a:endParaRPr>
          </a:p>
        </p:txBody>
      </p:sp>
      <p:sp>
        <p:nvSpPr>
          <p:cNvPr id="7" name="内容占位符 6"/>
          <p:cNvSpPr txBox="1">
            <a:spLocks/>
          </p:cNvSpPr>
          <p:nvPr/>
        </p:nvSpPr>
        <p:spPr bwMode="auto">
          <a:xfrm>
            <a:off x="6457627" y="4437112"/>
            <a:ext cx="5572125" cy="2303462"/>
          </a:xfrm>
          <a:prstGeom prst="rect">
            <a:avLst/>
          </a:prstGeom>
          <a:solidFill>
            <a:schemeClr val="accent6">
              <a:lumMod val="20000"/>
              <a:lumOff val="8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a:bodyPr>
          <a:lstStyle>
            <a:lvl1pPr marL="365125" indent="-255588" algn="l" rtl="0" eaLnBrk="0" fontAlgn="base" hangingPunct="0">
              <a:spcBef>
                <a:spcPts val="300"/>
              </a:spcBef>
              <a:spcAft>
                <a:spcPct val="0"/>
              </a:spcAft>
              <a:buClr>
                <a:srgbClr val="A04DA3"/>
              </a:buClr>
              <a:buFont typeface="Georgia" panose="02040502050405020303" pitchFamily="18" charset="0"/>
              <a:buChar char="•"/>
              <a:defRPr sz="2800" kern="1200">
                <a:solidFill>
                  <a:schemeClr val="tx1"/>
                </a:solidFill>
                <a:latin typeface="+mn-lt"/>
                <a:ea typeface="+mn-ea"/>
                <a:cs typeface="+mn-cs"/>
              </a:defRPr>
            </a:lvl1pPr>
            <a:lvl2pPr marL="657225" indent="-246063" algn="l" rtl="0" eaLnBrk="0" fontAlgn="base" hangingPunct="0">
              <a:spcBef>
                <a:spcPts val="300"/>
              </a:spcBef>
              <a:spcAft>
                <a:spcPct val="0"/>
              </a:spcAft>
              <a:buClr>
                <a:schemeClr val="accent2"/>
              </a:buClr>
              <a:buFont typeface="Georgia" panose="02040502050405020303" pitchFamily="18" charset="0"/>
              <a:buChar char="▫"/>
              <a:defRPr sz="2600" kern="1200">
                <a:solidFill>
                  <a:schemeClr val="accent1"/>
                </a:solidFill>
                <a:latin typeface="+mn-lt"/>
                <a:ea typeface="+mn-ea"/>
                <a:cs typeface="+mn-cs"/>
              </a:defRPr>
            </a:lvl2pPr>
            <a:lvl3pPr marL="922338" indent="-219075" algn="l" rtl="0" eaLnBrk="0" fontAlgn="base" hangingPunct="0">
              <a:spcBef>
                <a:spcPts val="300"/>
              </a:spcBef>
              <a:spcAft>
                <a:spcPct val="0"/>
              </a:spcAft>
              <a:buClr>
                <a:schemeClr val="accent1"/>
              </a:buClr>
              <a:buFont typeface="Wingdings 2" panose="05020102010507070707" pitchFamily="18" charset="2"/>
              <a:buChar char=""/>
              <a:defRPr sz="2400" kern="1200">
                <a:solidFill>
                  <a:schemeClr val="accent1"/>
                </a:solidFill>
                <a:latin typeface="+mn-lt"/>
                <a:ea typeface="+mn-ea"/>
                <a:cs typeface="+mn-cs"/>
              </a:defRPr>
            </a:lvl3pPr>
            <a:lvl4pPr marL="1179513" indent="-200025" algn="l" rtl="0" eaLnBrk="0" fontAlgn="base" hangingPunct="0">
              <a:spcBef>
                <a:spcPts val="300"/>
              </a:spcBef>
              <a:spcAft>
                <a:spcPct val="0"/>
              </a:spcAft>
              <a:buClr>
                <a:schemeClr val="accent1"/>
              </a:buClr>
              <a:buFont typeface="Wingdings 2" panose="05020102010507070707" pitchFamily="18" charset="2"/>
              <a:buChar char=""/>
              <a:defRPr sz="2200" kern="1200">
                <a:solidFill>
                  <a:schemeClr val="accent1"/>
                </a:solidFill>
                <a:latin typeface="+mn-lt"/>
                <a:ea typeface="+mn-ea"/>
                <a:cs typeface="+mn-cs"/>
              </a:defRPr>
            </a:lvl4pPr>
            <a:lvl5pPr marL="1389063" indent="-182563" algn="l" rtl="0" eaLnBrk="0" fontAlgn="base" hangingPunct="0">
              <a:spcBef>
                <a:spcPts val="300"/>
              </a:spcBef>
              <a:spcAft>
                <a:spcPct val="0"/>
              </a:spcAft>
              <a:buClr>
                <a:srgbClr val="A04DA3"/>
              </a:buClr>
              <a:buFont typeface="Georgia" panose="02040502050405020303" pitchFamily="18" charset="0"/>
              <a:buChar char="▫"/>
              <a:defRPr sz="2000" kern="1200">
                <a:solidFill>
                  <a:srgbClr val="A04DA3"/>
                </a:solidFill>
                <a:latin typeface="+mn-lt"/>
                <a:ea typeface="+mn-ea"/>
                <a:cs typeface="+mn-cs"/>
              </a:defRPr>
            </a:lvl5pPr>
            <a:lvl6pPr marL="1609344" indent="-182880" algn="l" rtl="0" eaLnBrk="1" latinLnBrk="0" hangingPunct="1">
              <a:spcBef>
                <a:spcPts val="300"/>
              </a:spcBef>
              <a:buClr>
                <a:schemeClr val="accent3"/>
              </a:buClr>
              <a:buFont typeface="Georgia"/>
              <a:buChar char="▫"/>
              <a:defRPr kumimoji="0" sz="1800" kern="1200">
                <a:solidFill>
                  <a:schemeClr val="accent3"/>
                </a:solidFill>
                <a:latin typeface="+mn-lt"/>
                <a:ea typeface="+mn-ea"/>
                <a:cs typeface="+mn-cs"/>
              </a:defRPr>
            </a:lvl6pPr>
            <a:lvl7pPr marL="1828800" indent="-182880" algn="l" rtl="0" eaLnBrk="1" latinLnBrk="0" hangingPunct="1">
              <a:spcBef>
                <a:spcPts val="300"/>
              </a:spcBef>
              <a:buClr>
                <a:schemeClr val="accent3"/>
              </a:buClr>
              <a:buFont typeface="Georgia"/>
              <a:buChar char="▫"/>
              <a:defRPr kumimoji="0" sz="1600" kern="1200">
                <a:solidFill>
                  <a:schemeClr val="accent3"/>
                </a:solidFill>
                <a:latin typeface="+mn-lt"/>
                <a:ea typeface="+mn-ea"/>
                <a:cs typeface="+mn-cs"/>
              </a:defRPr>
            </a:lvl7pPr>
            <a:lvl8pPr marL="2029968" indent="-182880" algn="l" rtl="0" eaLnBrk="1" latinLnBrk="0" hangingPunct="1">
              <a:spcBef>
                <a:spcPts val="300"/>
              </a:spcBef>
              <a:buClr>
                <a:schemeClr val="accent3"/>
              </a:buClr>
              <a:buFont typeface="Georgia"/>
              <a:buChar char="◦"/>
              <a:defRPr kumimoji="0" sz="1500" kern="1200">
                <a:solidFill>
                  <a:schemeClr val="accent3"/>
                </a:solidFill>
                <a:latin typeface="+mn-lt"/>
                <a:ea typeface="+mn-ea"/>
                <a:cs typeface="+mn-cs"/>
              </a:defRPr>
            </a:lvl8pPr>
            <a:lvl9pPr marL="2240280" indent="-182880" algn="l" rtl="0" eaLnBrk="1" latinLnBrk="0" hangingPunct="1">
              <a:spcBef>
                <a:spcPts val="300"/>
              </a:spcBef>
              <a:buClr>
                <a:schemeClr val="accent3"/>
              </a:buClr>
              <a:buFont typeface="Georgia"/>
              <a:buChar char="◦"/>
              <a:defRPr kumimoji="0" sz="1400" kern="1200" baseline="0">
                <a:solidFill>
                  <a:schemeClr val="accent3"/>
                </a:solidFill>
                <a:latin typeface="+mn-lt"/>
                <a:ea typeface="+mn-ea"/>
                <a:cs typeface="+mn-cs"/>
              </a:defRPr>
            </a:lvl9pPr>
          </a:lstStyle>
          <a:p>
            <a:pPr eaLnBrk="1" hangingPunct="1">
              <a:buFont typeface="Wingdings" pitchFamily="2" charset="2"/>
              <a:buNone/>
              <a:defRPr/>
            </a:pPr>
            <a:r>
              <a:rPr kumimoji="0" lang="zh-CN" altLang="en-US" sz="1800">
                <a:latin typeface="微软雅黑" pitchFamily="34" charset="-122"/>
                <a:ea typeface="微软雅黑" pitchFamily="34" charset="-122"/>
              </a:rPr>
              <a:t>运行结果</a:t>
            </a:r>
            <a:r>
              <a:rPr kumimoji="0" lang="zh-CN" altLang="zh-CN" sz="1800">
                <a:latin typeface="微软雅黑" pitchFamily="34" charset="-122"/>
                <a:ea typeface="微软雅黑" pitchFamily="34" charset="-122"/>
              </a:rPr>
              <a:t>1</a:t>
            </a:r>
            <a:r>
              <a:rPr kumimoji="0" lang="zh-CN" altLang="en-US" sz="1800">
                <a:latin typeface="微软雅黑" pitchFamily="34" charset="-122"/>
                <a:ea typeface="微软雅黑" pitchFamily="34" charset="-122"/>
              </a:rPr>
              <a:t>：</a:t>
            </a:r>
          </a:p>
          <a:p>
            <a:pPr eaLnBrk="1" hangingPunct="1">
              <a:buFont typeface="Wingdings" pitchFamily="2" charset="2"/>
              <a:buNone/>
              <a:defRPr/>
            </a:pPr>
            <a:r>
              <a:rPr kumimoji="0" lang="en-US" altLang="zh-CN" sz="1800" noProof="1">
                <a:latin typeface="微软雅黑" pitchFamily="34" charset="-122"/>
                <a:ea typeface="微软雅黑" pitchFamily="34" charset="-122"/>
              </a:rPr>
              <a:t>Enter a positive integer: 36</a:t>
            </a:r>
          </a:p>
          <a:p>
            <a:pPr eaLnBrk="1" hangingPunct="1">
              <a:buFont typeface="Wingdings" pitchFamily="2" charset="2"/>
              <a:buNone/>
              <a:defRPr/>
            </a:pPr>
            <a:r>
              <a:rPr kumimoji="0" lang="en-US" altLang="zh-CN" sz="1800" noProof="1">
                <a:latin typeface="微软雅黑" pitchFamily="34" charset="-122"/>
                <a:ea typeface="微软雅黑" pitchFamily="34" charset="-122"/>
              </a:rPr>
              <a:t>Number  36  Factors  1  2  3  4  6  9  12  18  36  </a:t>
            </a:r>
          </a:p>
          <a:p>
            <a:pPr eaLnBrk="1" hangingPunct="1">
              <a:buFont typeface="Wingdings" pitchFamily="2" charset="2"/>
              <a:buNone/>
              <a:defRPr/>
            </a:pPr>
            <a:endParaRPr kumimoji="0" lang="en-US" altLang="zh-CN" sz="1800" noProof="1">
              <a:latin typeface="微软雅黑" pitchFamily="34" charset="-122"/>
              <a:ea typeface="微软雅黑" pitchFamily="34" charset="-122"/>
            </a:endParaRPr>
          </a:p>
          <a:p>
            <a:pPr eaLnBrk="1" hangingPunct="1">
              <a:buFont typeface="Wingdings" pitchFamily="2" charset="2"/>
              <a:buNone/>
              <a:defRPr/>
            </a:pPr>
            <a:r>
              <a:rPr kumimoji="0" lang="zh-CN" altLang="en-US" sz="1800">
                <a:latin typeface="微软雅黑" pitchFamily="34" charset="-122"/>
                <a:ea typeface="微软雅黑" pitchFamily="34" charset="-122"/>
              </a:rPr>
              <a:t>运行结果</a:t>
            </a:r>
            <a:r>
              <a:rPr kumimoji="0" lang="zh-CN" altLang="zh-CN" sz="1800">
                <a:latin typeface="微软雅黑" pitchFamily="34" charset="-122"/>
                <a:ea typeface="微软雅黑" pitchFamily="34" charset="-122"/>
              </a:rPr>
              <a:t>2</a:t>
            </a:r>
            <a:r>
              <a:rPr kumimoji="0" lang="zh-CN" altLang="en-US" sz="1800">
                <a:latin typeface="微软雅黑" pitchFamily="34" charset="-122"/>
                <a:ea typeface="微软雅黑" pitchFamily="34" charset="-122"/>
              </a:rPr>
              <a:t>：</a:t>
            </a:r>
            <a:endParaRPr kumimoji="0" lang="zh-CN" altLang="zh-CN" sz="1800" noProof="1">
              <a:latin typeface="微软雅黑" pitchFamily="34" charset="-122"/>
              <a:ea typeface="微软雅黑" pitchFamily="34" charset="-122"/>
            </a:endParaRPr>
          </a:p>
          <a:p>
            <a:pPr eaLnBrk="1" hangingPunct="1">
              <a:buFont typeface="Wingdings" pitchFamily="2" charset="2"/>
              <a:buNone/>
              <a:defRPr/>
            </a:pPr>
            <a:r>
              <a:rPr kumimoji="0" lang="en-US" altLang="zh-CN" sz="1800" noProof="1">
                <a:latin typeface="微软雅黑" pitchFamily="34" charset="-122"/>
                <a:ea typeface="微软雅黑" pitchFamily="34" charset="-122"/>
              </a:rPr>
              <a:t>Enter a positive integer: 7</a:t>
            </a:r>
          </a:p>
          <a:p>
            <a:pPr eaLnBrk="1" hangingPunct="1">
              <a:buFont typeface="Wingdings" pitchFamily="2" charset="2"/>
              <a:buNone/>
              <a:defRPr/>
            </a:pPr>
            <a:r>
              <a:rPr kumimoji="0" lang="en-US" altLang="zh-CN" sz="1800" noProof="1">
                <a:latin typeface="微软雅黑" pitchFamily="34" charset="-122"/>
                <a:ea typeface="微软雅黑" pitchFamily="34" charset="-122"/>
              </a:rPr>
              <a:t>Number  7   Factors  1  7  </a:t>
            </a:r>
          </a:p>
        </p:txBody>
      </p:sp>
    </p:spTree>
    <p:extLst>
      <p:ext uri="{BB962C8B-B14F-4D97-AF65-F5344CB8AC3E}">
        <p14:creationId xmlns:p14="http://schemas.microsoft.com/office/powerpoint/2010/main" val="1450463002"/>
      </p:ext>
    </p:extLst>
  </p:cSld>
  <p:clrMapOvr>
    <a:masterClrMapping/>
  </p:clrMapOvr>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标题 1"/>
          <p:cNvSpPr>
            <a:spLocks noGrp="1"/>
          </p:cNvSpPr>
          <p:nvPr>
            <p:ph type="title"/>
          </p:nvPr>
        </p:nvSpPr>
        <p:spPr>
          <a:xfrm>
            <a:off x="609600" y="1071563"/>
            <a:ext cx="10975975" cy="1066800"/>
          </a:xfrm>
        </p:spPr>
        <p:txBody>
          <a:bodyPr/>
          <a:lstStyle/>
          <a:p>
            <a:pPr eaLnBrk="1" hangingPunct="1">
              <a:defRPr/>
            </a:pPr>
            <a:r>
              <a:rPr lang="en-US" altLang="zh-CN">
                <a:solidFill>
                  <a:schemeClr val="accent5"/>
                </a:solidFill>
                <a:latin typeface="微软雅黑" pitchFamily="34" charset="-122"/>
                <a:ea typeface="微软雅黑" pitchFamily="34" charset="-122"/>
              </a:rPr>
              <a:t>for</a:t>
            </a:r>
            <a:r>
              <a:rPr lang="zh-CN" altLang="en-US">
                <a:solidFill>
                  <a:schemeClr val="accent5"/>
                </a:solidFill>
                <a:latin typeface="微软雅黑" pitchFamily="34" charset="-122"/>
                <a:ea typeface="微软雅黑" pitchFamily="34" charset="-122"/>
              </a:rPr>
              <a:t>语句（续）</a:t>
            </a:r>
          </a:p>
        </p:txBody>
      </p:sp>
      <p:sp>
        <p:nvSpPr>
          <p:cNvPr id="114692" name="Rectangle 3"/>
          <p:cNvSpPr txBox="1">
            <a:spLocks noChangeArrowheads="1"/>
          </p:cNvSpPr>
          <p:nvPr/>
        </p:nvSpPr>
        <p:spPr bwMode="auto">
          <a:xfrm>
            <a:off x="660400" y="2462213"/>
            <a:ext cx="10366375" cy="19748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65125" indent="-255588" eaLnBrk="0" hangingPunct="0">
              <a:defRPr kumimoji="1" sz="2400">
                <a:solidFill>
                  <a:schemeClr val="tx1"/>
                </a:solidFill>
                <a:latin typeface="Times New Roman" panose="02020603050405020304" pitchFamily="18" charset="0"/>
                <a:ea typeface="隶书" panose="02010509060101010101" pitchFamily="49" charset="-122"/>
              </a:defRPr>
            </a:lvl1pPr>
            <a:lvl2pPr marL="657225" indent="-246063" eaLnBrk="0" hangingPunct="0">
              <a:defRPr kumimoji="1" sz="2400">
                <a:solidFill>
                  <a:schemeClr val="tx1"/>
                </a:solidFill>
                <a:latin typeface="Times New Roman" panose="02020603050405020304" pitchFamily="18" charset="0"/>
                <a:ea typeface="隶书" panose="02010509060101010101" pitchFamily="49" charset="-122"/>
              </a:defRPr>
            </a:lvl2pPr>
            <a:lvl3pPr marL="1143000" indent="-228600" eaLnBrk="0" hangingPunct="0">
              <a:defRPr kumimoji="1" sz="2400">
                <a:solidFill>
                  <a:schemeClr val="tx1"/>
                </a:solidFill>
                <a:latin typeface="Times New Roman" panose="02020603050405020304" pitchFamily="18" charset="0"/>
                <a:ea typeface="隶书" panose="02010509060101010101" pitchFamily="49" charset="-122"/>
              </a:defRPr>
            </a:lvl3pPr>
            <a:lvl4pPr marL="1600200" indent="-228600" eaLnBrk="0" hangingPunct="0">
              <a:defRPr kumimoji="1" sz="2400">
                <a:solidFill>
                  <a:schemeClr val="tx1"/>
                </a:solidFill>
                <a:latin typeface="Times New Roman" panose="02020603050405020304" pitchFamily="18" charset="0"/>
                <a:ea typeface="隶书" panose="02010509060101010101" pitchFamily="49" charset="-122"/>
              </a:defRPr>
            </a:lvl4pPr>
            <a:lvl5pPr marL="2057400" indent="-228600" eaLnBrk="0" hangingPunct="0">
              <a:defRPr kumimoji="1"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pPr eaLnBrk="1" hangingPunct="1">
              <a:spcBef>
                <a:spcPts val="300"/>
              </a:spcBef>
              <a:buClr>
                <a:schemeClr val="tx1"/>
              </a:buClr>
            </a:pPr>
            <a:r>
              <a:rPr kumimoji="0" lang="zh-CN" altLang="en-US">
                <a:latin typeface="微软雅黑" panose="020B0503020204020204" pitchFamily="34" charset="-122"/>
                <a:ea typeface="微软雅黑" panose="020B0503020204020204" pitchFamily="34" charset="-122"/>
              </a:rPr>
              <a:t>语法形式</a:t>
            </a:r>
          </a:p>
          <a:p>
            <a:pPr lvl="1" eaLnBrk="1" hangingPunct="1">
              <a:lnSpc>
                <a:spcPct val="150000"/>
              </a:lnSpc>
              <a:spcBef>
                <a:spcPts val="300"/>
              </a:spcBef>
              <a:buClr>
                <a:schemeClr val="tx1"/>
              </a:buClr>
            </a:pPr>
            <a:r>
              <a:rPr kumimoji="0" lang="en-US" altLang="zh-CN">
                <a:solidFill>
                  <a:schemeClr val="accent1"/>
                </a:solidFill>
                <a:latin typeface="微软雅黑" panose="020B0503020204020204" pitchFamily="34" charset="-122"/>
                <a:ea typeface="微软雅黑" panose="020B0503020204020204" pitchFamily="34" charset="-122"/>
              </a:rPr>
              <a:t>for  (</a:t>
            </a:r>
            <a:r>
              <a:rPr kumimoji="0" lang="zh-CN" altLang="en-US">
                <a:solidFill>
                  <a:schemeClr val="accent1"/>
                </a:solidFill>
                <a:latin typeface="微软雅黑" panose="020B0503020204020204" pitchFamily="34" charset="-122"/>
                <a:ea typeface="微软雅黑" panose="020B0503020204020204" pitchFamily="34" charset="-122"/>
              </a:rPr>
              <a:t>初始语句；表达式</a:t>
            </a:r>
            <a:r>
              <a:rPr kumimoji="0" lang="en-US" altLang="zh-CN">
                <a:solidFill>
                  <a:schemeClr val="accent1"/>
                </a:solidFill>
                <a:latin typeface="微软雅黑" panose="020B0503020204020204" pitchFamily="34" charset="-122"/>
                <a:ea typeface="微软雅黑" panose="020B0503020204020204" pitchFamily="34" charset="-122"/>
              </a:rPr>
              <a:t>1</a:t>
            </a:r>
            <a:r>
              <a:rPr kumimoji="0" lang="zh-CN" altLang="en-US">
                <a:solidFill>
                  <a:schemeClr val="accent1"/>
                </a:solidFill>
                <a:latin typeface="微软雅黑" panose="020B0503020204020204" pitchFamily="34" charset="-122"/>
                <a:ea typeface="微软雅黑" panose="020B0503020204020204" pitchFamily="34" charset="-122"/>
              </a:rPr>
              <a:t>；表达式</a:t>
            </a:r>
            <a:r>
              <a:rPr kumimoji="0" lang="en-US" altLang="zh-CN">
                <a:solidFill>
                  <a:schemeClr val="accent1"/>
                </a:solidFill>
                <a:latin typeface="微软雅黑" panose="020B0503020204020204" pitchFamily="34" charset="-122"/>
                <a:ea typeface="微软雅黑" panose="020B0503020204020204" pitchFamily="34" charset="-122"/>
              </a:rPr>
              <a:t>2)  </a:t>
            </a:r>
            <a:r>
              <a:rPr kumimoji="0" lang="zh-CN" altLang="en-US">
                <a:solidFill>
                  <a:schemeClr val="accent1"/>
                </a:solidFill>
                <a:latin typeface="微软雅黑" panose="020B0503020204020204" pitchFamily="34" charset="-122"/>
                <a:ea typeface="微软雅黑" panose="020B0503020204020204" pitchFamily="34" charset="-122"/>
              </a:rPr>
              <a:t>语句</a:t>
            </a:r>
          </a:p>
          <a:p>
            <a:pPr lvl="1" eaLnBrk="1" hangingPunct="1">
              <a:lnSpc>
                <a:spcPct val="150000"/>
              </a:lnSpc>
              <a:spcBef>
                <a:spcPts val="300"/>
              </a:spcBef>
              <a:buClr>
                <a:schemeClr val="tx1"/>
              </a:buClr>
            </a:pPr>
            <a:r>
              <a:rPr kumimoji="0" lang="zh-CN" altLang="en-US">
                <a:solidFill>
                  <a:srgbClr val="C0FEF9"/>
                </a:solidFill>
                <a:latin typeface="微软雅黑" panose="020B0503020204020204" pitchFamily="34" charset="-122"/>
                <a:ea typeface="微软雅黑" panose="020B0503020204020204" pitchFamily="34" charset="-122"/>
              </a:rPr>
              <a:t>                                       </a:t>
            </a:r>
          </a:p>
        </p:txBody>
      </p:sp>
      <p:sp>
        <p:nvSpPr>
          <p:cNvPr id="114693" name="Line 5"/>
          <p:cNvSpPr>
            <a:spLocks noChangeShapeType="1"/>
          </p:cNvSpPr>
          <p:nvPr/>
        </p:nvSpPr>
        <p:spPr bwMode="auto">
          <a:xfrm>
            <a:off x="2012950" y="3500438"/>
            <a:ext cx="0" cy="360362"/>
          </a:xfrm>
          <a:prstGeom prst="line">
            <a:avLst/>
          </a:prstGeom>
          <a:noFill/>
          <a:ln w="12699">
            <a:solidFill>
              <a:schemeClr val="accent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4694" name="Text Box 6"/>
          <p:cNvSpPr txBox="1">
            <a:spLocks noChangeArrowheads="1"/>
          </p:cNvSpPr>
          <p:nvPr/>
        </p:nvSpPr>
        <p:spPr bwMode="auto">
          <a:xfrm>
            <a:off x="1379538" y="3984625"/>
            <a:ext cx="1262062"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Times New Roman" panose="02020603050405020304" pitchFamily="18" charset="0"/>
                <a:ea typeface="隶书" panose="02010509060101010101" pitchFamily="49" charset="-122"/>
              </a:defRPr>
            </a:lvl1pPr>
            <a:lvl2pPr marL="742950" indent="-285750" eaLnBrk="0" hangingPunct="0">
              <a:defRPr kumimoji="1" sz="2400">
                <a:solidFill>
                  <a:schemeClr val="tx1"/>
                </a:solidFill>
                <a:latin typeface="Times New Roman" panose="02020603050405020304" pitchFamily="18" charset="0"/>
                <a:ea typeface="隶书" panose="02010509060101010101" pitchFamily="49" charset="-122"/>
              </a:defRPr>
            </a:lvl2pPr>
            <a:lvl3pPr marL="1143000" indent="-228600" eaLnBrk="0" hangingPunct="0">
              <a:defRPr kumimoji="1" sz="2400">
                <a:solidFill>
                  <a:schemeClr val="tx1"/>
                </a:solidFill>
                <a:latin typeface="Times New Roman" panose="02020603050405020304" pitchFamily="18" charset="0"/>
                <a:ea typeface="隶书" panose="02010509060101010101" pitchFamily="49" charset="-122"/>
              </a:defRPr>
            </a:lvl3pPr>
            <a:lvl4pPr marL="1600200" indent="-228600" eaLnBrk="0" hangingPunct="0">
              <a:defRPr kumimoji="1" sz="2400">
                <a:solidFill>
                  <a:schemeClr val="tx1"/>
                </a:solidFill>
                <a:latin typeface="Times New Roman" panose="02020603050405020304" pitchFamily="18" charset="0"/>
                <a:ea typeface="隶书" panose="02010509060101010101" pitchFamily="49" charset="-122"/>
              </a:defRPr>
            </a:lvl4pPr>
            <a:lvl5pPr marL="2057400" indent="-228600" eaLnBrk="0" hangingPunct="0">
              <a:defRPr kumimoji="1"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pPr algn="ctr">
              <a:spcBef>
                <a:spcPct val="50000"/>
              </a:spcBef>
            </a:pPr>
            <a:r>
              <a:rPr lang="zh-CN" altLang="en-US" sz="1400">
                <a:latin typeface="微软雅黑" panose="020B0503020204020204" pitchFamily="34" charset="-122"/>
                <a:ea typeface="微软雅黑" panose="020B0503020204020204" pitchFamily="34" charset="-122"/>
              </a:rPr>
              <a:t>循环前先求解</a:t>
            </a:r>
          </a:p>
        </p:txBody>
      </p:sp>
      <p:grpSp>
        <p:nvGrpSpPr>
          <p:cNvPr id="114695" name="Group 7"/>
          <p:cNvGrpSpPr>
            <a:grpSpLocks/>
          </p:cNvGrpSpPr>
          <p:nvPr/>
        </p:nvGrpSpPr>
        <p:grpSpPr bwMode="auto">
          <a:xfrm>
            <a:off x="2928938" y="3451225"/>
            <a:ext cx="1790700" cy="841375"/>
            <a:chOff x="2589" y="1838"/>
            <a:chExt cx="846" cy="530"/>
          </a:xfrm>
        </p:grpSpPr>
        <p:sp>
          <p:nvSpPr>
            <p:cNvPr id="114699" name="Line 8"/>
            <p:cNvSpPr>
              <a:spLocks noChangeShapeType="1"/>
            </p:cNvSpPr>
            <p:nvPr/>
          </p:nvSpPr>
          <p:spPr bwMode="auto">
            <a:xfrm>
              <a:off x="2953" y="1838"/>
              <a:ext cx="0" cy="288"/>
            </a:xfrm>
            <a:prstGeom prst="line">
              <a:avLst/>
            </a:prstGeom>
            <a:noFill/>
            <a:ln w="12699">
              <a:solidFill>
                <a:schemeClr val="accent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4700" name="Text Box 9"/>
            <p:cNvSpPr txBox="1">
              <a:spLocks noChangeArrowheads="1"/>
            </p:cNvSpPr>
            <p:nvPr/>
          </p:nvSpPr>
          <p:spPr bwMode="auto">
            <a:xfrm>
              <a:off x="2589" y="2174"/>
              <a:ext cx="846"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Times New Roman" panose="02020603050405020304" pitchFamily="18" charset="0"/>
                  <a:ea typeface="隶书" panose="02010509060101010101" pitchFamily="49" charset="-122"/>
                </a:defRPr>
              </a:lvl1pPr>
              <a:lvl2pPr marL="742950" indent="-285750" eaLnBrk="0" hangingPunct="0">
                <a:defRPr kumimoji="1" sz="2400">
                  <a:solidFill>
                    <a:schemeClr val="tx1"/>
                  </a:solidFill>
                  <a:latin typeface="Times New Roman" panose="02020603050405020304" pitchFamily="18" charset="0"/>
                  <a:ea typeface="隶书" panose="02010509060101010101" pitchFamily="49" charset="-122"/>
                </a:defRPr>
              </a:lvl2pPr>
              <a:lvl3pPr marL="1143000" indent="-228600" eaLnBrk="0" hangingPunct="0">
                <a:defRPr kumimoji="1" sz="2400">
                  <a:solidFill>
                    <a:schemeClr val="tx1"/>
                  </a:solidFill>
                  <a:latin typeface="Times New Roman" panose="02020603050405020304" pitchFamily="18" charset="0"/>
                  <a:ea typeface="隶书" panose="02010509060101010101" pitchFamily="49" charset="-122"/>
                </a:defRPr>
              </a:lvl3pPr>
              <a:lvl4pPr marL="1600200" indent="-228600" eaLnBrk="0" hangingPunct="0">
                <a:defRPr kumimoji="1" sz="2400">
                  <a:solidFill>
                    <a:schemeClr val="tx1"/>
                  </a:solidFill>
                  <a:latin typeface="Times New Roman" panose="02020603050405020304" pitchFamily="18" charset="0"/>
                  <a:ea typeface="隶书" panose="02010509060101010101" pitchFamily="49" charset="-122"/>
                </a:defRPr>
              </a:lvl4pPr>
              <a:lvl5pPr marL="2057400" indent="-228600" eaLnBrk="0" hangingPunct="0">
                <a:defRPr kumimoji="1"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pPr algn="ctr">
                <a:spcBef>
                  <a:spcPct val="50000"/>
                </a:spcBef>
              </a:pPr>
              <a:r>
                <a:rPr lang="zh-CN" altLang="en-US" sz="1400">
                  <a:latin typeface="微软雅黑" panose="020B0503020204020204" pitchFamily="34" charset="-122"/>
                  <a:ea typeface="微软雅黑" panose="020B0503020204020204" pitchFamily="34" charset="-122"/>
                </a:rPr>
                <a:t>为</a:t>
              </a:r>
              <a:r>
                <a:rPr lang="en-US" altLang="zh-CN" sz="1400">
                  <a:latin typeface="微软雅黑" panose="020B0503020204020204" pitchFamily="34" charset="-122"/>
                  <a:ea typeface="微软雅黑" panose="020B0503020204020204" pitchFamily="34" charset="-122"/>
                </a:rPr>
                <a:t>true</a:t>
              </a:r>
              <a:r>
                <a:rPr lang="zh-CN" altLang="en-US" sz="1400">
                  <a:latin typeface="微软雅黑" panose="020B0503020204020204" pitchFamily="34" charset="-122"/>
                  <a:ea typeface="微软雅黑" panose="020B0503020204020204" pitchFamily="34" charset="-122"/>
                </a:rPr>
                <a:t>时执行循环体</a:t>
              </a:r>
            </a:p>
          </p:txBody>
        </p:sp>
      </p:grpSp>
      <p:grpSp>
        <p:nvGrpSpPr>
          <p:cNvPr id="114696" name="Group 10"/>
          <p:cNvGrpSpPr>
            <a:grpSpLocks/>
          </p:cNvGrpSpPr>
          <p:nvPr/>
        </p:nvGrpSpPr>
        <p:grpSpPr bwMode="auto">
          <a:xfrm>
            <a:off x="4657725" y="3500438"/>
            <a:ext cx="2159000" cy="792162"/>
            <a:chOff x="3464" y="1615"/>
            <a:chExt cx="1020" cy="499"/>
          </a:xfrm>
        </p:grpSpPr>
        <p:sp>
          <p:nvSpPr>
            <p:cNvPr id="114697" name="Line 11"/>
            <p:cNvSpPr>
              <a:spLocks noChangeShapeType="1"/>
            </p:cNvSpPr>
            <p:nvPr/>
          </p:nvSpPr>
          <p:spPr bwMode="auto">
            <a:xfrm>
              <a:off x="3916" y="1615"/>
              <a:ext cx="0" cy="305"/>
            </a:xfrm>
            <a:prstGeom prst="line">
              <a:avLst/>
            </a:prstGeom>
            <a:noFill/>
            <a:ln w="12699">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4698" name="Text Box 12"/>
            <p:cNvSpPr txBox="1">
              <a:spLocks noChangeArrowheads="1"/>
            </p:cNvSpPr>
            <p:nvPr/>
          </p:nvSpPr>
          <p:spPr bwMode="auto">
            <a:xfrm>
              <a:off x="3464" y="1920"/>
              <a:ext cx="1020" cy="194"/>
            </a:xfrm>
            <a:prstGeom prst="rect">
              <a:avLst/>
            </a:prstGeom>
            <a:noFill/>
            <a:ln w="12699">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eaLnBrk="0" hangingPunct="0">
                <a:defRPr kumimoji="1" sz="2400">
                  <a:solidFill>
                    <a:schemeClr val="tx1"/>
                  </a:solidFill>
                  <a:latin typeface="Times New Roman" panose="02020603050405020304" pitchFamily="18" charset="0"/>
                  <a:ea typeface="隶书" panose="02010509060101010101" pitchFamily="49" charset="-122"/>
                </a:defRPr>
              </a:lvl1pPr>
              <a:lvl2pPr marL="742950" indent="-285750" eaLnBrk="0" hangingPunct="0">
                <a:defRPr kumimoji="1" sz="2400">
                  <a:solidFill>
                    <a:schemeClr val="tx1"/>
                  </a:solidFill>
                  <a:latin typeface="Times New Roman" panose="02020603050405020304" pitchFamily="18" charset="0"/>
                  <a:ea typeface="隶书" panose="02010509060101010101" pitchFamily="49" charset="-122"/>
                </a:defRPr>
              </a:lvl2pPr>
              <a:lvl3pPr marL="1143000" indent="-228600" eaLnBrk="0" hangingPunct="0">
                <a:defRPr kumimoji="1" sz="2400">
                  <a:solidFill>
                    <a:schemeClr val="tx1"/>
                  </a:solidFill>
                  <a:latin typeface="Times New Roman" panose="02020603050405020304" pitchFamily="18" charset="0"/>
                  <a:ea typeface="隶书" panose="02010509060101010101" pitchFamily="49" charset="-122"/>
                </a:defRPr>
              </a:lvl3pPr>
              <a:lvl4pPr marL="1600200" indent="-228600" eaLnBrk="0" hangingPunct="0">
                <a:defRPr kumimoji="1" sz="2400">
                  <a:solidFill>
                    <a:schemeClr val="tx1"/>
                  </a:solidFill>
                  <a:latin typeface="Times New Roman" panose="02020603050405020304" pitchFamily="18" charset="0"/>
                  <a:ea typeface="隶书" panose="02010509060101010101" pitchFamily="49" charset="-122"/>
                </a:defRPr>
              </a:lvl4pPr>
              <a:lvl5pPr marL="2057400" indent="-228600" eaLnBrk="0" hangingPunct="0">
                <a:defRPr kumimoji="1"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pPr algn="ctr">
                <a:spcBef>
                  <a:spcPct val="50000"/>
                </a:spcBef>
              </a:pPr>
              <a:r>
                <a:rPr lang="zh-CN" altLang="en-US" sz="1400">
                  <a:latin typeface="微软雅黑" panose="020B0503020204020204" pitchFamily="34" charset="-122"/>
                  <a:ea typeface="微软雅黑" panose="020B0503020204020204" pitchFamily="34" charset="-122"/>
                </a:rPr>
                <a:t>每次执行完循环体后求解</a:t>
              </a:r>
            </a:p>
          </p:txBody>
        </p:sp>
      </p:grpSp>
      <p:sp>
        <p:nvSpPr>
          <p:cNvPr id="13" name="Rectangle 3"/>
          <p:cNvSpPr txBox="1">
            <a:spLocks noChangeArrowheads="1"/>
          </p:cNvSpPr>
          <p:nvPr/>
        </p:nvSpPr>
        <p:spPr bwMode="auto">
          <a:xfrm>
            <a:off x="660400" y="4560937"/>
            <a:ext cx="10795000" cy="1939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65125" indent="-255588" eaLnBrk="0" hangingPunct="0">
              <a:defRPr kumimoji="1" sz="2400">
                <a:solidFill>
                  <a:schemeClr val="tx1"/>
                </a:solidFill>
                <a:latin typeface="Times New Roman" panose="02020603050405020304" pitchFamily="18" charset="0"/>
                <a:ea typeface="隶书" panose="02010509060101010101" pitchFamily="49" charset="-122"/>
              </a:defRPr>
            </a:lvl1pPr>
            <a:lvl2pPr marL="657225" indent="-246063" eaLnBrk="0" hangingPunct="0">
              <a:defRPr kumimoji="1" sz="2400">
                <a:solidFill>
                  <a:schemeClr val="tx1"/>
                </a:solidFill>
                <a:latin typeface="Times New Roman" panose="02020603050405020304" pitchFamily="18" charset="0"/>
                <a:ea typeface="隶书" panose="02010509060101010101" pitchFamily="49" charset="-122"/>
              </a:defRPr>
            </a:lvl2pPr>
            <a:lvl3pPr marL="1143000" indent="-228600" eaLnBrk="0" hangingPunct="0">
              <a:defRPr kumimoji="1" sz="2400">
                <a:solidFill>
                  <a:schemeClr val="tx1"/>
                </a:solidFill>
                <a:latin typeface="Times New Roman" panose="02020603050405020304" pitchFamily="18" charset="0"/>
                <a:ea typeface="隶书" panose="02010509060101010101" pitchFamily="49" charset="-122"/>
              </a:defRPr>
            </a:lvl3pPr>
            <a:lvl4pPr marL="1600200" indent="-228600" eaLnBrk="0" hangingPunct="0">
              <a:defRPr kumimoji="1" sz="2400">
                <a:solidFill>
                  <a:schemeClr val="tx1"/>
                </a:solidFill>
                <a:latin typeface="Times New Roman" panose="02020603050405020304" pitchFamily="18" charset="0"/>
                <a:ea typeface="隶书" panose="02010509060101010101" pitchFamily="49" charset="-122"/>
              </a:defRPr>
            </a:lvl4pPr>
            <a:lvl5pPr marL="2057400" indent="-228600" eaLnBrk="0" hangingPunct="0">
              <a:defRPr kumimoji="1"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pPr eaLnBrk="1" hangingPunct="1">
              <a:spcBef>
                <a:spcPts val="300"/>
              </a:spcBef>
              <a:buClr>
                <a:schemeClr val="tx1"/>
              </a:buClr>
            </a:pPr>
            <a:r>
              <a:rPr kumimoji="0" lang="en-US" altLang="zh-CN">
                <a:latin typeface="微软雅黑" panose="020B0503020204020204" pitchFamily="34" charset="-122"/>
                <a:ea typeface="微软雅黑" panose="020B0503020204020204" pitchFamily="34" charset="-122"/>
              </a:rPr>
              <a:t>for</a:t>
            </a:r>
            <a:r>
              <a:rPr kumimoji="0" lang="zh-CN" altLang="en-US">
                <a:latin typeface="微软雅黑" panose="020B0503020204020204" pitchFamily="34" charset="-122"/>
                <a:ea typeface="微软雅黑" panose="020B0503020204020204" pitchFamily="34" charset="-122"/>
              </a:rPr>
              <a:t>语句还有另一种更加简洁的写法，称为范围</a:t>
            </a:r>
            <a:r>
              <a:rPr kumimoji="0" lang="en-US" altLang="zh-CN">
                <a:latin typeface="微软雅黑" panose="020B0503020204020204" pitchFamily="34" charset="-122"/>
                <a:ea typeface="微软雅黑" panose="020B0503020204020204" pitchFamily="34" charset="-122"/>
              </a:rPr>
              <a:t>for</a:t>
            </a:r>
            <a:r>
              <a:rPr kumimoji="0" lang="zh-CN" altLang="en-US">
                <a:latin typeface="微软雅黑" panose="020B0503020204020204" pitchFamily="34" charset="-122"/>
                <a:ea typeface="微软雅黑" panose="020B0503020204020204" pitchFamily="34" charset="-122"/>
              </a:rPr>
              <a:t>语句，语法形式为：</a:t>
            </a:r>
          </a:p>
          <a:p>
            <a:pPr eaLnBrk="1" hangingPunct="1">
              <a:spcBef>
                <a:spcPts val="300"/>
              </a:spcBef>
              <a:buClr>
                <a:schemeClr val="tx1"/>
              </a:buClr>
            </a:pPr>
            <a:r>
              <a:rPr kumimoji="0" lang="en-US" altLang="zh-CN">
                <a:latin typeface="微软雅黑" panose="020B0503020204020204" pitchFamily="34" charset="-122"/>
                <a:ea typeface="微软雅黑" panose="020B0503020204020204" pitchFamily="34" charset="-122"/>
              </a:rPr>
              <a:t>    </a:t>
            </a:r>
            <a:r>
              <a:rPr kumimoji="0" lang="en-US" altLang="zh-CN">
                <a:solidFill>
                  <a:srgbClr val="0070C0"/>
                </a:solidFill>
                <a:latin typeface="微软雅黑" panose="020B0503020204020204" pitchFamily="34" charset="-122"/>
                <a:ea typeface="微软雅黑" panose="020B0503020204020204" pitchFamily="34" charset="-122"/>
              </a:rPr>
              <a:t>for  (</a:t>
            </a:r>
            <a:r>
              <a:rPr kumimoji="0" lang="zh-CN" altLang="en-US">
                <a:solidFill>
                  <a:srgbClr val="0070C0"/>
                </a:solidFill>
                <a:latin typeface="微软雅黑" panose="020B0503020204020204" pitchFamily="34" charset="-122"/>
                <a:ea typeface="微软雅黑" panose="020B0503020204020204" pitchFamily="34" charset="-122"/>
              </a:rPr>
              <a:t>声明：表达式</a:t>
            </a:r>
            <a:r>
              <a:rPr kumimoji="0" lang="en-US" altLang="zh-CN">
                <a:solidFill>
                  <a:srgbClr val="0070C0"/>
                </a:solidFill>
                <a:latin typeface="微软雅黑" panose="020B0503020204020204" pitchFamily="34" charset="-122"/>
                <a:ea typeface="微软雅黑" panose="020B0503020204020204" pitchFamily="34" charset="-122"/>
              </a:rPr>
              <a:t>)</a:t>
            </a:r>
          </a:p>
          <a:p>
            <a:pPr eaLnBrk="1" hangingPunct="1">
              <a:spcBef>
                <a:spcPts val="300"/>
              </a:spcBef>
              <a:buClr>
                <a:schemeClr val="tx1"/>
              </a:buClr>
            </a:pPr>
            <a:r>
              <a:rPr kumimoji="0" lang="zh-CN" altLang="en-US">
                <a:solidFill>
                  <a:srgbClr val="0070C0"/>
                </a:solidFill>
                <a:latin typeface="微软雅黑" panose="020B0503020204020204" pitchFamily="34" charset="-122"/>
                <a:ea typeface="微软雅黑" panose="020B0503020204020204" pitchFamily="34" charset="-122"/>
              </a:rPr>
              <a:t>        语句</a:t>
            </a:r>
          </a:p>
          <a:p>
            <a:pPr eaLnBrk="1" hangingPunct="1">
              <a:spcBef>
                <a:spcPts val="300"/>
              </a:spcBef>
              <a:buClr>
                <a:schemeClr val="tx1"/>
              </a:buClr>
            </a:pPr>
            <a:r>
              <a:rPr kumimoji="0" lang="zh-CN" altLang="en-US">
                <a:latin typeface="微软雅黑" panose="020B0503020204020204" pitchFamily="34" charset="-122"/>
                <a:ea typeface="微软雅黑" panose="020B0503020204020204" pitchFamily="34" charset="-122"/>
              </a:rPr>
              <a:t>这种形式的</a:t>
            </a:r>
            <a:r>
              <a:rPr kumimoji="0" lang="en-US" altLang="zh-CN">
                <a:latin typeface="微软雅黑" panose="020B0503020204020204" pitchFamily="34" charset="-122"/>
                <a:ea typeface="微软雅黑" panose="020B0503020204020204" pitchFamily="34" charset="-122"/>
              </a:rPr>
              <a:t>for</a:t>
            </a:r>
            <a:r>
              <a:rPr kumimoji="0" lang="zh-CN" altLang="en-US">
                <a:latin typeface="微软雅黑" panose="020B0503020204020204" pitchFamily="34" charset="-122"/>
                <a:ea typeface="微软雅黑" panose="020B0503020204020204" pitchFamily="34" charset="-122"/>
              </a:rPr>
              <a:t>语句主要用于遍历一个容器中的序列，将在第</a:t>
            </a:r>
            <a:r>
              <a:rPr kumimoji="0" lang="en-US" altLang="zh-CN">
                <a:latin typeface="微软雅黑" panose="020B0503020204020204" pitchFamily="34" charset="-122"/>
                <a:ea typeface="微软雅黑" panose="020B0503020204020204" pitchFamily="34" charset="-122"/>
              </a:rPr>
              <a:t>6</a:t>
            </a:r>
            <a:r>
              <a:rPr kumimoji="0" lang="zh-CN" altLang="en-US">
                <a:latin typeface="微软雅黑" panose="020B0503020204020204" pitchFamily="34" charset="-122"/>
                <a:ea typeface="微软雅黑" panose="020B0503020204020204" pitchFamily="34" charset="-122"/>
              </a:rPr>
              <a:t>、</a:t>
            </a:r>
            <a:r>
              <a:rPr kumimoji="0" lang="en-US" altLang="zh-CN">
                <a:latin typeface="微软雅黑" panose="020B0503020204020204" pitchFamily="34" charset="-122"/>
                <a:ea typeface="微软雅黑" panose="020B0503020204020204" pitchFamily="34" charset="-122"/>
              </a:rPr>
              <a:t>10</a:t>
            </a:r>
            <a:r>
              <a:rPr kumimoji="0" lang="zh-CN" altLang="en-US">
                <a:latin typeface="微软雅黑" panose="020B0503020204020204" pitchFamily="34" charset="-122"/>
                <a:ea typeface="微软雅黑" panose="020B0503020204020204" pitchFamily="34" charset="-122"/>
              </a:rPr>
              <a:t>章详细介绍</a:t>
            </a:r>
          </a:p>
        </p:txBody>
      </p:sp>
      <p:sp>
        <p:nvSpPr>
          <p:cNvPr id="2" name="灯片编号占位符 1"/>
          <p:cNvSpPr>
            <a:spLocks noGrp="1"/>
          </p:cNvSpPr>
          <p:nvPr>
            <p:ph type="sldNum" sz="quarter" idx="4"/>
          </p:nvPr>
        </p:nvSpPr>
        <p:spPr/>
        <p:txBody>
          <a:bodyPr/>
          <a:lstStyle/>
          <a:p>
            <a:fld id="{B4B29FD1-946C-40F0-B4AF-B43D585A2146}" type="slidenum">
              <a:rPr lang="zh-CN" altLang="en-US" smtClean="0"/>
              <a:pPr/>
              <a:t>62</a:t>
            </a:fld>
            <a:endParaRPr lang="zh-CN" altLang="en-US"/>
          </a:p>
        </p:txBody>
      </p:sp>
    </p:spTree>
    <p:extLst>
      <p:ext uri="{BB962C8B-B14F-4D97-AF65-F5344CB8AC3E}">
        <p14:creationId xmlns:p14="http://schemas.microsoft.com/office/powerpoint/2010/main" val="1973976570"/>
      </p:ext>
    </p:extLst>
  </p:cSld>
  <p:clrMapOvr>
    <a:masterClrMapping/>
  </p:clrMapOvr>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标题 1"/>
          <p:cNvSpPr>
            <a:spLocks noGrp="1"/>
          </p:cNvSpPr>
          <p:nvPr>
            <p:ph type="title"/>
          </p:nvPr>
        </p:nvSpPr>
        <p:spPr>
          <a:xfrm>
            <a:off x="609600" y="1076325"/>
            <a:ext cx="10975975" cy="1066800"/>
          </a:xfrm>
        </p:spPr>
        <p:txBody>
          <a:bodyPr/>
          <a:lstStyle/>
          <a:p>
            <a:pPr eaLnBrk="1" hangingPunct="1">
              <a:defRPr/>
            </a:pPr>
            <a:r>
              <a:rPr lang="zh-CN" altLang="en-US">
                <a:solidFill>
                  <a:schemeClr val="accent5"/>
                </a:solidFill>
                <a:latin typeface="微软雅黑" pitchFamily="34" charset="-122"/>
                <a:ea typeface="微软雅黑" pitchFamily="34" charset="-122"/>
              </a:rPr>
              <a:t>循环</a:t>
            </a:r>
            <a:r>
              <a:rPr lang="zh-CN" altLang="en-US" dirty="0">
                <a:solidFill>
                  <a:schemeClr val="accent5"/>
                </a:solidFill>
                <a:latin typeface="微软雅黑" pitchFamily="34" charset="-122"/>
                <a:ea typeface="微软雅黑" pitchFamily="34" charset="-122"/>
              </a:rPr>
              <a:t>结构与选择结构的嵌套</a:t>
            </a:r>
          </a:p>
        </p:txBody>
      </p:sp>
      <p:sp>
        <p:nvSpPr>
          <p:cNvPr id="82947" name="内容占位符 2"/>
          <p:cNvSpPr>
            <a:spLocks noGrp="1"/>
          </p:cNvSpPr>
          <p:nvPr>
            <p:ph idx="1"/>
          </p:nvPr>
        </p:nvSpPr>
        <p:spPr>
          <a:xfrm>
            <a:off x="609600" y="2141538"/>
            <a:ext cx="10774363" cy="4311650"/>
          </a:xfrm>
        </p:spPr>
        <p:txBody>
          <a:bodyPr/>
          <a:lstStyle/>
          <a:p>
            <a:pPr eaLnBrk="1" hangingPunct="1">
              <a:lnSpc>
                <a:spcPct val="120000"/>
              </a:lnSpc>
              <a:buFont typeface="Georgia" panose="02040502050405020303" pitchFamily="18" charset="0"/>
              <a:buNone/>
            </a:pPr>
            <a:r>
              <a:rPr lang="zh-CN" altLang="en-US">
                <a:latin typeface="微软雅黑" panose="020B0503020204020204" pitchFamily="34" charset="-122"/>
                <a:ea typeface="微软雅黑" panose="020B0503020204020204" pitchFamily="34" charset="-122"/>
              </a:rPr>
              <a:t>例</a:t>
            </a:r>
            <a:r>
              <a:rPr lang="en-US" altLang="zh-CN">
                <a:latin typeface="微软雅黑" panose="020B0503020204020204" pitchFamily="34" charset="-122"/>
                <a:ea typeface="微软雅黑" panose="020B0503020204020204" pitchFamily="34" charset="-122"/>
              </a:rPr>
              <a:t>2_10</a:t>
            </a:r>
            <a:r>
              <a:rPr lang="zh-CN" altLang="en-US">
                <a:latin typeface="微软雅黑" panose="020B0503020204020204" pitchFamily="34" charset="-122"/>
                <a:ea typeface="微软雅黑" panose="020B0503020204020204" pitchFamily="34" charset="-122"/>
              </a:rPr>
              <a:t>：输入一系列整数，统计出正整数个数</a:t>
            </a:r>
            <a:r>
              <a:rPr lang="en-US" altLang="zh-CN">
                <a:latin typeface="微软雅黑" panose="020B0503020204020204" pitchFamily="34" charset="-122"/>
                <a:ea typeface="微软雅黑" panose="020B0503020204020204" pitchFamily="34" charset="-122"/>
              </a:rPr>
              <a:t>i</a:t>
            </a:r>
            <a:r>
              <a:rPr lang="zh-CN" altLang="en-US">
                <a:latin typeface="微软雅黑" panose="020B0503020204020204" pitchFamily="34" charset="-122"/>
                <a:ea typeface="微软雅黑" panose="020B0503020204020204" pitchFamily="34" charset="-122"/>
              </a:rPr>
              <a:t>和负整数个数</a:t>
            </a:r>
            <a:r>
              <a:rPr lang="en-US" altLang="zh-CN">
                <a:latin typeface="微软雅黑" panose="020B0503020204020204" pitchFamily="34" charset="-122"/>
                <a:ea typeface="微软雅黑" panose="020B0503020204020204" pitchFamily="34" charset="-122"/>
              </a:rPr>
              <a:t>j,</a:t>
            </a:r>
            <a:r>
              <a:rPr lang="zh-CN" altLang="en-US">
                <a:latin typeface="微软雅黑" panose="020B0503020204020204" pitchFamily="34" charset="-122"/>
                <a:ea typeface="微软雅黑" panose="020B0503020204020204" pitchFamily="34" charset="-122"/>
              </a:rPr>
              <a:t>读入</a:t>
            </a:r>
            <a:r>
              <a:rPr lang="en-US" altLang="zh-CN">
                <a:latin typeface="微软雅黑" panose="020B0503020204020204" pitchFamily="34" charset="-122"/>
                <a:ea typeface="微软雅黑" panose="020B0503020204020204" pitchFamily="34" charset="-122"/>
              </a:rPr>
              <a:t>0</a:t>
            </a:r>
            <a:r>
              <a:rPr lang="zh-CN" altLang="en-US">
                <a:latin typeface="微软雅黑" panose="020B0503020204020204" pitchFamily="34" charset="-122"/>
                <a:ea typeface="微软雅黑" panose="020B0503020204020204" pitchFamily="34" charset="-122"/>
              </a:rPr>
              <a:t>则结束。</a:t>
            </a:r>
          </a:p>
          <a:p>
            <a:pPr eaLnBrk="1" hangingPunct="1">
              <a:lnSpc>
                <a:spcPct val="120000"/>
              </a:lnSpc>
            </a:pPr>
            <a:r>
              <a:rPr lang="zh-CN" altLang="en-US">
                <a:latin typeface="微软雅黑" panose="020B0503020204020204" pitchFamily="34" charset="-122"/>
                <a:ea typeface="微软雅黑" panose="020B0503020204020204" pitchFamily="34" charset="-122"/>
              </a:rPr>
              <a:t>分析：</a:t>
            </a:r>
          </a:p>
          <a:p>
            <a:pPr lvl="1" eaLnBrk="1" hangingPunct="1">
              <a:lnSpc>
                <a:spcPct val="120000"/>
              </a:lnSpc>
            </a:pPr>
            <a:r>
              <a:rPr lang="zh-CN" altLang="en-US" sz="2800">
                <a:latin typeface="微软雅黑" panose="020B0503020204020204" pitchFamily="34" charset="-122"/>
                <a:ea typeface="微软雅黑" panose="020B0503020204020204" pitchFamily="34" charset="-122"/>
              </a:rPr>
              <a:t>需要读入一系列整数，但是整数个数不定，要在每次读入之后进行判断，因此使用</a:t>
            </a:r>
            <a:r>
              <a:rPr lang="en-US" altLang="zh-CN" sz="2800">
                <a:latin typeface="微软雅黑" panose="020B0503020204020204" pitchFamily="34" charset="-122"/>
                <a:ea typeface="微软雅黑" panose="020B0503020204020204" pitchFamily="34" charset="-122"/>
              </a:rPr>
              <a:t>while</a:t>
            </a:r>
            <a:r>
              <a:rPr lang="zh-CN" altLang="en-US" sz="2800">
                <a:latin typeface="微软雅黑" panose="020B0503020204020204" pitchFamily="34" charset="-122"/>
                <a:ea typeface="微软雅黑" panose="020B0503020204020204" pitchFamily="34" charset="-122"/>
              </a:rPr>
              <a:t>循环最为合适。循环控制条件应该是</a:t>
            </a:r>
            <a:r>
              <a:rPr lang="en-US" altLang="zh-CN" sz="2800">
                <a:latin typeface="微软雅黑" panose="020B0503020204020204" pitchFamily="34" charset="-122"/>
                <a:ea typeface="微软雅黑" panose="020B0503020204020204" pitchFamily="34" charset="-122"/>
              </a:rPr>
              <a:t>n!=0</a:t>
            </a:r>
            <a:r>
              <a:rPr lang="zh-CN" altLang="en-US" sz="2800">
                <a:latin typeface="微软雅黑" panose="020B0503020204020204" pitchFamily="34" charset="-122"/>
                <a:ea typeface="微软雅黑" panose="020B0503020204020204" pitchFamily="34" charset="-122"/>
              </a:rPr>
              <a:t>。由于要判断数的正负并分别进行统计，所以需要在循环内部嵌入选择结构。</a:t>
            </a:r>
          </a:p>
          <a:p>
            <a:pPr algn="just" eaLnBrk="1" hangingPunct="1">
              <a:lnSpc>
                <a:spcPct val="102000"/>
              </a:lnSpc>
              <a:buFont typeface="Wingdings" panose="05000000000000000000" pitchFamily="2" charset="2"/>
              <a:buNone/>
            </a:pPr>
            <a:endParaRPr lang="zh-CN" altLang="en-US">
              <a:latin typeface="微软雅黑" panose="020B0503020204020204" pitchFamily="34" charset="-122"/>
              <a:ea typeface="微软雅黑" panose="020B0503020204020204" pitchFamily="34" charset="-122"/>
            </a:endParaRPr>
          </a:p>
        </p:txBody>
      </p:sp>
      <p:sp>
        <p:nvSpPr>
          <p:cNvPr id="2" name="灯片编号占位符 1"/>
          <p:cNvSpPr>
            <a:spLocks noGrp="1"/>
          </p:cNvSpPr>
          <p:nvPr>
            <p:ph type="sldNum" sz="quarter" idx="4"/>
          </p:nvPr>
        </p:nvSpPr>
        <p:spPr/>
        <p:txBody>
          <a:bodyPr/>
          <a:lstStyle/>
          <a:p>
            <a:fld id="{B4B29FD1-946C-40F0-B4AF-B43D585A2146}" type="slidenum">
              <a:rPr lang="zh-CN" altLang="en-US" smtClean="0"/>
              <a:pPr/>
              <a:t>63</a:t>
            </a:fld>
            <a:endParaRPr lang="zh-CN" altLang="en-US"/>
          </a:p>
        </p:txBody>
      </p:sp>
    </p:spTree>
    <p:extLst>
      <p:ext uri="{BB962C8B-B14F-4D97-AF65-F5344CB8AC3E}">
        <p14:creationId xmlns:p14="http://schemas.microsoft.com/office/powerpoint/2010/main" val="659356021"/>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82947">
                                            <p:txEl>
                                              <p:pRg st="1" end="1"/>
                                            </p:txEl>
                                          </p:spTgt>
                                        </p:tgtEl>
                                        <p:attrNameLst>
                                          <p:attrName>style.visibility</p:attrName>
                                        </p:attrNameLst>
                                      </p:cBhvr>
                                      <p:to>
                                        <p:strVal val="visible"/>
                                      </p:to>
                                    </p:set>
                                    <p:anim calcmode="lin" valueType="num">
                                      <p:cBhvr additive="base">
                                        <p:cTn id="7" dur="1000" fill="hold"/>
                                        <p:tgtEl>
                                          <p:spTgt spid="82947">
                                            <p:txEl>
                                              <p:pRg st="1" end="1"/>
                                            </p:txEl>
                                          </p:spTgt>
                                        </p:tgtEl>
                                        <p:attrNameLst>
                                          <p:attrName>ppt_x</p:attrName>
                                        </p:attrNameLst>
                                      </p:cBhvr>
                                      <p:tavLst>
                                        <p:tav tm="0">
                                          <p:val>
                                            <p:strVal val="0-#ppt_w/2"/>
                                          </p:val>
                                        </p:tav>
                                        <p:tav tm="100000">
                                          <p:val>
                                            <p:strVal val="#ppt_x"/>
                                          </p:val>
                                        </p:tav>
                                      </p:tavLst>
                                    </p:anim>
                                    <p:anim calcmode="lin" valueType="num">
                                      <p:cBhvr additive="base">
                                        <p:cTn id="8" dur="1000" fill="hold"/>
                                        <p:tgtEl>
                                          <p:spTgt spid="82947">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82947">
                                            <p:txEl>
                                              <p:pRg st="2" end="2"/>
                                            </p:txEl>
                                          </p:spTgt>
                                        </p:tgtEl>
                                        <p:attrNameLst>
                                          <p:attrName>style.visibility</p:attrName>
                                        </p:attrNameLst>
                                      </p:cBhvr>
                                      <p:to>
                                        <p:strVal val="visible"/>
                                      </p:to>
                                    </p:set>
                                    <p:anim calcmode="lin" valueType="num">
                                      <p:cBhvr additive="base">
                                        <p:cTn id="13" dur="1000" fill="hold"/>
                                        <p:tgtEl>
                                          <p:spTgt spid="82947">
                                            <p:txEl>
                                              <p:pRg st="2" end="2"/>
                                            </p:txEl>
                                          </p:spTgt>
                                        </p:tgtEl>
                                        <p:attrNameLst>
                                          <p:attrName>ppt_x</p:attrName>
                                        </p:attrNameLst>
                                      </p:cBhvr>
                                      <p:tavLst>
                                        <p:tav tm="0">
                                          <p:val>
                                            <p:strVal val="0-#ppt_w/2"/>
                                          </p:val>
                                        </p:tav>
                                        <p:tav tm="100000">
                                          <p:val>
                                            <p:strVal val="#ppt_x"/>
                                          </p:val>
                                        </p:tav>
                                      </p:tavLst>
                                    </p:anim>
                                    <p:anim calcmode="lin" valueType="num">
                                      <p:cBhvr additive="base">
                                        <p:cTn id="14" dur="1000" fill="hold"/>
                                        <p:tgtEl>
                                          <p:spTgt spid="82947">
                                            <p:txEl>
                                              <p:pRg st="2" end="2"/>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标题 1"/>
          <p:cNvSpPr>
            <a:spLocks noGrp="1"/>
          </p:cNvSpPr>
          <p:nvPr>
            <p:ph type="title"/>
          </p:nvPr>
        </p:nvSpPr>
        <p:spPr/>
        <p:txBody>
          <a:bodyPr/>
          <a:lstStyle/>
          <a:p>
            <a:pPr eaLnBrk="1" hangingPunct="1">
              <a:defRPr/>
            </a:pPr>
            <a:r>
              <a:rPr lang="zh-CN" altLang="en-US">
                <a:solidFill>
                  <a:schemeClr val="bg1"/>
                </a:solidFill>
                <a:latin typeface="微软雅黑" pitchFamily="34" charset="-122"/>
                <a:ea typeface="微软雅黑" pitchFamily="34" charset="-122"/>
              </a:rPr>
              <a:t>例</a:t>
            </a:r>
            <a:r>
              <a:rPr lang="en-US" altLang="zh-CN">
                <a:solidFill>
                  <a:schemeClr val="bg1"/>
                </a:solidFill>
                <a:latin typeface="微软雅黑" pitchFamily="34" charset="-122"/>
                <a:ea typeface="微软雅黑" pitchFamily="34" charset="-122"/>
              </a:rPr>
              <a:t>2-10</a:t>
            </a:r>
            <a:endParaRPr lang="zh-CN" altLang="en-US" dirty="0">
              <a:solidFill>
                <a:schemeClr val="bg1"/>
              </a:solidFill>
              <a:latin typeface="微软雅黑" pitchFamily="34" charset="-122"/>
              <a:ea typeface="微软雅黑" pitchFamily="34" charset="-122"/>
            </a:endParaRPr>
          </a:p>
        </p:txBody>
      </p:sp>
      <p:sp>
        <p:nvSpPr>
          <p:cNvPr id="7" name="内容占位符 11"/>
          <p:cNvSpPr>
            <a:spLocks noGrp="1"/>
          </p:cNvSpPr>
          <p:nvPr>
            <p:ph idx="1"/>
          </p:nvPr>
        </p:nvSpPr>
        <p:spPr>
          <a:xfrm>
            <a:off x="2193775" y="980728"/>
            <a:ext cx="9736460" cy="5305078"/>
          </a:xfrm>
        </p:spPr>
        <p:txBody>
          <a:bodyPr>
            <a:noAutofit/>
          </a:bodyPr>
          <a:lstStyle/>
          <a:p>
            <a:pPr eaLnBrk="1" hangingPunct="1">
              <a:spcBef>
                <a:spcPts val="0"/>
              </a:spcBef>
              <a:buFont typeface="Wingdings" pitchFamily="2" charset="2"/>
              <a:buNone/>
              <a:defRPr/>
            </a:pPr>
            <a:r>
              <a:rPr lang="en-US" altLang="zh-CN" sz="2200" dirty="0">
                <a:latin typeface="微软雅黑" pitchFamily="34" charset="-122"/>
                <a:ea typeface="微软雅黑" pitchFamily="34" charset="-122"/>
              </a:rPr>
              <a:t>//2_10.cpp</a:t>
            </a:r>
          </a:p>
          <a:p>
            <a:pPr eaLnBrk="1" hangingPunct="1">
              <a:spcBef>
                <a:spcPts val="0"/>
              </a:spcBef>
              <a:buFont typeface="Wingdings" pitchFamily="2" charset="2"/>
              <a:buNone/>
              <a:defRPr/>
            </a:pPr>
            <a:r>
              <a:rPr lang="en-US" altLang="zh-CN" sz="2200" dirty="0">
                <a:latin typeface="微软雅黑" pitchFamily="34" charset="-122"/>
                <a:ea typeface="微软雅黑" pitchFamily="34" charset="-122"/>
              </a:rPr>
              <a:t>#include &lt;iostream&gt;</a:t>
            </a:r>
          </a:p>
          <a:p>
            <a:pPr eaLnBrk="1" hangingPunct="1">
              <a:spcBef>
                <a:spcPts val="0"/>
              </a:spcBef>
              <a:buFont typeface="Wingdings" pitchFamily="2" charset="2"/>
              <a:buNone/>
              <a:defRPr/>
            </a:pPr>
            <a:r>
              <a:rPr lang="en-US" altLang="zh-CN" sz="2200" dirty="0">
                <a:latin typeface="微软雅黑" pitchFamily="34" charset="-122"/>
                <a:ea typeface="微软雅黑" pitchFamily="34" charset="-122"/>
              </a:rPr>
              <a:t>using namespace std;</a:t>
            </a:r>
          </a:p>
          <a:p>
            <a:pPr eaLnBrk="1" hangingPunct="1">
              <a:spcBef>
                <a:spcPts val="0"/>
              </a:spcBef>
              <a:buFont typeface="Wingdings" pitchFamily="2" charset="2"/>
              <a:buNone/>
              <a:defRPr/>
            </a:pPr>
            <a:endParaRPr lang="en-US" altLang="zh-CN" sz="2200" dirty="0">
              <a:latin typeface="微软雅黑" pitchFamily="34" charset="-122"/>
              <a:ea typeface="微软雅黑" pitchFamily="34" charset="-122"/>
            </a:endParaRPr>
          </a:p>
          <a:p>
            <a:pPr eaLnBrk="1" hangingPunct="1">
              <a:spcBef>
                <a:spcPts val="0"/>
              </a:spcBef>
              <a:buFont typeface="Wingdings" pitchFamily="2" charset="2"/>
              <a:buNone/>
              <a:defRPr/>
            </a:pPr>
            <a:r>
              <a:rPr lang="en-US" altLang="zh-CN" sz="2200" dirty="0" err="1">
                <a:latin typeface="微软雅黑" pitchFamily="34" charset="-122"/>
                <a:ea typeface="微软雅黑" pitchFamily="34" charset="-122"/>
              </a:rPr>
              <a:t>int</a:t>
            </a:r>
            <a:r>
              <a:rPr lang="en-US" altLang="zh-CN" sz="2200" dirty="0">
                <a:latin typeface="微软雅黑" pitchFamily="34" charset="-122"/>
                <a:ea typeface="微软雅黑" pitchFamily="34" charset="-122"/>
              </a:rPr>
              <a:t> main() {</a:t>
            </a:r>
          </a:p>
          <a:p>
            <a:pPr eaLnBrk="1" hangingPunct="1">
              <a:spcBef>
                <a:spcPts val="0"/>
              </a:spcBef>
              <a:buFont typeface="Wingdings" pitchFamily="2" charset="2"/>
              <a:buNone/>
              <a:defRPr/>
            </a:pPr>
            <a:r>
              <a:rPr lang="en-US" altLang="zh-CN" sz="2200" dirty="0">
                <a:latin typeface="微软雅黑" pitchFamily="34" charset="-122"/>
                <a:ea typeface="微软雅黑" pitchFamily="34" charset="-122"/>
              </a:rPr>
              <a:t>	</a:t>
            </a:r>
            <a:r>
              <a:rPr lang="en-US" altLang="zh-CN" sz="2200" dirty="0" err="1">
                <a:latin typeface="微软雅黑" pitchFamily="34" charset="-122"/>
                <a:ea typeface="微软雅黑" pitchFamily="34" charset="-122"/>
              </a:rPr>
              <a:t>int</a:t>
            </a:r>
            <a:r>
              <a:rPr lang="en-US" altLang="zh-CN" sz="2200" dirty="0">
                <a:latin typeface="微软雅黑" pitchFamily="34" charset="-122"/>
                <a:ea typeface="微软雅黑" pitchFamily="34" charset="-122"/>
              </a:rPr>
              <a:t> </a:t>
            </a:r>
            <a:r>
              <a:rPr lang="en-US" altLang="zh-CN" sz="2200" dirty="0" err="1">
                <a:latin typeface="微软雅黑" pitchFamily="34" charset="-122"/>
                <a:ea typeface="微软雅黑" pitchFamily="34" charset="-122"/>
              </a:rPr>
              <a:t>i</a:t>
            </a:r>
            <a:r>
              <a:rPr lang="en-US" altLang="zh-CN" sz="2200" dirty="0">
                <a:latin typeface="微软雅黑" pitchFamily="34" charset="-122"/>
                <a:ea typeface="微软雅黑" pitchFamily="34" charset="-122"/>
              </a:rPr>
              <a:t> = 0, j = 0, n;</a:t>
            </a:r>
          </a:p>
          <a:p>
            <a:pPr eaLnBrk="1" hangingPunct="1">
              <a:spcBef>
                <a:spcPts val="0"/>
              </a:spcBef>
              <a:buFont typeface="Wingdings" pitchFamily="2" charset="2"/>
              <a:buNone/>
              <a:defRPr/>
            </a:pPr>
            <a:r>
              <a:rPr lang="en-US" altLang="zh-CN" sz="2200" dirty="0">
                <a:latin typeface="微软雅黑" pitchFamily="34" charset="-122"/>
                <a:ea typeface="微软雅黑" pitchFamily="34" charset="-122"/>
              </a:rPr>
              <a:t>	</a:t>
            </a:r>
            <a:r>
              <a:rPr lang="en-US" altLang="zh-CN" sz="2200" dirty="0" err="1">
                <a:latin typeface="微软雅黑" pitchFamily="34" charset="-122"/>
                <a:ea typeface="微软雅黑" pitchFamily="34" charset="-122"/>
              </a:rPr>
              <a:t>cout</a:t>
            </a:r>
            <a:r>
              <a:rPr lang="en-US" altLang="zh-CN" sz="2200" dirty="0">
                <a:latin typeface="微软雅黑" pitchFamily="34" charset="-122"/>
                <a:ea typeface="微软雅黑" pitchFamily="34" charset="-122"/>
              </a:rPr>
              <a:t> &lt;&lt;"Enter some integers please (enter 0 to quit):" &lt;&lt; </a:t>
            </a:r>
            <a:r>
              <a:rPr lang="en-US" altLang="zh-CN" sz="2200" dirty="0" err="1">
                <a:latin typeface="微软雅黑" pitchFamily="34" charset="-122"/>
                <a:ea typeface="微软雅黑" pitchFamily="34" charset="-122"/>
              </a:rPr>
              <a:t>endl</a:t>
            </a:r>
            <a:r>
              <a:rPr lang="en-US" altLang="zh-CN" sz="2200" dirty="0">
                <a:latin typeface="微软雅黑" pitchFamily="34" charset="-122"/>
                <a:ea typeface="微软雅黑" pitchFamily="34" charset="-122"/>
              </a:rPr>
              <a:t>;</a:t>
            </a:r>
          </a:p>
          <a:p>
            <a:pPr eaLnBrk="1" hangingPunct="1">
              <a:spcBef>
                <a:spcPts val="0"/>
              </a:spcBef>
              <a:buFont typeface="Wingdings" pitchFamily="2" charset="2"/>
              <a:buNone/>
              <a:defRPr/>
            </a:pPr>
            <a:r>
              <a:rPr lang="en-US" altLang="zh-CN" sz="2200" dirty="0">
                <a:latin typeface="微软雅黑" pitchFamily="34" charset="-122"/>
                <a:ea typeface="微软雅黑" pitchFamily="34" charset="-122"/>
              </a:rPr>
              <a:t>	</a:t>
            </a:r>
            <a:r>
              <a:rPr lang="en-US" altLang="zh-CN" sz="2200" dirty="0" err="1">
                <a:latin typeface="微软雅黑" pitchFamily="34" charset="-122"/>
                <a:ea typeface="微软雅黑" pitchFamily="34" charset="-122"/>
              </a:rPr>
              <a:t>cin</a:t>
            </a:r>
            <a:r>
              <a:rPr lang="en-US" altLang="zh-CN" sz="2200" dirty="0">
                <a:latin typeface="微软雅黑" pitchFamily="34" charset="-122"/>
                <a:ea typeface="微软雅黑" pitchFamily="34" charset="-122"/>
              </a:rPr>
              <a:t> &gt;&gt; n;</a:t>
            </a:r>
          </a:p>
          <a:p>
            <a:pPr eaLnBrk="1" hangingPunct="1">
              <a:spcBef>
                <a:spcPts val="0"/>
              </a:spcBef>
              <a:buFont typeface="Wingdings" pitchFamily="2" charset="2"/>
              <a:buNone/>
              <a:defRPr/>
            </a:pPr>
            <a:r>
              <a:rPr lang="en-US" altLang="zh-CN" sz="2200" dirty="0">
                <a:latin typeface="微软雅黑" pitchFamily="34" charset="-122"/>
                <a:ea typeface="微软雅黑" pitchFamily="34" charset="-122"/>
              </a:rPr>
              <a:t>	while (n != 0) {</a:t>
            </a:r>
          </a:p>
          <a:p>
            <a:pPr eaLnBrk="1" hangingPunct="1">
              <a:spcBef>
                <a:spcPts val="0"/>
              </a:spcBef>
              <a:buFont typeface="Wingdings" pitchFamily="2" charset="2"/>
              <a:buNone/>
              <a:defRPr/>
            </a:pPr>
            <a:r>
              <a:rPr lang="en-US" altLang="zh-CN" sz="2200" dirty="0">
                <a:latin typeface="微软雅黑" pitchFamily="34" charset="-122"/>
                <a:ea typeface="微软雅黑" pitchFamily="34" charset="-122"/>
              </a:rPr>
              <a:t>	    if (n &gt; 0) </a:t>
            </a:r>
            <a:r>
              <a:rPr lang="en-US" altLang="zh-CN" sz="2200" dirty="0" err="1">
                <a:latin typeface="微软雅黑" pitchFamily="34" charset="-122"/>
                <a:ea typeface="微软雅黑" pitchFamily="34" charset="-122"/>
              </a:rPr>
              <a:t>i</a:t>
            </a:r>
            <a:r>
              <a:rPr lang="en-US" altLang="zh-CN" sz="2200" dirty="0">
                <a:latin typeface="微软雅黑" pitchFamily="34" charset="-122"/>
                <a:ea typeface="微软雅黑" pitchFamily="34" charset="-122"/>
              </a:rPr>
              <a:t> += 1;  //</a:t>
            </a:r>
          </a:p>
          <a:p>
            <a:pPr eaLnBrk="1" hangingPunct="1">
              <a:spcBef>
                <a:spcPts val="0"/>
              </a:spcBef>
              <a:buFont typeface="Wingdings" pitchFamily="2" charset="2"/>
              <a:buNone/>
              <a:defRPr/>
            </a:pPr>
            <a:r>
              <a:rPr lang="en-US" altLang="zh-CN" sz="2200" dirty="0">
                <a:latin typeface="微软雅黑" pitchFamily="34" charset="-122"/>
                <a:ea typeface="微软雅黑" pitchFamily="34" charset="-122"/>
              </a:rPr>
              <a:t>	    if (n &lt; 0) j += 1;  //</a:t>
            </a:r>
            <a:r>
              <a:rPr lang="zh-CN" altLang="en-US" sz="2200" dirty="0">
                <a:latin typeface="微软雅黑" pitchFamily="34" charset="-122"/>
                <a:ea typeface="微软雅黑" pitchFamily="34" charset="-122"/>
              </a:rPr>
              <a:t>可以如何修改？</a:t>
            </a:r>
            <a:endParaRPr lang="en-US" altLang="zh-CN" sz="2200" dirty="0">
              <a:latin typeface="微软雅黑" pitchFamily="34" charset="-122"/>
              <a:ea typeface="微软雅黑" pitchFamily="34" charset="-122"/>
            </a:endParaRPr>
          </a:p>
          <a:p>
            <a:pPr eaLnBrk="1" hangingPunct="1">
              <a:spcBef>
                <a:spcPts val="0"/>
              </a:spcBef>
              <a:buFont typeface="Wingdings" pitchFamily="2" charset="2"/>
              <a:buNone/>
              <a:defRPr/>
            </a:pPr>
            <a:r>
              <a:rPr lang="en-US" altLang="zh-CN" sz="2200" dirty="0">
                <a:latin typeface="微软雅黑" pitchFamily="34" charset="-122"/>
                <a:ea typeface="微软雅黑" pitchFamily="34" charset="-122"/>
              </a:rPr>
              <a:t>	    </a:t>
            </a:r>
            <a:r>
              <a:rPr lang="en-US" altLang="zh-CN" sz="2200" dirty="0" err="1">
                <a:latin typeface="微软雅黑" pitchFamily="34" charset="-122"/>
                <a:ea typeface="微软雅黑" pitchFamily="34" charset="-122"/>
              </a:rPr>
              <a:t>cin</a:t>
            </a:r>
            <a:r>
              <a:rPr lang="en-US" altLang="zh-CN" sz="2200" dirty="0">
                <a:latin typeface="微软雅黑" pitchFamily="34" charset="-122"/>
                <a:ea typeface="微软雅黑" pitchFamily="34" charset="-122"/>
              </a:rPr>
              <a:t> &gt;&gt; n;</a:t>
            </a:r>
          </a:p>
          <a:p>
            <a:pPr eaLnBrk="1" hangingPunct="1">
              <a:spcBef>
                <a:spcPts val="0"/>
              </a:spcBef>
              <a:buFont typeface="Wingdings" pitchFamily="2" charset="2"/>
              <a:buNone/>
              <a:defRPr/>
            </a:pPr>
            <a:r>
              <a:rPr lang="en-US" altLang="zh-CN" sz="2200" dirty="0">
                <a:latin typeface="微软雅黑" pitchFamily="34" charset="-122"/>
                <a:ea typeface="微软雅黑" pitchFamily="34" charset="-122"/>
              </a:rPr>
              <a:t>	}</a:t>
            </a:r>
          </a:p>
          <a:p>
            <a:pPr eaLnBrk="1" hangingPunct="1">
              <a:spcBef>
                <a:spcPts val="0"/>
              </a:spcBef>
              <a:buFont typeface="Wingdings" pitchFamily="2" charset="2"/>
              <a:buNone/>
              <a:defRPr/>
            </a:pPr>
            <a:r>
              <a:rPr lang="en-US" altLang="zh-CN" sz="2200" dirty="0">
                <a:latin typeface="微软雅黑" pitchFamily="34" charset="-122"/>
                <a:ea typeface="微软雅黑" pitchFamily="34" charset="-122"/>
              </a:rPr>
              <a:t>	</a:t>
            </a:r>
            <a:r>
              <a:rPr lang="en-US" altLang="zh-CN" sz="2200" dirty="0" err="1">
                <a:latin typeface="微软雅黑" pitchFamily="34" charset="-122"/>
                <a:ea typeface="微软雅黑" pitchFamily="34" charset="-122"/>
              </a:rPr>
              <a:t>cout</a:t>
            </a:r>
            <a:r>
              <a:rPr lang="en-US" altLang="zh-CN" sz="2200" dirty="0">
                <a:latin typeface="微软雅黑" pitchFamily="34" charset="-122"/>
                <a:ea typeface="微软雅黑" pitchFamily="34" charset="-122"/>
              </a:rPr>
              <a:t> &lt;&lt; "Count of positive integers: " &lt;&lt; </a:t>
            </a:r>
            <a:r>
              <a:rPr lang="en-US" altLang="zh-CN" sz="2200" dirty="0" err="1">
                <a:latin typeface="微软雅黑" pitchFamily="34" charset="-122"/>
                <a:ea typeface="微软雅黑" pitchFamily="34" charset="-122"/>
              </a:rPr>
              <a:t>i</a:t>
            </a:r>
            <a:r>
              <a:rPr lang="en-US" altLang="zh-CN" sz="2200" dirty="0">
                <a:latin typeface="微软雅黑" pitchFamily="34" charset="-122"/>
                <a:ea typeface="微软雅黑" pitchFamily="34" charset="-122"/>
              </a:rPr>
              <a:t> &lt;&lt; </a:t>
            </a:r>
            <a:r>
              <a:rPr lang="en-US" altLang="zh-CN" sz="2200" dirty="0" err="1">
                <a:latin typeface="微软雅黑" pitchFamily="34" charset="-122"/>
                <a:ea typeface="微软雅黑" pitchFamily="34" charset="-122"/>
              </a:rPr>
              <a:t>endl</a:t>
            </a:r>
            <a:r>
              <a:rPr lang="en-US" altLang="zh-CN" sz="2200" dirty="0">
                <a:latin typeface="微软雅黑" pitchFamily="34" charset="-122"/>
                <a:ea typeface="微软雅黑" pitchFamily="34" charset="-122"/>
              </a:rPr>
              <a:t>;</a:t>
            </a:r>
          </a:p>
          <a:p>
            <a:pPr eaLnBrk="1" hangingPunct="1">
              <a:spcBef>
                <a:spcPts val="0"/>
              </a:spcBef>
              <a:buFont typeface="Wingdings" pitchFamily="2" charset="2"/>
              <a:buNone/>
              <a:defRPr/>
            </a:pPr>
            <a:r>
              <a:rPr lang="en-US" altLang="zh-CN" sz="2200" dirty="0">
                <a:latin typeface="微软雅黑" pitchFamily="34" charset="-122"/>
                <a:ea typeface="微软雅黑" pitchFamily="34" charset="-122"/>
              </a:rPr>
              <a:t>	</a:t>
            </a:r>
            <a:r>
              <a:rPr lang="en-US" altLang="zh-CN" sz="2200" dirty="0" err="1">
                <a:latin typeface="微软雅黑" pitchFamily="34" charset="-122"/>
                <a:ea typeface="微软雅黑" pitchFamily="34" charset="-122"/>
              </a:rPr>
              <a:t>cout</a:t>
            </a:r>
            <a:r>
              <a:rPr lang="en-US" altLang="zh-CN" sz="2200" dirty="0">
                <a:latin typeface="微软雅黑" pitchFamily="34" charset="-122"/>
                <a:ea typeface="微软雅黑" pitchFamily="34" charset="-122"/>
              </a:rPr>
              <a:t> &lt;&lt; "Count of negative integers: " &lt;&lt; j &lt;&lt; </a:t>
            </a:r>
            <a:r>
              <a:rPr lang="en-US" altLang="zh-CN" sz="2200" dirty="0" err="1">
                <a:latin typeface="微软雅黑" pitchFamily="34" charset="-122"/>
                <a:ea typeface="微软雅黑" pitchFamily="34" charset="-122"/>
              </a:rPr>
              <a:t>endl</a:t>
            </a:r>
            <a:r>
              <a:rPr lang="en-US" altLang="zh-CN" sz="2200" dirty="0">
                <a:latin typeface="微软雅黑" pitchFamily="34" charset="-122"/>
                <a:ea typeface="微软雅黑" pitchFamily="34" charset="-122"/>
              </a:rPr>
              <a:t>;</a:t>
            </a:r>
          </a:p>
          <a:p>
            <a:pPr eaLnBrk="1" hangingPunct="1">
              <a:spcBef>
                <a:spcPts val="0"/>
              </a:spcBef>
              <a:buFont typeface="Wingdings" pitchFamily="2" charset="2"/>
              <a:buNone/>
              <a:defRPr/>
            </a:pPr>
            <a:r>
              <a:rPr lang="en-US" altLang="zh-CN" sz="2200" dirty="0">
                <a:latin typeface="微软雅黑" pitchFamily="34" charset="-122"/>
                <a:ea typeface="微软雅黑" pitchFamily="34" charset="-122"/>
              </a:rPr>
              <a:t>	return 0;</a:t>
            </a:r>
          </a:p>
          <a:p>
            <a:pPr eaLnBrk="1" hangingPunct="1">
              <a:spcBef>
                <a:spcPts val="0"/>
              </a:spcBef>
              <a:buFont typeface="Wingdings" pitchFamily="2" charset="2"/>
              <a:buNone/>
              <a:defRPr/>
            </a:pPr>
            <a:r>
              <a:rPr lang="en-US" altLang="zh-CN" sz="2200" dirty="0">
                <a:latin typeface="微软雅黑" pitchFamily="34" charset="-122"/>
                <a:ea typeface="微软雅黑" pitchFamily="34" charset="-122"/>
              </a:rPr>
              <a:t>}</a:t>
            </a:r>
          </a:p>
          <a:p>
            <a:pPr marL="365760" indent="-256032" eaLnBrk="1" fontAlgn="auto" hangingPunct="1">
              <a:spcBef>
                <a:spcPts val="0"/>
              </a:spcBef>
              <a:spcAft>
                <a:spcPts val="0"/>
              </a:spcAft>
              <a:buClr>
                <a:schemeClr val="accent3"/>
              </a:buClr>
              <a:buFont typeface="Georgia"/>
              <a:buNone/>
              <a:defRPr/>
            </a:pPr>
            <a:endParaRPr lang="zh-CN" altLang="en-US" sz="2200" dirty="0">
              <a:latin typeface="微软雅黑" pitchFamily="34" charset="-122"/>
              <a:ea typeface="微软雅黑" pitchFamily="34" charset="-122"/>
            </a:endParaRPr>
          </a:p>
        </p:txBody>
      </p:sp>
    </p:spTree>
    <p:extLst>
      <p:ext uri="{BB962C8B-B14F-4D97-AF65-F5344CB8AC3E}">
        <p14:creationId xmlns:p14="http://schemas.microsoft.com/office/powerpoint/2010/main" val="1814192143"/>
      </p:ext>
    </p:extLst>
  </p:cSld>
  <p:clrMapOvr>
    <a:masterClrMapping/>
  </p:clrMapOvr>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标题 1"/>
          <p:cNvSpPr>
            <a:spLocks noGrp="1"/>
          </p:cNvSpPr>
          <p:nvPr>
            <p:ph type="title"/>
          </p:nvPr>
        </p:nvSpPr>
        <p:spPr>
          <a:xfrm>
            <a:off x="609600" y="1076325"/>
            <a:ext cx="10975975" cy="1066800"/>
          </a:xfrm>
        </p:spPr>
        <p:txBody>
          <a:bodyPr/>
          <a:lstStyle/>
          <a:p>
            <a:pPr eaLnBrk="1" hangingPunct="1">
              <a:defRPr/>
            </a:pPr>
            <a:r>
              <a:rPr lang="zh-CN" altLang="en-US">
                <a:solidFill>
                  <a:schemeClr val="accent5"/>
                </a:solidFill>
                <a:latin typeface="微软雅黑" pitchFamily="34" charset="-122"/>
                <a:ea typeface="微软雅黑" pitchFamily="34" charset="-122"/>
              </a:rPr>
              <a:t>其他</a:t>
            </a:r>
            <a:r>
              <a:rPr lang="zh-CN" altLang="en-US" dirty="0">
                <a:solidFill>
                  <a:schemeClr val="accent5"/>
                </a:solidFill>
                <a:latin typeface="微软雅黑" pitchFamily="34" charset="-122"/>
                <a:ea typeface="微软雅黑" pitchFamily="34" charset="-122"/>
              </a:rPr>
              <a:t>控制语句</a:t>
            </a:r>
          </a:p>
        </p:txBody>
      </p:sp>
      <p:sp>
        <p:nvSpPr>
          <p:cNvPr id="3" name="内容占位符 2"/>
          <p:cNvSpPr>
            <a:spLocks noGrp="1"/>
          </p:cNvSpPr>
          <p:nvPr>
            <p:ph idx="1"/>
          </p:nvPr>
        </p:nvSpPr>
        <p:spPr>
          <a:xfrm>
            <a:off x="571499" y="2070100"/>
            <a:ext cx="11014075" cy="4527550"/>
          </a:xfrm>
        </p:spPr>
        <p:txBody>
          <a:bodyPr/>
          <a:lstStyle/>
          <a:p>
            <a:pPr eaLnBrk="1" hangingPunct="1">
              <a:defRPr/>
            </a:pPr>
            <a:r>
              <a:rPr lang="en-US" altLang="zh-CN" sz="2400" dirty="0">
                <a:latin typeface="微软雅黑" pitchFamily="34" charset="-122"/>
                <a:ea typeface="微软雅黑" pitchFamily="34" charset="-122"/>
              </a:rPr>
              <a:t>break</a:t>
            </a:r>
            <a:r>
              <a:rPr lang="zh-CN" altLang="en-US" sz="2400" dirty="0">
                <a:latin typeface="微软雅黑" pitchFamily="34" charset="-122"/>
                <a:ea typeface="微软雅黑" pitchFamily="34" charset="-122"/>
              </a:rPr>
              <a:t>语句</a:t>
            </a:r>
          </a:p>
          <a:p>
            <a:pPr marL="458788" lvl="1" indent="-1588" eaLnBrk="1" hangingPunct="1">
              <a:buClr>
                <a:schemeClr val="tx1"/>
              </a:buClr>
              <a:buFont typeface="Wingdings" pitchFamily="2" charset="2"/>
              <a:buNone/>
              <a:defRPr/>
            </a:pPr>
            <a:r>
              <a:rPr lang="zh-CN" altLang="en-US" sz="2400" dirty="0">
                <a:latin typeface="微软雅黑" pitchFamily="34" charset="-122"/>
                <a:ea typeface="微软雅黑" pitchFamily="34" charset="-122"/>
              </a:rPr>
              <a:t>使程序从循环体和</a:t>
            </a:r>
            <a:r>
              <a:rPr lang="en-US" altLang="zh-CN" sz="2400" dirty="0">
                <a:latin typeface="微软雅黑" pitchFamily="34" charset="-122"/>
                <a:ea typeface="微软雅黑" pitchFamily="34" charset="-122"/>
              </a:rPr>
              <a:t>switch</a:t>
            </a:r>
            <a:r>
              <a:rPr lang="zh-CN" altLang="en-US" sz="2400" dirty="0">
                <a:latin typeface="微软雅黑" pitchFamily="34" charset="-122"/>
                <a:ea typeface="微软雅黑" pitchFamily="34" charset="-122"/>
              </a:rPr>
              <a:t>语句内跳出，继续执行逻辑上的下一条语句。不宜用在别处。</a:t>
            </a:r>
          </a:p>
          <a:p>
            <a:pPr eaLnBrk="1" hangingPunct="1">
              <a:defRPr/>
            </a:pPr>
            <a:r>
              <a:rPr lang="en-US" altLang="zh-CN" sz="2400" dirty="0">
                <a:latin typeface="微软雅黑" pitchFamily="34" charset="-122"/>
                <a:ea typeface="微软雅黑" pitchFamily="34" charset="-122"/>
              </a:rPr>
              <a:t>continue </a:t>
            </a:r>
            <a:r>
              <a:rPr lang="zh-CN" altLang="en-US" sz="2400" dirty="0">
                <a:latin typeface="微软雅黑" pitchFamily="34" charset="-122"/>
                <a:ea typeface="微软雅黑" pitchFamily="34" charset="-122"/>
              </a:rPr>
              <a:t>语句</a:t>
            </a:r>
          </a:p>
          <a:p>
            <a:pPr marL="458788" lvl="1" indent="-1588" eaLnBrk="1" hangingPunct="1">
              <a:buClr>
                <a:schemeClr val="tx1"/>
              </a:buClr>
              <a:buFont typeface="Wingdings" pitchFamily="2" charset="2"/>
              <a:buNone/>
              <a:defRPr/>
            </a:pPr>
            <a:r>
              <a:rPr lang="zh-CN" altLang="en-US" sz="2400" dirty="0">
                <a:latin typeface="微软雅黑" pitchFamily="34" charset="-122"/>
                <a:ea typeface="微软雅黑" pitchFamily="34" charset="-122"/>
              </a:rPr>
              <a:t>结束本次循环，接着判断是否执行下一次循环。</a:t>
            </a:r>
            <a:endParaRPr lang="en-US" altLang="zh-CN" sz="2400" dirty="0">
              <a:latin typeface="微软雅黑" pitchFamily="34" charset="-122"/>
              <a:ea typeface="微软雅黑" pitchFamily="34" charset="-122"/>
            </a:endParaRPr>
          </a:p>
          <a:p>
            <a:pPr marL="365125" lvl="1" indent="-255588" eaLnBrk="1" hangingPunct="1">
              <a:buClr>
                <a:srgbClr val="A04DA3"/>
              </a:buClr>
              <a:buFont typeface="Georgia" panose="02040502050405020303" pitchFamily="18" charset="0"/>
              <a:buChar char="•"/>
              <a:defRPr/>
            </a:pPr>
            <a:r>
              <a:rPr lang="en-US" altLang="zh-CN" sz="2400" dirty="0" err="1">
                <a:solidFill>
                  <a:schemeClr val="tx1"/>
                </a:solidFill>
                <a:latin typeface="微软雅黑" pitchFamily="34" charset="-122"/>
                <a:ea typeface="微软雅黑" pitchFamily="34" charset="-122"/>
              </a:rPr>
              <a:t>goto</a:t>
            </a:r>
            <a:r>
              <a:rPr lang="en-US" altLang="zh-CN" sz="2400" dirty="0">
                <a:solidFill>
                  <a:schemeClr val="tx1"/>
                </a:solidFill>
                <a:latin typeface="微软雅黑" pitchFamily="34" charset="-122"/>
                <a:ea typeface="微软雅黑" pitchFamily="34" charset="-122"/>
              </a:rPr>
              <a:t> </a:t>
            </a:r>
            <a:r>
              <a:rPr lang="zh-CN" altLang="en-US" sz="2400" dirty="0">
                <a:solidFill>
                  <a:schemeClr val="tx1"/>
                </a:solidFill>
                <a:latin typeface="微软雅黑" pitchFamily="34" charset="-122"/>
                <a:ea typeface="微软雅黑" pitchFamily="34" charset="-122"/>
              </a:rPr>
              <a:t>语句</a:t>
            </a:r>
            <a:endParaRPr lang="en-US" altLang="zh-CN" sz="2400" dirty="0">
              <a:solidFill>
                <a:schemeClr val="tx1"/>
              </a:solidFill>
              <a:latin typeface="微软雅黑" pitchFamily="34" charset="-122"/>
              <a:ea typeface="微软雅黑" pitchFamily="34" charset="-122"/>
            </a:endParaRPr>
          </a:p>
          <a:p>
            <a:pPr marL="458788" lvl="1" indent="-1588" eaLnBrk="1" hangingPunct="1">
              <a:buClr>
                <a:schemeClr val="tx1"/>
              </a:buClr>
              <a:buFont typeface="Wingdings" pitchFamily="2" charset="2"/>
              <a:buNone/>
              <a:defRPr/>
            </a:pPr>
            <a:r>
              <a:rPr lang="en-US" sz="2400" dirty="0" err="1">
                <a:latin typeface="微软雅黑" pitchFamily="34" charset="-122"/>
                <a:ea typeface="微软雅黑" pitchFamily="34" charset="-122"/>
              </a:rPr>
              <a:t>goto</a:t>
            </a:r>
            <a:r>
              <a:rPr lang="zh-CN" altLang="en-US" sz="2400" dirty="0">
                <a:latin typeface="微软雅黑" pitchFamily="34" charset="-122"/>
                <a:ea typeface="微软雅黑" pitchFamily="34" charset="-122"/>
              </a:rPr>
              <a:t>语句的作用是使程序的执行流程跳转到语句标号所指定的语句。</a:t>
            </a:r>
          </a:p>
        </p:txBody>
      </p:sp>
      <p:sp>
        <p:nvSpPr>
          <p:cNvPr id="2" name="灯片编号占位符 1"/>
          <p:cNvSpPr>
            <a:spLocks noGrp="1"/>
          </p:cNvSpPr>
          <p:nvPr>
            <p:ph type="sldNum" sz="quarter" idx="4"/>
          </p:nvPr>
        </p:nvSpPr>
        <p:spPr/>
        <p:txBody>
          <a:bodyPr/>
          <a:lstStyle/>
          <a:p>
            <a:fld id="{B4B29FD1-946C-40F0-B4AF-B43D585A2146}" type="slidenum">
              <a:rPr lang="zh-CN" altLang="en-US" smtClean="0"/>
              <a:pPr/>
              <a:t>65</a:t>
            </a:fld>
            <a:endParaRPr lang="zh-CN" altLang="en-US"/>
          </a:p>
        </p:txBody>
      </p:sp>
    </p:spTree>
    <p:extLst>
      <p:ext uri="{BB962C8B-B14F-4D97-AF65-F5344CB8AC3E}">
        <p14:creationId xmlns:p14="http://schemas.microsoft.com/office/powerpoint/2010/main" val="3845270652"/>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1000" fill="hold"/>
                                        <p:tgtEl>
                                          <p:spTgt spid="3">
                                            <p:txEl>
                                              <p:pRg st="0" end="0"/>
                                            </p:txEl>
                                          </p:spTgt>
                                        </p:tgtEl>
                                        <p:attrNameLst>
                                          <p:attrName>ppt_x</p:attrName>
                                        </p:attrNameLst>
                                      </p:cBhvr>
                                      <p:tavLst>
                                        <p:tav tm="0">
                                          <p:val>
                                            <p:strVal val="0-#ppt_w/2"/>
                                          </p:val>
                                        </p:tav>
                                        <p:tav tm="100000">
                                          <p:val>
                                            <p:strVal val="#ppt_x"/>
                                          </p:val>
                                        </p:tav>
                                      </p:tavLst>
                                    </p:anim>
                                    <p:anim calcmode="lin" valueType="num">
                                      <p:cBhvr additive="base">
                                        <p:cTn id="8" dur="1000" fill="hold"/>
                                        <p:tgtEl>
                                          <p:spTgt spid="3">
                                            <p:txEl>
                                              <p:pRg st="0" end="0"/>
                                            </p:txEl>
                                          </p:spTgt>
                                        </p:tgtEl>
                                        <p:attrNameLst>
                                          <p:attrName>ppt_y</p:attrName>
                                        </p:attrNameLst>
                                      </p:cBhvr>
                                      <p:tavLst>
                                        <p:tav tm="0">
                                          <p:val>
                                            <p:strVal val="#ppt_y"/>
                                          </p:val>
                                        </p:tav>
                                        <p:tav tm="100000">
                                          <p:val>
                                            <p:strVal val="#ppt_y"/>
                                          </p:val>
                                        </p:tav>
                                      </p:tavLst>
                                    </p:anim>
                                  </p:childTnLst>
                                </p:cTn>
                              </p:par>
                              <p:par>
                                <p:cTn id="9" presetID="2" presetClass="entr" presetSubtype="8" fill="hold"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1000" fill="hold"/>
                                        <p:tgtEl>
                                          <p:spTgt spid="3">
                                            <p:txEl>
                                              <p:pRg st="1" end="1"/>
                                            </p:txEl>
                                          </p:spTgt>
                                        </p:tgtEl>
                                        <p:attrNameLst>
                                          <p:attrName>ppt_x</p:attrName>
                                        </p:attrNameLst>
                                      </p:cBhvr>
                                      <p:tavLst>
                                        <p:tav tm="0">
                                          <p:val>
                                            <p:strVal val="0-#ppt_w/2"/>
                                          </p:val>
                                        </p:tav>
                                        <p:tav tm="100000">
                                          <p:val>
                                            <p:strVal val="#ppt_x"/>
                                          </p:val>
                                        </p:tav>
                                      </p:tavLst>
                                    </p:anim>
                                    <p:anim calcmode="lin" valueType="num">
                                      <p:cBhvr additive="base">
                                        <p:cTn id="12" dur="1000" fill="hold"/>
                                        <p:tgtEl>
                                          <p:spTgt spid="3">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8"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1000" fill="hold"/>
                                        <p:tgtEl>
                                          <p:spTgt spid="3">
                                            <p:txEl>
                                              <p:pRg st="2" end="2"/>
                                            </p:txEl>
                                          </p:spTgt>
                                        </p:tgtEl>
                                        <p:attrNameLst>
                                          <p:attrName>ppt_x</p:attrName>
                                        </p:attrNameLst>
                                      </p:cBhvr>
                                      <p:tavLst>
                                        <p:tav tm="0">
                                          <p:val>
                                            <p:strVal val="0-#ppt_w/2"/>
                                          </p:val>
                                        </p:tav>
                                        <p:tav tm="100000">
                                          <p:val>
                                            <p:strVal val="#ppt_x"/>
                                          </p:val>
                                        </p:tav>
                                      </p:tavLst>
                                    </p:anim>
                                    <p:anim calcmode="lin" valueType="num">
                                      <p:cBhvr additive="base">
                                        <p:cTn id="18" dur="1000" fill="hold"/>
                                        <p:tgtEl>
                                          <p:spTgt spid="3">
                                            <p:txEl>
                                              <p:pRg st="2" end="2"/>
                                            </p:txEl>
                                          </p:spTgt>
                                        </p:tgtEl>
                                        <p:attrNameLst>
                                          <p:attrName>ppt_y</p:attrName>
                                        </p:attrNameLst>
                                      </p:cBhvr>
                                      <p:tavLst>
                                        <p:tav tm="0">
                                          <p:val>
                                            <p:strVal val="#ppt_y"/>
                                          </p:val>
                                        </p:tav>
                                        <p:tav tm="100000">
                                          <p:val>
                                            <p:strVal val="#ppt_y"/>
                                          </p:val>
                                        </p:tav>
                                      </p:tavLst>
                                    </p:anim>
                                  </p:childTnLst>
                                </p:cTn>
                              </p:par>
                              <p:par>
                                <p:cTn id="19" presetID="2" presetClass="entr" presetSubtype="8" fill="hold" nodeType="with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 calcmode="lin" valueType="num">
                                      <p:cBhvr additive="base">
                                        <p:cTn id="21" dur="1000" fill="hold"/>
                                        <p:tgtEl>
                                          <p:spTgt spid="3">
                                            <p:txEl>
                                              <p:pRg st="3" end="3"/>
                                            </p:txEl>
                                          </p:spTgt>
                                        </p:tgtEl>
                                        <p:attrNameLst>
                                          <p:attrName>ppt_x</p:attrName>
                                        </p:attrNameLst>
                                      </p:cBhvr>
                                      <p:tavLst>
                                        <p:tav tm="0">
                                          <p:val>
                                            <p:strVal val="0-#ppt_w/2"/>
                                          </p:val>
                                        </p:tav>
                                        <p:tav tm="100000">
                                          <p:val>
                                            <p:strVal val="#ppt_x"/>
                                          </p:val>
                                        </p:tav>
                                      </p:tavLst>
                                    </p:anim>
                                    <p:anim calcmode="lin" valueType="num">
                                      <p:cBhvr additive="base">
                                        <p:cTn id="22" dur="1000" fill="hold"/>
                                        <p:tgtEl>
                                          <p:spTgt spid="3">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3" fill="hold" nodeType="clickPar">
                      <p:stCondLst>
                        <p:cond delay="indefinite"/>
                      </p:stCondLst>
                      <p:childTnLst>
                        <p:par>
                          <p:cTn id="24" fill="hold" nodeType="withGroup">
                            <p:stCondLst>
                              <p:cond delay="0"/>
                            </p:stCondLst>
                            <p:childTnLst>
                              <p:par>
                                <p:cTn id="25" presetID="2" presetClass="entr" presetSubtype="8"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 calcmode="lin" valueType="num">
                                      <p:cBhvr additive="base">
                                        <p:cTn id="27" dur="1000" fill="hold"/>
                                        <p:tgtEl>
                                          <p:spTgt spid="3">
                                            <p:txEl>
                                              <p:pRg st="4" end="4"/>
                                            </p:txEl>
                                          </p:spTgt>
                                        </p:tgtEl>
                                        <p:attrNameLst>
                                          <p:attrName>ppt_x</p:attrName>
                                        </p:attrNameLst>
                                      </p:cBhvr>
                                      <p:tavLst>
                                        <p:tav tm="0">
                                          <p:val>
                                            <p:strVal val="0-#ppt_w/2"/>
                                          </p:val>
                                        </p:tav>
                                        <p:tav tm="100000">
                                          <p:val>
                                            <p:strVal val="#ppt_x"/>
                                          </p:val>
                                        </p:tav>
                                      </p:tavLst>
                                    </p:anim>
                                    <p:anim calcmode="lin" valueType="num">
                                      <p:cBhvr additive="base">
                                        <p:cTn id="28" dur="1000" fill="hold"/>
                                        <p:tgtEl>
                                          <p:spTgt spid="3">
                                            <p:txEl>
                                              <p:pRg st="4" end="4"/>
                                            </p:txEl>
                                          </p:spTgt>
                                        </p:tgtEl>
                                        <p:attrNameLst>
                                          <p:attrName>ppt_y</p:attrName>
                                        </p:attrNameLst>
                                      </p:cBhvr>
                                      <p:tavLst>
                                        <p:tav tm="0">
                                          <p:val>
                                            <p:strVal val="#ppt_y"/>
                                          </p:val>
                                        </p:tav>
                                        <p:tav tm="100000">
                                          <p:val>
                                            <p:strVal val="#ppt_y"/>
                                          </p:val>
                                        </p:tav>
                                      </p:tavLst>
                                    </p:anim>
                                  </p:childTnLst>
                                </p:cTn>
                              </p:par>
                              <p:par>
                                <p:cTn id="29" presetID="2" presetClass="entr" presetSubtype="8" fill="hold" nodeType="with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anim calcmode="lin" valueType="num">
                                      <p:cBhvr additive="base">
                                        <p:cTn id="31" dur="1000" fill="hold"/>
                                        <p:tgtEl>
                                          <p:spTgt spid="3">
                                            <p:txEl>
                                              <p:pRg st="5" end="5"/>
                                            </p:txEl>
                                          </p:spTgt>
                                        </p:tgtEl>
                                        <p:attrNameLst>
                                          <p:attrName>ppt_x</p:attrName>
                                        </p:attrNameLst>
                                      </p:cBhvr>
                                      <p:tavLst>
                                        <p:tav tm="0">
                                          <p:val>
                                            <p:strVal val="0-#ppt_w/2"/>
                                          </p:val>
                                        </p:tav>
                                        <p:tav tm="100000">
                                          <p:val>
                                            <p:strVal val="#ppt_x"/>
                                          </p:val>
                                        </p:tav>
                                      </p:tavLst>
                                    </p:anim>
                                    <p:anim calcmode="lin" valueType="num">
                                      <p:cBhvr additive="base">
                                        <p:cTn id="32" dur="1000" fill="hold"/>
                                        <p:tgtEl>
                                          <p:spTgt spid="3">
                                            <p:txEl>
                                              <p:pRg st="5" end="5"/>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2" name="标题 1"/>
          <p:cNvSpPr>
            <a:spLocks noGrp="1"/>
          </p:cNvSpPr>
          <p:nvPr>
            <p:ph type="title"/>
          </p:nvPr>
        </p:nvSpPr>
        <p:spPr/>
        <p:txBody>
          <a:bodyPr/>
          <a:lstStyle/>
          <a:p>
            <a:r>
              <a:rPr lang="zh-CN" altLang="en-US"/>
              <a:t>小结</a:t>
            </a:r>
            <a:endParaRPr lang="zh-CN" altLang="en-US" dirty="0"/>
          </a:p>
        </p:txBody>
      </p:sp>
      <p:sp>
        <p:nvSpPr>
          <p:cNvPr id="153603" name="内容占位符 2"/>
          <p:cNvSpPr>
            <a:spLocks noGrp="1"/>
          </p:cNvSpPr>
          <p:nvPr>
            <p:ph idx="1"/>
          </p:nvPr>
        </p:nvSpPr>
        <p:spPr/>
        <p:txBody>
          <a:bodyPr/>
          <a:lstStyle/>
          <a:p>
            <a:r>
              <a:rPr lang="zh-CN" altLang="en-US" dirty="0"/>
              <a:t>主要内容</a:t>
            </a:r>
          </a:p>
          <a:p>
            <a:pPr lvl="1"/>
            <a:r>
              <a:rPr lang="en-US" altLang="zh-CN" dirty="0"/>
              <a:t>C++</a:t>
            </a:r>
            <a:r>
              <a:rPr lang="zh-CN" altLang="en-US" dirty="0"/>
              <a:t>语言概述、基本数据类型和表达式、数据的输入与输出。</a:t>
            </a:r>
            <a:endParaRPr lang="en-US" altLang="zh-CN" dirty="0"/>
          </a:p>
          <a:p>
            <a:pPr lvl="1"/>
            <a:r>
              <a:rPr lang="zh-CN" altLang="en-US" dirty="0"/>
              <a:t>程序流程的选择和循环结构</a:t>
            </a:r>
            <a:r>
              <a:rPr lang="en-US" altLang="zh-CN" dirty="0"/>
              <a:t>if</a:t>
            </a:r>
            <a:r>
              <a:rPr lang="zh-CN" altLang="en-US" dirty="0"/>
              <a:t>、</a:t>
            </a:r>
            <a:r>
              <a:rPr lang="en-US" altLang="zh-CN" dirty="0"/>
              <a:t>while</a:t>
            </a:r>
            <a:r>
              <a:rPr lang="zh-CN" altLang="en-US" dirty="0"/>
              <a:t>、</a:t>
            </a:r>
            <a:r>
              <a:rPr lang="en-US" altLang="zh-CN" dirty="0"/>
              <a:t>do...while</a:t>
            </a:r>
            <a:r>
              <a:rPr lang="zh-CN" altLang="en-US" dirty="0"/>
              <a:t>、</a:t>
            </a:r>
            <a:r>
              <a:rPr lang="en-US" altLang="zh-CN" dirty="0"/>
              <a:t>for</a:t>
            </a:r>
            <a:r>
              <a:rPr lang="zh-CN" altLang="en-US" dirty="0"/>
              <a:t>语句适用的场合、算法，几种流程控制语句的语法。</a:t>
            </a:r>
            <a:endParaRPr lang="en-US" altLang="zh-CN" dirty="0"/>
          </a:p>
          <a:p>
            <a:r>
              <a:rPr lang="zh-CN" altLang="en-US" dirty="0"/>
              <a:t>达到的目标</a:t>
            </a:r>
          </a:p>
          <a:p>
            <a:pPr lvl="1"/>
            <a:r>
              <a:rPr lang="zh-CN" altLang="en-US" dirty="0"/>
              <a:t>掌握</a:t>
            </a:r>
            <a:r>
              <a:rPr lang="en-US" altLang="zh-CN" dirty="0"/>
              <a:t>C++</a:t>
            </a:r>
            <a:r>
              <a:rPr lang="zh-CN" altLang="en-US" dirty="0"/>
              <a:t>语言的基本概念和基本语句，能够编写简单的程序段。</a:t>
            </a:r>
            <a:endParaRPr lang="en-US" altLang="zh-CN" dirty="0"/>
          </a:p>
          <a:p>
            <a:pPr lvl="1"/>
            <a:r>
              <a:rPr lang="zh-CN" altLang="en-US" dirty="0"/>
              <a:t>能够设计简单的选择结构、循环结构算法，能够运用流程控制语句实现简单算法。简单了解枚举类型。</a:t>
            </a:r>
            <a:endParaRPr lang="en-US" altLang="zh-CN" dirty="0"/>
          </a:p>
        </p:txBody>
      </p:sp>
      <p:sp>
        <p:nvSpPr>
          <p:cNvPr id="2" name="灯片编号占位符 1"/>
          <p:cNvSpPr>
            <a:spLocks noGrp="1"/>
          </p:cNvSpPr>
          <p:nvPr>
            <p:ph type="sldNum" sz="quarter" idx="4"/>
          </p:nvPr>
        </p:nvSpPr>
        <p:spPr/>
        <p:txBody>
          <a:bodyPr/>
          <a:lstStyle/>
          <a:p>
            <a:fld id="{DEA904C8-CD7B-4714-BAE1-F1A91095C3EA}" type="slidenum">
              <a:rPr lang="zh-CN" altLang="en-US" smtClean="0"/>
              <a:pPr/>
              <a:t>66</a:t>
            </a:fld>
            <a:endParaRPr lang="zh-CN" altLang="en-US"/>
          </a:p>
        </p:txBody>
      </p:sp>
    </p:spTree>
    <p:extLst>
      <p:ext uri="{BB962C8B-B14F-4D97-AF65-F5344CB8AC3E}">
        <p14:creationId xmlns:p14="http://schemas.microsoft.com/office/powerpoint/2010/main" val="3857671749"/>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153603">
                                            <p:txEl>
                                              <p:pRg st="0" end="0"/>
                                            </p:txEl>
                                          </p:spTgt>
                                        </p:tgtEl>
                                        <p:attrNameLst>
                                          <p:attrName>style.visibility</p:attrName>
                                        </p:attrNameLst>
                                      </p:cBhvr>
                                      <p:to>
                                        <p:strVal val="visible"/>
                                      </p:to>
                                    </p:set>
                                    <p:anim calcmode="lin" valueType="num">
                                      <p:cBhvr additive="base">
                                        <p:cTn id="7" dur="1000" fill="hold"/>
                                        <p:tgtEl>
                                          <p:spTgt spid="153603">
                                            <p:txEl>
                                              <p:pRg st="0" end="0"/>
                                            </p:txEl>
                                          </p:spTgt>
                                        </p:tgtEl>
                                        <p:attrNameLst>
                                          <p:attrName>ppt_x</p:attrName>
                                        </p:attrNameLst>
                                      </p:cBhvr>
                                      <p:tavLst>
                                        <p:tav tm="0">
                                          <p:val>
                                            <p:strVal val="0-#ppt_w/2"/>
                                          </p:val>
                                        </p:tav>
                                        <p:tav tm="100000">
                                          <p:val>
                                            <p:strVal val="#ppt_x"/>
                                          </p:val>
                                        </p:tav>
                                      </p:tavLst>
                                    </p:anim>
                                    <p:anim calcmode="lin" valueType="num">
                                      <p:cBhvr additive="base">
                                        <p:cTn id="8" dur="1000" fill="hold"/>
                                        <p:tgtEl>
                                          <p:spTgt spid="153603">
                                            <p:txEl>
                                              <p:pRg st="0" end="0"/>
                                            </p:txEl>
                                          </p:spTgt>
                                        </p:tgtEl>
                                        <p:attrNameLst>
                                          <p:attrName>ppt_y</p:attrName>
                                        </p:attrNameLst>
                                      </p:cBhvr>
                                      <p:tavLst>
                                        <p:tav tm="0">
                                          <p:val>
                                            <p:strVal val="#ppt_y"/>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53603">
                                            <p:txEl>
                                              <p:pRg st="1" end="1"/>
                                            </p:txEl>
                                          </p:spTgt>
                                        </p:tgtEl>
                                        <p:attrNameLst>
                                          <p:attrName>style.visibility</p:attrName>
                                        </p:attrNameLst>
                                      </p:cBhvr>
                                      <p:to>
                                        <p:strVal val="visible"/>
                                      </p:to>
                                    </p:set>
                                    <p:anim calcmode="lin" valueType="num">
                                      <p:cBhvr additive="base">
                                        <p:cTn id="11" dur="500" fill="hold"/>
                                        <p:tgtEl>
                                          <p:spTgt spid="15360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15360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153603">
                                            <p:txEl>
                                              <p:pRg st="2" end="2"/>
                                            </p:txEl>
                                          </p:spTgt>
                                        </p:tgtEl>
                                        <p:attrNameLst>
                                          <p:attrName>style.visibility</p:attrName>
                                        </p:attrNameLst>
                                      </p:cBhvr>
                                      <p:to>
                                        <p:strVal val="visible"/>
                                      </p:to>
                                    </p:set>
                                    <p:anim calcmode="lin" valueType="num">
                                      <p:cBhvr additive="base">
                                        <p:cTn id="15" dur="500" fill="hold"/>
                                        <p:tgtEl>
                                          <p:spTgt spid="153603">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153603">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153603">
                                            <p:txEl>
                                              <p:pRg st="3" end="3"/>
                                            </p:txEl>
                                          </p:spTgt>
                                        </p:tgtEl>
                                        <p:attrNameLst>
                                          <p:attrName>style.visibility</p:attrName>
                                        </p:attrNameLst>
                                      </p:cBhvr>
                                      <p:to>
                                        <p:strVal val="visible"/>
                                      </p:to>
                                    </p:set>
                                    <p:anim calcmode="lin" valueType="num">
                                      <p:cBhvr additive="base">
                                        <p:cTn id="19" dur="500" fill="hold"/>
                                        <p:tgtEl>
                                          <p:spTgt spid="15360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53603">
                                            <p:txEl>
                                              <p:pRg st="3" end="3"/>
                                            </p:txEl>
                                          </p:spTgt>
                                        </p:tgtEl>
                                        <p:attrNameLst>
                                          <p:attrName>ppt_y</p:attrName>
                                        </p:attrNameLst>
                                      </p:cBhvr>
                                      <p:tavLst>
                                        <p:tav tm="0">
                                          <p:val>
                                            <p:strVal val="1+#ppt_h/2"/>
                                          </p:val>
                                        </p:tav>
                                        <p:tav tm="100000">
                                          <p:val>
                                            <p:strVal val="#ppt_y"/>
                                          </p:val>
                                        </p:tav>
                                      </p:tavLst>
                                    </p:anim>
                                  </p:childTnLst>
                                </p:cTn>
                              </p:par>
                              <p:par>
                                <p:cTn id="21" presetID="2" presetClass="entr" presetSubtype="8" fill="hold" nodeType="withEffect">
                                  <p:stCondLst>
                                    <p:cond delay="0"/>
                                  </p:stCondLst>
                                  <p:childTnLst>
                                    <p:set>
                                      <p:cBhvr>
                                        <p:cTn id="22" dur="1" fill="hold">
                                          <p:stCondLst>
                                            <p:cond delay="0"/>
                                          </p:stCondLst>
                                        </p:cTn>
                                        <p:tgtEl>
                                          <p:spTgt spid="153603">
                                            <p:txEl>
                                              <p:pRg st="4" end="4"/>
                                            </p:txEl>
                                          </p:spTgt>
                                        </p:tgtEl>
                                        <p:attrNameLst>
                                          <p:attrName>style.visibility</p:attrName>
                                        </p:attrNameLst>
                                      </p:cBhvr>
                                      <p:to>
                                        <p:strVal val="visible"/>
                                      </p:to>
                                    </p:set>
                                    <p:anim calcmode="lin" valueType="num">
                                      <p:cBhvr additive="base">
                                        <p:cTn id="23" dur="1000" fill="hold"/>
                                        <p:tgtEl>
                                          <p:spTgt spid="153603">
                                            <p:txEl>
                                              <p:pRg st="4" end="4"/>
                                            </p:txEl>
                                          </p:spTgt>
                                        </p:tgtEl>
                                        <p:attrNameLst>
                                          <p:attrName>ppt_x</p:attrName>
                                        </p:attrNameLst>
                                      </p:cBhvr>
                                      <p:tavLst>
                                        <p:tav tm="0">
                                          <p:val>
                                            <p:strVal val="0-#ppt_w/2"/>
                                          </p:val>
                                        </p:tav>
                                        <p:tav tm="100000">
                                          <p:val>
                                            <p:strVal val="#ppt_x"/>
                                          </p:val>
                                        </p:tav>
                                      </p:tavLst>
                                    </p:anim>
                                    <p:anim calcmode="lin" valueType="num">
                                      <p:cBhvr additive="base">
                                        <p:cTn id="24" dur="1000" fill="hold"/>
                                        <p:tgtEl>
                                          <p:spTgt spid="153603">
                                            <p:txEl>
                                              <p:pRg st="4" end="4"/>
                                            </p:txEl>
                                          </p:spTgt>
                                        </p:tgtEl>
                                        <p:attrNameLst>
                                          <p:attrName>ppt_y</p:attrName>
                                        </p:attrNameLst>
                                      </p:cBhvr>
                                      <p:tavLst>
                                        <p:tav tm="0">
                                          <p:val>
                                            <p:strVal val="#ppt_y"/>
                                          </p:val>
                                        </p:tav>
                                        <p:tav tm="100000">
                                          <p:val>
                                            <p:strVal val="#ppt_y"/>
                                          </p:val>
                                        </p:tav>
                                      </p:tavLst>
                                    </p:anim>
                                  </p:childTnLst>
                                </p:cTn>
                              </p:par>
                              <p:par>
                                <p:cTn id="25" presetID="2" presetClass="entr" presetSubtype="8" fill="hold" nodeType="withEffect">
                                  <p:stCondLst>
                                    <p:cond delay="0"/>
                                  </p:stCondLst>
                                  <p:childTnLst>
                                    <p:set>
                                      <p:cBhvr>
                                        <p:cTn id="26" dur="1" fill="hold">
                                          <p:stCondLst>
                                            <p:cond delay="0"/>
                                          </p:stCondLst>
                                        </p:cTn>
                                        <p:tgtEl>
                                          <p:spTgt spid="153603">
                                            <p:txEl>
                                              <p:pRg st="5" end="5"/>
                                            </p:txEl>
                                          </p:spTgt>
                                        </p:tgtEl>
                                        <p:attrNameLst>
                                          <p:attrName>style.visibility</p:attrName>
                                        </p:attrNameLst>
                                      </p:cBhvr>
                                      <p:to>
                                        <p:strVal val="visible"/>
                                      </p:to>
                                    </p:set>
                                    <p:anim calcmode="lin" valueType="num">
                                      <p:cBhvr additive="base">
                                        <p:cTn id="27" dur="1000" fill="hold"/>
                                        <p:tgtEl>
                                          <p:spTgt spid="153603">
                                            <p:txEl>
                                              <p:pRg st="5" end="5"/>
                                            </p:txEl>
                                          </p:spTgt>
                                        </p:tgtEl>
                                        <p:attrNameLst>
                                          <p:attrName>ppt_x</p:attrName>
                                        </p:attrNameLst>
                                      </p:cBhvr>
                                      <p:tavLst>
                                        <p:tav tm="0">
                                          <p:val>
                                            <p:strVal val="0-#ppt_w/2"/>
                                          </p:val>
                                        </p:tav>
                                        <p:tav tm="100000">
                                          <p:val>
                                            <p:strVal val="#ppt_x"/>
                                          </p:val>
                                        </p:tav>
                                      </p:tavLst>
                                    </p:anim>
                                    <p:anim calcmode="lin" valueType="num">
                                      <p:cBhvr additive="base">
                                        <p:cTn id="28" dur="1000" fill="hold"/>
                                        <p:tgtEl>
                                          <p:spTgt spid="153603">
                                            <p:txEl>
                                              <p:pRg st="5" end="5"/>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语言程序设计V4">
  <a:themeElements>
    <a:clrScheme name="都市">
      <a:dk1>
        <a:sysClr val="windowText" lastClr="000000"/>
      </a:dk1>
      <a:lt1>
        <a:sysClr val="window" lastClr="FFFFFF"/>
      </a:lt1>
      <a:dk2>
        <a:srgbClr val="424456"/>
      </a:dk2>
      <a:lt2>
        <a:srgbClr val="DEDEDE"/>
      </a:lt2>
      <a:accent1>
        <a:srgbClr val="53548A"/>
      </a:accent1>
      <a:accent2>
        <a:srgbClr val="438086"/>
      </a:accent2>
      <a:accent3>
        <a:srgbClr val="A04DA3"/>
      </a:accent3>
      <a:accent4>
        <a:srgbClr val="C4652D"/>
      </a:accent4>
      <a:accent5>
        <a:srgbClr val="8B5D3D"/>
      </a:accent5>
      <a:accent6>
        <a:srgbClr val="5C92B5"/>
      </a:accent6>
      <a:hlink>
        <a:srgbClr val="67AFBD"/>
      </a:hlink>
      <a:folHlink>
        <a:srgbClr val="C2A874"/>
      </a:folHlink>
    </a:clrScheme>
    <a:fontScheme name="都市">
      <a:majorFont>
        <a:latin typeface="Trebuchet MS"/>
        <a:ea typeface=""/>
        <a:cs typeface=""/>
        <a:font script="Jpan" typeface="HGｺﾞｼｯｸM"/>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Georgia"/>
        <a:ea typeface=""/>
        <a:cs typeface=""/>
        <a:font script="Jpan" typeface="HG明朝B"/>
        <a:font script="Hang" typeface="맑은 고딕"/>
        <a:font script="Hans" typeface="宋体"/>
        <a:font script="Hant" typeface="新細明體"/>
        <a:font script="Arab" typeface="Arial"/>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都市">
      <a:fillStyleLst>
        <a:solidFill>
          <a:schemeClr val="phClr"/>
        </a:solidFill>
        <a:gradFill rotWithShape="1">
          <a:gsLst>
            <a:gs pos="0">
              <a:schemeClr val="phClr">
                <a:tint val="1000"/>
                <a:satMod val="255000"/>
              </a:schemeClr>
            </a:gs>
            <a:gs pos="55000">
              <a:schemeClr val="phClr">
                <a:tint val="12000"/>
                <a:satMod val="255000"/>
              </a:schemeClr>
            </a:gs>
            <a:gs pos="100000">
              <a:schemeClr val="phClr">
                <a:tint val="45000"/>
                <a:satMod val="250000"/>
              </a:schemeClr>
            </a:gs>
          </a:gsLst>
          <a:path path="circle">
            <a:fillToRect l="-40000" t="-90000" r="140000" b="190000"/>
          </a:path>
        </a:gradFill>
        <a:gradFill rotWithShape="1">
          <a:gsLst>
            <a:gs pos="0">
              <a:schemeClr val="phClr">
                <a:tint val="43000"/>
                <a:satMod val="165000"/>
              </a:schemeClr>
            </a:gs>
            <a:gs pos="55000">
              <a:schemeClr val="phClr">
                <a:tint val="83000"/>
                <a:satMod val="155000"/>
              </a:schemeClr>
            </a:gs>
            <a:gs pos="100000">
              <a:schemeClr val="phClr">
                <a:shade val="85000"/>
              </a:schemeClr>
            </a:gs>
          </a:gsLst>
          <a:path path="circle">
            <a:fillToRect l="-40000" t="-90000" r="140000" b="190000"/>
          </a:path>
        </a:gradFill>
      </a:fillStyleLst>
      <a:lnStyleLst>
        <a:ln w="9525" cap="flat" cmpd="sng" algn="ctr">
          <a:solidFill>
            <a:schemeClr val="phClr"/>
          </a:solidFill>
          <a:prstDash val="solid"/>
        </a:ln>
        <a:ln w="19050" cap="flat" cmpd="sng" algn="ctr">
          <a:solidFill>
            <a:schemeClr val="phClr"/>
          </a:solidFill>
          <a:prstDash val="solid"/>
        </a:ln>
        <a:ln w="31750" cap="flat" cmpd="sng" algn="ctr">
          <a:solidFill>
            <a:schemeClr val="phClr"/>
          </a:solidFill>
          <a:prstDash val="solid"/>
        </a:ln>
      </a:lnStyleLst>
      <a:effectStyleLst>
        <a:effectStyle>
          <a:effectLst>
            <a:outerShdw blurRad="51500" dist="25400" dir="5400000" rotWithShape="0">
              <a:srgbClr val="000000">
                <a:alpha val="40000"/>
              </a:srgbClr>
            </a:outerShdw>
          </a:effectLst>
        </a:effectStyle>
        <a:effectStyle>
          <a:effectLst>
            <a:outerShdw blurRad="50800" dist="25400" dir="5400000" rotWithShape="0">
              <a:srgbClr val="000000">
                <a:alpha val="45000"/>
              </a:srgbClr>
            </a:outerShdw>
          </a:effectLst>
        </a:effectStyle>
        <a:effectStyle>
          <a:effectLst>
            <a:outerShdw blurRad="50800" dist="25400" dir="5400000" rotWithShape="0">
              <a:srgbClr val="000000">
                <a:alpha val="45000"/>
              </a:srgbClr>
            </a:outerShdw>
          </a:effectLst>
          <a:scene3d>
            <a:camera prst="orthographicFront" fov="0">
              <a:rot lat="0" lon="0" rev="0"/>
            </a:camera>
            <a:lightRig rig="flat" dir="t">
              <a:rot lat="0" lon="0" rev="20040000"/>
            </a:lightRig>
          </a:scene3d>
          <a:sp3d contourW="12700" prstMaterial="dkEdge">
            <a:bevelT w="25400" h="38100" prst="convex"/>
            <a:contourClr>
              <a:schemeClr val="phClr">
                <a:satMod val="115000"/>
              </a:schemeClr>
            </a:contourClr>
          </a:sp3d>
        </a:effectStyle>
      </a:effectStyleLst>
      <a:bgFillStyleLst>
        <a:solidFill>
          <a:schemeClr val="phClr"/>
        </a:solidFill>
        <a:gradFill rotWithShape="1">
          <a:gsLst>
            <a:gs pos="100000">
              <a:schemeClr val="phClr">
                <a:tint val="80000"/>
                <a:satMod val="250000"/>
              </a:schemeClr>
            </a:gs>
            <a:gs pos="60000">
              <a:schemeClr val="phClr">
                <a:shade val="38000"/>
                <a:satMod val="175000"/>
              </a:schemeClr>
            </a:gs>
            <a:gs pos="0">
              <a:schemeClr val="phClr">
                <a:shade val="30000"/>
                <a:satMod val="175000"/>
              </a:schemeClr>
            </a:gs>
          </a:gsLst>
          <a:lin ang="5400000" scaled="0"/>
        </a:gradFill>
        <a:blipFill>
          <a:blip xmlns:r="http://schemas.openxmlformats.org/officeDocument/2006/relationships" r:embed="rId1">
            <a:duotone>
              <a:schemeClr val="phClr">
                <a:shade val="48000"/>
              </a:schemeClr>
              <a:schemeClr val="phClr">
                <a:tint val="96000"/>
                <a:satMod val="150000"/>
              </a:schemeClr>
            </a:duotone>
          </a:blip>
          <a:tile tx="0" ty="0" sx="80000" sy="80000" flip="none" algn="tl"/>
        </a:blipFill>
      </a:bgFillStyleLst>
    </a:fmtScheme>
  </a:themeElements>
  <a:objectDefaults/>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C++语言程序设计V4</Template>
  <TotalTime>9574</TotalTime>
  <Words>5883</Words>
  <Application>Microsoft Office PowerPoint</Application>
  <PresentationFormat>自定义</PresentationFormat>
  <Paragraphs>809</Paragraphs>
  <Slides>66</Slides>
  <Notes>30</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66</vt:i4>
      </vt:variant>
    </vt:vector>
  </HeadingPairs>
  <TitlesOfParts>
    <vt:vector size="76" baseType="lpstr">
      <vt:lpstr>方正姚体</vt:lpstr>
      <vt:lpstr>隶书</vt:lpstr>
      <vt:lpstr>宋体</vt:lpstr>
      <vt:lpstr>微软雅黑</vt:lpstr>
      <vt:lpstr>Georgia</vt:lpstr>
      <vt:lpstr>Times New Roman</vt:lpstr>
      <vt:lpstr>Trebuchet MS</vt:lpstr>
      <vt:lpstr>Wingdings</vt:lpstr>
      <vt:lpstr>Wingdings 2</vt:lpstr>
      <vt:lpstr>C++语言程序设计V4</vt:lpstr>
      <vt:lpstr>第 2 章  C++简单程序设计</vt:lpstr>
      <vt:lpstr>目录</vt:lpstr>
      <vt:lpstr>C++的产生和发展</vt:lpstr>
      <vt:lpstr>C++的特点</vt:lpstr>
      <vt:lpstr>例2-1  C++程序实例</vt:lpstr>
      <vt:lpstr>I/O流</vt:lpstr>
      <vt:lpstr>预定义的插入符和提取符</vt:lpstr>
      <vt:lpstr>C++字符集</vt:lpstr>
      <vt:lpstr>词法记号</vt:lpstr>
      <vt:lpstr>关键字</vt:lpstr>
      <vt:lpstr>标识符的构成规则</vt:lpstr>
      <vt:lpstr>基本数据类型</vt:lpstr>
      <vt:lpstr>文字常量</vt:lpstr>
      <vt:lpstr>变量</vt:lpstr>
      <vt:lpstr>符号常量（由const修饰的对象）</vt:lpstr>
      <vt:lpstr>常量表达式</vt:lpstr>
      <vt:lpstr>基本数据类型</vt:lpstr>
      <vt:lpstr>整数文字常量</vt:lpstr>
      <vt:lpstr>基本数据类型</vt:lpstr>
      <vt:lpstr>浮点数文字常量</vt:lpstr>
      <vt:lpstr>sizeof 运算符</vt:lpstr>
      <vt:lpstr>基本数据类型</vt:lpstr>
      <vt:lpstr>字符文字常量</vt:lpstr>
      <vt:lpstr>C风格字符串常量</vt:lpstr>
      <vt:lpstr>C风格字符串常量</vt:lpstr>
      <vt:lpstr>基本数据类型</vt:lpstr>
      <vt:lpstr>基本数据类型</vt:lpstr>
      <vt:lpstr>类型别名</vt:lpstr>
      <vt:lpstr>auto类型与decltype类型</vt:lpstr>
      <vt:lpstr>算术运算符与算术表达式</vt:lpstr>
      <vt:lpstr>赋值运算符和赋值表达式         ——简单的赋值运算符"="</vt:lpstr>
      <vt:lpstr>逗号运算和逗号表达式</vt:lpstr>
      <vt:lpstr>关系运算与关系表达式</vt:lpstr>
      <vt:lpstr>逻辑运算与逻辑表达式</vt:lpstr>
      <vt:lpstr>逻辑运算与逻辑表达式(续)</vt:lpstr>
      <vt:lpstr>条件运算符与条件表达式</vt:lpstr>
      <vt:lpstr>条件运算符与条件表达式（续）</vt:lpstr>
      <vt:lpstr>位运算——按位与（&amp;）</vt:lpstr>
      <vt:lpstr>位运算——按位或（|）</vt:lpstr>
      <vt:lpstr>位运算——按位异或（^）</vt:lpstr>
      <vt:lpstr>位运算——按位异或（^）（续）</vt:lpstr>
      <vt:lpstr>位运算——取反（~）</vt:lpstr>
      <vt:lpstr>位运算——移位</vt:lpstr>
      <vt:lpstr>混合运算时数据类型的转换——隐含转换</vt:lpstr>
      <vt:lpstr>混合运算时数据类型的转换 </vt:lpstr>
      <vt:lpstr>混合运算时数据类型的转换——显式转换</vt:lpstr>
      <vt:lpstr>简单的I/O格式控制</vt:lpstr>
      <vt:lpstr>例2_2：输入一个年份，判断是否闰年</vt:lpstr>
      <vt:lpstr>If语句的语法形式</vt:lpstr>
      <vt:lpstr>例2_3：输入两个整数，比较两个数的大小。</vt:lpstr>
      <vt:lpstr>嵌套的if结构（续）</vt:lpstr>
      <vt:lpstr>PowerPoint 演示文稿</vt:lpstr>
      <vt:lpstr>例2_4：输入一个0～6的整数，转换成星期输出</vt:lpstr>
      <vt:lpstr>switch语句的语法</vt:lpstr>
      <vt:lpstr>例2_5：求自然数1～10之和</vt:lpstr>
      <vt:lpstr>while语句的语法</vt:lpstr>
      <vt:lpstr>例2_6：输入一个整数，将各位数字翻转后输出</vt:lpstr>
      <vt:lpstr>do-while 语句的语法形式</vt:lpstr>
      <vt:lpstr>例2_7：用do-while语句，求自然数1~10之和</vt:lpstr>
      <vt:lpstr>对比下面的程序</vt:lpstr>
      <vt:lpstr>例2_8：输入一个整数，求出它的所有因子</vt:lpstr>
      <vt:lpstr>for语句（续）</vt:lpstr>
      <vt:lpstr>循环结构与选择结构的嵌套</vt:lpstr>
      <vt:lpstr>例2-10</vt:lpstr>
      <vt:lpstr>其他控制语句</vt:lpstr>
      <vt:lpstr>小结</vt:lpstr>
    </vt:vector>
  </TitlesOfParts>
  <Company>Tsinghua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第十章 多态性</dc:title>
  <dc:creator>Li Yushan</dc:creator>
  <cp:lastModifiedBy>admin</cp:lastModifiedBy>
  <cp:revision>473</cp:revision>
  <dcterms:created xsi:type="dcterms:W3CDTF">2010-07-19T06:54:21Z</dcterms:created>
  <dcterms:modified xsi:type="dcterms:W3CDTF">2021-03-07T16:07:08Z</dcterms:modified>
</cp:coreProperties>
</file>